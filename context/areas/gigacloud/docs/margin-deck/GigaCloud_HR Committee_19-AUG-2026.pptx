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1"/>
  </p:notesMasterIdLst>
  <p:sldIdLst>
    <p:sldId id="2129" r:id="rId5"/>
    <p:sldId id="2176" r:id="rId6"/>
    <p:sldId id="2188" r:id="rId7"/>
    <p:sldId id="2190" r:id="rId8"/>
    <p:sldId id="2187" r:id="rId9"/>
    <p:sldId id="2189" r:id="rId10"/>
  </p:sldIdLst>
  <p:sldSz cx="24387175" cy="13716000"/>
  <p:notesSz cx="13716000" cy="24387175"/>
  <p:embeddedFontLst>
    <p:embeddedFont>
      <p:font typeface="e-Ukraine" panose="020B0604020202020204" charset="0"/>
      <p:regular r:id="rId12"/>
    </p:embeddedFont>
    <p:embeddedFont>
      <p:font typeface="e-Ukraine Bold" panose="020B0604020202020204" charset="0"/>
      <p:bold r:id="rId13"/>
    </p:embeddedFont>
    <p:embeddedFont>
      <p:font typeface="e-Ukraine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639033D-450E-6943-A80E-48F0E0D76C86}">
          <p14:sldIdLst>
            <p14:sldId id="2129"/>
          </p14:sldIdLst>
        </p14:section>
        <p14:section name="Overview" id="{41806F8D-1337-3D4B-B52E-090320794DDD}">
          <p14:sldIdLst>
            <p14:sldId id="2176"/>
            <p14:sldId id="2188"/>
            <p14:sldId id="2190"/>
            <p14:sldId id="2187"/>
            <p14:sldId id="2189"/>
          </p14:sldIdLst>
        </p14:section>
        <p14:section name="Well being" id="{D987296C-CCF9-554F-96C4-480896B17FF6}">
          <p14:sldIdLst/>
        </p14:section>
      </p14:sectionLst>
    </p:ext>
    <p:ext uri="{EFAFB233-063F-42B5-8137-9DF3F51BA10A}">
      <p15:sldGuideLst xmlns:p15="http://schemas.microsoft.com/office/powerpoint/2012/main">
        <p15:guide id="2" pos="7726" userDrawn="1">
          <p15:clr>
            <a:srgbClr val="A4A3A4"/>
          </p15:clr>
        </p15:guide>
        <p15:guide id="3" orient="horz" pos="427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563916-DB9D-6F66-B003-64538B7E4691}" name="Maksym Parenchuk" initials="" userId="S::maksym.parenchuk@gigacloud.ua::58fd2652-819c-4d00-9864-39b01942971f" providerId="AD"/>
  <p188:author id="{86013F1C-A4D2-04E0-94DE-22ACE08487C8}" name="Anastasiia Menailova" initials="" userId="S::anastasiia.menailova@gigacloud.ua::9c2beb9c-462a-41e4-9585-b039f08e200d" providerId="AD"/>
  <p188:author id="{AC69C69D-45C5-DF40-C6D7-B02A7B62BFB2}" name="Hennadii Matviienko" initials="HM" userId="S::hennadii.matviienko@gigacloud.ua::df979077-7f92-493a-bd30-a674b6f08e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340"/>
    <a:srgbClr val="F6F4F4"/>
    <a:srgbClr val="101010"/>
    <a:srgbClr val="DE1F35"/>
    <a:srgbClr val="DE1F25"/>
    <a:srgbClr val="DE1E34"/>
    <a:srgbClr val="9A1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58C1E-D939-A3B7-5C1D-AC67FB4C6D5D}" v="2" dt="2026-08-19T09:53:13.873"/>
    <p1510:client id="{1FE3034A-A9DB-C1DE-823B-43957557A6E6}" v="2" dt="2026-08-19T09:53:23.886"/>
    <p1510:client id="{3B98B9F1-A724-ED63-63DA-5743C020F3A3}" v="465" dt="2026-08-19T07:20:11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Світлий стиль 2 –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7726"/>
        <p:guide orient="horz" pos="427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Dzhurylo" userId="S::olga.dzhurylo@gigacloud.ua::13d52cbe-a7e1-41cf-b6af-4aeff943d513" providerId="AD" clId="Web-{06458C1E-D939-A3B7-5C1D-AC67FB4C6D5D}"/>
    <pc:docChg chg="modSld">
      <pc:chgData name="Olga Dzhurylo" userId="S::olga.dzhurylo@gigacloud.ua::13d52cbe-a7e1-41cf-b6af-4aeff943d513" providerId="AD" clId="Web-{06458C1E-D939-A3B7-5C1D-AC67FB4C6D5D}" dt="2026-08-19T09:53:13.873" v="1" actId="20577"/>
      <pc:docMkLst>
        <pc:docMk/>
      </pc:docMkLst>
      <pc:sldChg chg="modSp">
        <pc:chgData name="Olga Dzhurylo" userId="S::olga.dzhurylo@gigacloud.ua::13d52cbe-a7e1-41cf-b6af-4aeff943d513" providerId="AD" clId="Web-{06458C1E-D939-A3B7-5C1D-AC67FB4C6D5D}" dt="2026-08-19T09:53:13.873" v="1" actId="20577"/>
        <pc:sldMkLst>
          <pc:docMk/>
          <pc:sldMk cId="0" sldId="2129"/>
        </pc:sldMkLst>
        <pc:spChg chg="mod">
          <ac:chgData name="Olga Dzhurylo" userId="S::olga.dzhurylo@gigacloud.ua::13d52cbe-a7e1-41cf-b6af-4aeff943d513" providerId="AD" clId="Web-{06458C1E-D939-A3B7-5C1D-AC67FB4C6D5D}" dt="2026-08-19T09:53:13.873" v="1" actId="20577"/>
          <ac:spMkLst>
            <pc:docMk/>
            <pc:sldMk cId="0" sldId="2129"/>
            <ac:spMk id="4" creationId="{00000000-0000-0000-0000-000000000000}"/>
          </ac:spMkLst>
        </pc:spChg>
      </pc:sldChg>
    </pc:docChg>
  </pc:docChgLst>
  <pc:docChgLst>
    <pc:chgData name="Olga Dzhurylo" userId="S::olga.dzhurylo@gigacloud.ua::13d52cbe-a7e1-41cf-b6af-4aeff943d513" providerId="AD" clId="Web-{3B98B9F1-A724-ED63-63DA-5743C020F3A3}"/>
    <pc:docChg chg="addSld delSld modSld sldOrd modSection">
      <pc:chgData name="Olga Dzhurylo" userId="S::olga.dzhurylo@gigacloud.ua::13d52cbe-a7e1-41cf-b6af-4aeff943d513" providerId="AD" clId="Web-{3B98B9F1-A724-ED63-63DA-5743C020F3A3}" dt="2026-08-19T07:20:11.104" v="385"/>
      <pc:docMkLst>
        <pc:docMk/>
      </pc:docMkLst>
      <pc:sldChg chg="del">
        <pc:chgData name="Olga Dzhurylo" userId="S::olga.dzhurylo@gigacloud.ua::13d52cbe-a7e1-41cf-b6af-4aeff943d513" providerId="AD" clId="Web-{3B98B9F1-A724-ED63-63DA-5743C020F3A3}" dt="2026-08-18T10:57:34.439" v="49"/>
        <pc:sldMkLst>
          <pc:docMk/>
          <pc:sldMk cId="3203665295" sldId="323"/>
        </pc:sldMkLst>
      </pc:sldChg>
      <pc:sldChg chg="modSp">
        <pc:chgData name="Olga Dzhurylo" userId="S::olga.dzhurylo@gigacloud.ua::13d52cbe-a7e1-41cf-b6af-4aeff943d513" providerId="AD" clId="Web-{3B98B9F1-A724-ED63-63DA-5743C020F3A3}" dt="2026-08-18T10:57:29.017" v="48" actId="20577"/>
        <pc:sldMkLst>
          <pc:docMk/>
          <pc:sldMk cId="0" sldId="2129"/>
        </pc:sldMkLst>
        <pc:spChg chg="mod">
          <ac:chgData name="Olga Dzhurylo" userId="S::olga.dzhurylo@gigacloud.ua::13d52cbe-a7e1-41cf-b6af-4aeff943d513" providerId="AD" clId="Web-{3B98B9F1-A724-ED63-63DA-5743C020F3A3}" dt="2026-08-18T10:57:29.017" v="48" actId="20577"/>
          <ac:spMkLst>
            <pc:docMk/>
            <pc:sldMk cId="0" sldId="2129"/>
            <ac:spMk id="4" creationId="{00000000-0000-0000-0000-000000000000}"/>
          </ac:spMkLst>
        </pc:spChg>
      </pc:sldChg>
      <pc:sldChg chg="addSp delSp modSp">
        <pc:chgData name="Olga Dzhurylo" userId="S::olga.dzhurylo@gigacloud.ua::13d52cbe-a7e1-41cf-b6af-4aeff943d513" providerId="AD" clId="Web-{3B98B9F1-A724-ED63-63DA-5743C020F3A3}" dt="2026-08-18T12:28:34.936" v="152" actId="20577"/>
        <pc:sldMkLst>
          <pc:docMk/>
          <pc:sldMk cId="2955025151" sldId="2176"/>
        </pc:sldMkLst>
        <pc:spChg chg="mod">
          <ac:chgData name="Olga Dzhurylo" userId="S::olga.dzhurylo@gigacloud.ua::13d52cbe-a7e1-41cf-b6af-4aeff943d513" providerId="AD" clId="Web-{3B98B9F1-A724-ED63-63DA-5743C020F3A3}" dt="2026-08-18T12:25:27.179" v="54" actId="20577"/>
          <ac:spMkLst>
            <pc:docMk/>
            <pc:sldMk cId="2955025151" sldId="2176"/>
            <ac:spMk id="3" creationId="{0BE1B11E-22CD-7AB0-3EF0-AB27F9C97AAA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26:44.463" v="98" actId="1076"/>
          <ac:spMkLst>
            <pc:docMk/>
            <pc:sldMk cId="2955025151" sldId="2176"/>
            <ac:spMk id="5" creationId="{EB450857-78DD-7371-DC76-877EE4A921B9}"/>
          </ac:spMkLst>
        </pc:spChg>
        <pc:spChg chg="add mod">
          <ac:chgData name="Olga Dzhurylo" userId="S::olga.dzhurylo@gigacloud.ua::13d52cbe-a7e1-41cf-b6af-4aeff943d513" providerId="AD" clId="Web-{3B98B9F1-A724-ED63-63DA-5743C020F3A3}" dt="2026-08-18T12:28:34.936" v="152" actId="20577"/>
          <ac:spMkLst>
            <pc:docMk/>
            <pc:sldMk cId="2955025151" sldId="2176"/>
            <ac:spMk id="6" creationId="{437E5E39-5419-BC8B-22F1-D3A77513B91D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27:12.573" v="104"/>
          <ac:spMkLst>
            <pc:docMk/>
            <pc:sldMk cId="2955025151" sldId="2176"/>
            <ac:spMk id="7" creationId="{8CA253C6-AC42-04C5-A0B4-A3AAED842BAA}"/>
          </ac:spMkLst>
        </pc:spChg>
        <pc:spChg chg="add mod">
          <ac:chgData name="Olga Dzhurylo" userId="S::olga.dzhurylo@gigacloud.ua::13d52cbe-a7e1-41cf-b6af-4aeff943d513" providerId="AD" clId="Web-{3B98B9F1-A724-ED63-63DA-5743C020F3A3}" dt="2026-08-18T12:27:36.168" v="113" actId="20577"/>
          <ac:spMkLst>
            <pc:docMk/>
            <pc:sldMk cId="2955025151" sldId="2176"/>
            <ac:spMk id="8" creationId="{68607077-3FB4-0B2A-A804-71C9B6FEC58F}"/>
          </ac:spMkLst>
        </pc:spChg>
        <pc:graphicFrameChg chg="del mod modGraphic">
          <ac:chgData name="Olga Dzhurylo" userId="S::olga.dzhurylo@gigacloud.ua::13d52cbe-a7e1-41cf-b6af-4aeff943d513" providerId="AD" clId="Web-{3B98B9F1-A724-ED63-63DA-5743C020F3A3}" dt="2026-08-18T12:27:24.199" v="109"/>
          <ac:graphicFrameMkLst>
            <pc:docMk/>
            <pc:sldMk cId="2955025151" sldId="2176"/>
            <ac:graphicFrameMk id="2" creationId="{4F76BDC6-9214-9D80-D34E-E4AAC481DDA1}"/>
          </ac:graphicFrameMkLst>
        </pc:graphicFrameChg>
        <pc:graphicFrameChg chg="del">
          <ac:chgData name="Olga Dzhurylo" userId="S::olga.dzhurylo@gigacloud.ua::13d52cbe-a7e1-41cf-b6af-4aeff943d513" providerId="AD" clId="Web-{3B98B9F1-A724-ED63-63DA-5743C020F3A3}" dt="2026-08-18T12:27:26.808" v="110"/>
          <ac:graphicFrameMkLst>
            <pc:docMk/>
            <pc:sldMk cId="2955025151" sldId="2176"/>
            <ac:graphicFrameMk id="4" creationId="{900D272B-11C6-DDB7-1844-7BE4A6224DAD}"/>
          </ac:graphicFrameMkLst>
        </pc:graphicFrameChg>
      </pc:sldChg>
      <pc:sldChg chg="del">
        <pc:chgData name="Olga Dzhurylo" userId="S::olga.dzhurylo@gigacloud.ua::13d52cbe-a7e1-41cf-b6af-4aeff943d513" providerId="AD" clId="Web-{3B98B9F1-A724-ED63-63DA-5743C020F3A3}" dt="2026-08-18T10:57:36.142" v="50"/>
        <pc:sldMkLst>
          <pc:docMk/>
          <pc:sldMk cId="887733986" sldId="2186"/>
        </pc:sldMkLst>
      </pc:sldChg>
      <pc:sldChg chg="addSp delSp modSp">
        <pc:chgData name="Olga Dzhurylo" userId="S::olga.dzhurylo@gigacloud.ua::13d52cbe-a7e1-41cf-b6af-4aeff943d513" providerId="AD" clId="Web-{3B98B9F1-A724-ED63-63DA-5743C020F3A3}" dt="2026-08-18T12:45:30.462" v="335"/>
        <pc:sldMkLst>
          <pc:docMk/>
          <pc:sldMk cId="1462344839" sldId="2187"/>
        </pc:sldMkLst>
        <pc:spChg chg="del">
          <ac:chgData name="Olga Dzhurylo" userId="S::olga.dzhurylo@gigacloud.ua::13d52cbe-a7e1-41cf-b6af-4aeff943d513" providerId="AD" clId="Web-{3B98B9F1-A724-ED63-63DA-5743C020F3A3}" dt="2026-08-18T12:37:14.067" v="269"/>
          <ac:spMkLst>
            <pc:docMk/>
            <pc:sldMk cId="1462344839" sldId="2187"/>
            <ac:spMk id="2" creationId="{A27B2405-2DF3-618B-8C6F-C69E19C48AFA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37:07.957" v="266" actId="20577"/>
          <ac:spMkLst>
            <pc:docMk/>
            <pc:sldMk cId="1462344839" sldId="2187"/>
            <ac:spMk id="3" creationId="{02CF754F-096B-869A-1D8D-4C5CEA2FA59C}"/>
          </ac:spMkLst>
        </pc:spChg>
        <pc:spChg chg="del">
          <ac:chgData name="Olga Dzhurylo" userId="S::olga.dzhurylo@gigacloud.ua::13d52cbe-a7e1-41cf-b6af-4aeff943d513" providerId="AD" clId="Web-{3B98B9F1-A724-ED63-63DA-5743C020F3A3}" dt="2026-08-18T12:37:16.770" v="271"/>
          <ac:spMkLst>
            <pc:docMk/>
            <pc:sldMk cId="1462344839" sldId="2187"/>
            <ac:spMk id="4" creationId="{41C06EA6-C972-E54E-CE8F-6042F6EDBE0A}"/>
          </ac:spMkLst>
        </pc:spChg>
        <pc:spChg chg="del">
          <ac:chgData name="Olga Dzhurylo" userId="S::olga.dzhurylo@gigacloud.ua::13d52cbe-a7e1-41cf-b6af-4aeff943d513" providerId="AD" clId="Web-{3B98B9F1-A724-ED63-63DA-5743C020F3A3}" dt="2026-08-18T12:37:14.067" v="270"/>
          <ac:spMkLst>
            <pc:docMk/>
            <pc:sldMk cId="1462344839" sldId="2187"/>
            <ac:spMk id="5" creationId="{D4072C23-84A4-2C4A-6978-3DCAA92874D6}"/>
          </ac:spMkLst>
        </pc:spChg>
        <pc:spChg chg="del">
          <ac:chgData name="Olga Dzhurylo" userId="S::olga.dzhurylo@gigacloud.ua::13d52cbe-a7e1-41cf-b6af-4aeff943d513" providerId="AD" clId="Web-{3B98B9F1-A724-ED63-63DA-5743C020F3A3}" dt="2026-08-18T12:37:14.067" v="268"/>
          <ac:spMkLst>
            <pc:docMk/>
            <pc:sldMk cId="1462344839" sldId="2187"/>
            <ac:spMk id="6" creationId="{C27E090D-144F-B697-3C15-970AB130CF84}"/>
          </ac:spMkLst>
        </pc:spChg>
        <pc:spChg chg="del mo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7" creationId="{9DD9B8D6-4F23-0B3E-51DC-9ED5C905C89D}"/>
          </ac:spMkLst>
        </pc:spChg>
        <pc:spChg chg="del mod">
          <ac:chgData name="Olga Dzhurylo" userId="S::olga.dzhurylo@gigacloud.ua::13d52cbe-a7e1-41cf-b6af-4aeff943d513" providerId="AD" clId="Web-{3B98B9F1-A724-ED63-63DA-5743C020F3A3}" dt="2026-08-18T12:43:07.143" v="334"/>
          <ac:spMkLst>
            <pc:docMk/>
            <pc:sldMk cId="1462344839" sldId="2187"/>
            <ac:spMk id="8" creationId="{564C21B0-052B-C2EE-A624-A1B7932284D8}"/>
          </ac:spMkLst>
        </pc:spChg>
        <pc:spChg chg="add del mo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9" creationId="{0587851A-69FC-52FE-4DF3-E8CD0ED93692}"/>
          </ac:spMkLst>
        </pc:spChg>
        <pc:spChg chg="add del mo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10" creationId="{E80F6250-9E64-169B-4B7B-3F5DF2AF6368}"/>
          </ac:spMkLst>
        </pc:spChg>
        <pc:spChg chg="add del mo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11" creationId="{DDF3636C-24C2-1A25-3DAA-A447191EF823}"/>
          </ac:spMkLst>
        </pc:spChg>
        <pc:spChg chg="add del mo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12" creationId="{42C38EA8-3018-6C46-03D6-2F22988E909E}"/>
          </ac:spMkLst>
        </pc:spChg>
        <pc:spChg chg="add del mo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13" creationId="{FD50DACA-F100-8470-5DB7-93CE861D7685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3:07.143" v="334"/>
          <ac:spMkLst>
            <pc:docMk/>
            <pc:sldMk cId="1462344839" sldId="2187"/>
            <ac:spMk id="200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3:07.143" v="334"/>
          <ac:spMkLst>
            <pc:docMk/>
            <pc:sldMk cId="1462344839" sldId="2187"/>
            <ac:spMk id="201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3:07.143" v="334"/>
          <ac:spMkLst>
            <pc:docMk/>
            <pc:sldMk cId="1462344839" sldId="2187"/>
            <ac:spMk id="202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3:07.143" v="334"/>
          <ac:spMkLst>
            <pc:docMk/>
            <pc:sldMk cId="1462344839" sldId="2187"/>
            <ac:spMk id="203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3:07.143" v="334"/>
          <ac:spMkLst>
            <pc:docMk/>
            <pc:sldMk cId="1462344839" sldId="2187"/>
            <ac:spMk id="204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3:07.143" v="334"/>
          <ac:spMkLst>
            <pc:docMk/>
            <pc:sldMk cId="1462344839" sldId="2187"/>
            <ac:spMk id="205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300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301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45:30.462" v="335"/>
          <ac:spMkLst>
            <pc:docMk/>
            <pc:sldMk cId="1462344839" sldId="2187"/>
            <ac:spMk id="302" creationId="{00000000-0000-0000-0000-000000000000}"/>
          </ac:spMkLst>
        </pc:spChg>
      </pc:sldChg>
      <pc:sldChg chg="addSp modSp ord">
        <pc:chgData name="Olga Dzhurylo" userId="S::olga.dzhurylo@gigacloud.ua::13d52cbe-a7e1-41cf-b6af-4aeff943d513" providerId="AD" clId="Web-{3B98B9F1-A724-ED63-63DA-5743C020F3A3}" dt="2026-08-18T12:32:51.681" v="231" actId="20577"/>
        <pc:sldMkLst>
          <pc:docMk/>
          <pc:sldMk cId="2745177877" sldId="2188"/>
        </pc:sldMkLst>
        <pc:spChg chg="add mod">
          <ac:chgData name="Olga Dzhurylo" userId="S::olga.dzhurylo@gigacloud.ua::13d52cbe-a7e1-41cf-b6af-4aeff943d513" providerId="AD" clId="Web-{3B98B9F1-A724-ED63-63DA-5743C020F3A3}" dt="2026-08-18T12:31:21.646" v="189" actId="20577"/>
          <ac:spMkLst>
            <pc:docMk/>
            <pc:sldMk cId="2745177877" sldId="2188"/>
            <ac:spMk id="2" creationId="{AC3F0512-27D6-D34D-A593-93286AAB76AC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29:25.016" v="159" actId="20577"/>
          <ac:spMkLst>
            <pc:docMk/>
            <pc:sldMk cId="2745177877" sldId="2188"/>
            <ac:spMk id="3" creationId="{AE684D4B-84F9-B7E3-CA43-035600DAAE1F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31:19.412" v="188" actId="20577"/>
          <ac:spMkLst>
            <pc:docMk/>
            <pc:sldMk cId="2745177877" sldId="2188"/>
            <ac:spMk id="4" creationId="{62987FCA-69FC-CE30-B99C-0522013F4AB5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32:51.681" v="231" actId="20577"/>
          <ac:spMkLst>
            <pc:docMk/>
            <pc:sldMk cId="2745177877" sldId="2188"/>
            <ac:spMk id="5" creationId="{4248B2E8-5FBC-63CC-18C3-AD696BA8827C}"/>
          </ac:spMkLst>
        </pc:spChg>
        <pc:spChg chg="add mod">
          <ac:chgData name="Olga Dzhurylo" userId="S::olga.dzhurylo@gigacloud.ua::13d52cbe-a7e1-41cf-b6af-4aeff943d513" providerId="AD" clId="Web-{3B98B9F1-A724-ED63-63DA-5743C020F3A3}" dt="2026-08-18T12:32:13.867" v="214" actId="20577"/>
          <ac:spMkLst>
            <pc:docMk/>
            <pc:sldMk cId="2745177877" sldId="2188"/>
            <ac:spMk id="6" creationId="{461B70D1-2F47-8E01-2F4A-B0AF698E3B57}"/>
          </ac:spMkLst>
        </pc:spChg>
      </pc:sldChg>
      <pc:sldChg chg="addSp delSp modSp mod modShow">
        <pc:chgData name="Olga Dzhurylo" userId="S::olga.dzhurylo@gigacloud.ua::13d52cbe-a7e1-41cf-b6af-4aeff943d513" providerId="AD" clId="Web-{3B98B9F1-A724-ED63-63DA-5743C020F3A3}" dt="2026-08-19T07:20:11.104" v="385"/>
        <pc:sldMkLst>
          <pc:docMk/>
          <pc:sldMk cId="1708500678" sldId="2189"/>
        </pc:sldMkLst>
        <pc:spChg chg="add del mo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2" creationId="{E3A1791B-DED2-0F27-F511-84B53F8BE015}"/>
          </ac:spMkLst>
        </pc:spChg>
        <pc:spChg chg="mod">
          <ac:chgData name="Olga Dzhurylo" userId="S::olga.dzhurylo@gigacloud.ua::13d52cbe-a7e1-41cf-b6af-4aeff943d513" providerId="AD" clId="Web-{3B98B9F1-A724-ED63-63DA-5743C020F3A3}" dt="2026-08-19T07:19:35.648" v="384" actId="20577"/>
          <ac:spMkLst>
            <pc:docMk/>
            <pc:sldMk cId="1708500678" sldId="2189"/>
            <ac:spMk id="3" creationId="{D2EF49F9-A5E5-535C-277C-58F2D568B7D7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50:33.146" v="375" actId="20577"/>
          <ac:spMkLst>
            <pc:docMk/>
            <pc:sldMk cId="1708500678" sldId="2189"/>
            <ac:spMk id="4" creationId="{BB21B87B-3BD5-1186-E909-7699D5CA05D4}"/>
          </ac:spMkLst>
        </pc:spChg>
        <pc:spChg chg="del mo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5" creationId="{88DCA37E-02D8-E51C-A036-6BD81F40B066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400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401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402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403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420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53:03.402" v="383"/>
          <ac:spMkLst>
            <pc:docMk/>
            <pc:sldMk cId="1708500678" sldId="2189"/>
            <ac:spMk id="430" creationId="{00000000-0000-0000-0000-000000000000}"/>
          </ac:spMkLst>
        </pc:spChg>
      </pc:sldChg>
      <pc:sldChg chg="addSp delSp modSp add ord replId">
        <pc:chgData name="Olga Dzhurylo" userId="S::olga.dzhurylo@gigacloud.ua::13d52cbe-a7e1-41cf-b6af-4aeff943d513" providerId="AD" clId="Web-{3B98B9F1-A724-ED63-63DA-5743C020F3A3}" dt="2026-08-18T12:37:10.098" v="267"/>
        <pc:sldMkLst>
          <pc:docMk/>
          <pc:sldMk cId="3909863747" sldId="2190"/>
        </pc:sldMkLst>
        <pc:spChg chg="mod">
          <ac:chgData name="Olga Dzhurylo" userId="S::olga.dzhurylo@gigacloud.ua::13d52cbe-a7e1-41cf-b6af-4aeff943d513" providerId="AD" clId="Web-{3B98B9F1-A724-ED63-63DA-5743C020F3A3}" dt="2026-08-18T12:34:07.747" v="237" actId="20577"/>
          <ac:spMkLst>
            <pc:docMk/>
            <pc:sldMk cId="3909863747" sldId="2190"/>
            <ac:spMk id="3" creationId="{755EA369-C9F3-F30E-B96C-33FA64F4A87C}"/>
          </ac:spMkLst>
        </pc:spChg>
        <pc:spChg chg="del mod">
          <ac:chgData name="Olga Dzhurylo" userId="S::olga.dzhurylo@gigacloud.ua::13d52cbe-a7e1-41cf-b6af-4aeff943d513" providerId="AD" clId="Web-{3B98B9F1-A724-ED63-63DA-5743C020F3A3}" dt="2026-08-18T12:37:10.098" v="267"/>
          <ac:spMkLst>
            <pc:docMk/>
            <pc:sldMk cId="3909863747" sldId="2190"/>
            <ac:spMk id="5" creationId="{BF15B827-704A-2CCD-A76A-C45B0B4D9D38}"/>
          </ac:spMkLst>
        </pc:spChg>
        <pc:spChg chg="del">
          <ac:chgData name="Olga Dzhurylo" userId="S::olga.dzhurylo@gigacloud.ua::13d52cbe-a7e1-41cf-b6af-4aeff943d513" providerId="AD" clId="Web-{3B98B9F1-A724-ED63-63DA-5743C020F3A3}" dt="2026-08-18T12:34:09.747" v="238"/>
          <ac:spMkLst>
            <pc:docMk/>
            <pc:sldMk cId="3909863747" sldId="2190"/>
            <ac:spMk id="6" creationId="{60B400B1-C125-D218-879D-FDA4E97D249D}"/>
          </ac:spMkLst>
        </pc:spChg>
        <pc:spChg chg="mod">
          <ac:chgData name="Olga Dzhurylo" userId="S::olga.dzhurylo@gigacloud.ua::13d52cbe-a7e1-41cf-b6af-4aeff943d513" providerId="AD" clId="Web-{3B98B9F1-A724-ED63-63DA-5743C020F3A3}" dt="2026-08-18T12:35:00.624" v="257" actId="1076"/>
          <ac:spMkLst>
            <pc:docMk/>
            <pc:sldMk cId="3909863747" sldId="2190"/>
            <ac:spMk id="7" creationId="{77AFB76D-5D32-49C8-3752-B25B9BA17477}"/>
          </ac:spMkLst>
        </pc:spChg>
        <pc:spChg chg="del">
          <ac:chgData name="Olga Dzhurylo" userId="S::olga.dzhurylo@gigacloud.ua::13d52cbe-a7e1-41cf-b6af-4aeff943d513" providerId="AD" clId="Web-{3B98B9F1-A724-ED63-63DA-5743C020F3A3}" dt="2026-08-18T12:35:03.171" v="258"/>
          <ac:spMkLst>
            <pc:docMk/>
            <pc:sldMk cId="3909863747" sldId="2190"/>
            <ac:spMk id="8" creationId="{0AC3D0B2-1963-FC3F-7759-E0F10EA52E6B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37:10.098" v="267"/>
          <ac:spMkLst>
            <pc:docMk/>
            <pc:sldMk cId="3909863747" sldId="2190"/>
            <ac:spMk id="100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37:10.098" v="267"/>
          <ac:spMkLst>
            <pc:docMk/>
            <pc:sldMk cId="3909863747" sldId="2190"/>
            <ac:spMk id="101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37:10.098" v="267"/>
          <ac:spMkLst>
            <pc:docMk/>
            <pc:sldMk cId="3909863747" sldId="2190"/>
            <ac:spMk id="102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37:10.098" v="267"/>
          <ac:spMkLst>
            <pc:docMk/>
            <pc:sldMk cId="3909863747" sldId="2190"/>
            <ac:spMk id="103" creationId="{00000000-0000-0000-0000-000000000000}"/>
          </ac:spMkLst>
        </pc:spChg>
        <pc:spChg chg="add">
          <ac:chgData name="Olga Dzhurylo" userId="S::olga.dzhurylo@gigacloud.ua::13d52cbe-a7e1-41cf-b6af-4aeff943d513" providerId="AD" clId="Web-{3B98B9F1-A724-ED63-63DA-5743C020F3A3}" dt="2026-08-18T12:37:10.098" v="267"/>
          <ac:spMkLst>
            <pc:docMk/>
            <pc:sldMk cId="3909863747" sldId="2190"/>
            <ac:spMk id="120" creationId="{00000000-0000-0000-0000-000000000000}"/>
          </ac:spMkLst>
        </pc:spChg>
      </pc:sldChg>
    </pc:docChg>
  </pc:docChgLst>
  <pc:docChgLst>
    <pc:chgData name="Olga Dzhurylo" userId="S::olga.dzhurylo@gigacloud.ua::13d52cbe-a7e1-41cf-b6af-4aeff943d513" providerId="AD" clId="Web-{CD43D757-7E71-6428-C618-46BF88450F3C}"/>
    <pc:docChg chg="addSld delSld modSld delSection modSection">
      <pc:chgData name="Olga Dzhurylo" userId="S::olga.dzhurylo@gigacloud.ua::13d52cbe-a7e1-41cf-b6af-4aeff943d513" providerId="AD" clId="Web-{CD43D757-7E71-6428-C618-46BF88450F3C}" dt="2026-08-05T15:29:00.819" v="179" actId="20577"/>
      <pc:docMkLst>
        <pc:docMk/>
      </pc:docMkLst>
      <pc:sldChg chg="modSp">
        <pc:chgData name="Olga Dzhurylo" userId="S::olga.dzhurylo@gigacloud.ua::13d52cbe-a7e1-41cf-b6af-4aeff943d513" providerId="AD" clId="Web-{CD43D757-7E71-6428-C618-46BF88450F3C}" dt="2026-08-05T15:20:34.583" v="12" actId="20577"/>
        <pc:sldMkLst>
          <pc:docMk/>
          <pc:sldMk cId="0" sldId="2129"/>
        </pc:sldMkLst>
        <pc:spChg chg="mod">
          <ac:chgData name="Olga Dzhurylo" userId="S::olga.dzhurylo@gigacloud.ua::13d52cbe-a7e1-41cf-b6af-4aeff943d513" providerId="AD" clId="Web-{CD43D757-7E71-6428-C618-46BF88450F3C}" dt="2026-08-05T15:20:34.583" v="12" actId="20577"/>
          <ac:spMkLst>
            <pc:docMk/>
            <pc:sldMk cId="0" sldId="2129"/>
            <ac:spMk id="4" creationId="{00000000-0000-0000-0000-000000000000}"/>
          </ac:spMkLst>
        </pc:spChg>
      </pc:sldChg>
      <pc:sldChg chg="delSp modSp">
        <pc:chgData name="Olga Dzhurylo" userId="S::olga.dzhurylo@gigacloud.ua::13d52cbe-a7e1-41cf-b6af-4aeff943d513" providerId="AD" clId="Web-{CD43D757-7E71-6428-C618-46BF88450F3C}" dt="2026-08-05T15:28:07.536" v="170" actId="20577"/>
        <pc:sldMkLst>
          <pc:docMk/>
          <pc:sldMk cId="2955025151" sldId="2176"/>
        </pc:sldMkLst>
        <pc:spChg chg="mod">
          <ac:chgData name="Olga Dzhurylo" userId="S::olga.dzhurylo@gigacloud.ua::13d52cbe-a7e1-41cf-b6af-4aeff943d513" providerId="AD" clId="Web-{CD43D757-7E71-6428-C618-46BF88450F3C}" dt="2026-08-05T15:23:03.400" v="70" actId="20577"/>
          <ac:spMkLst>
            <pc:docMk/>
            <pc:sldMk cId="2955025151" sldId="2176"/>
            <ac:spMk id="3" creationId="{0BE1B11E-22CD-7AB0-3EF0-AB27F9C97AAA}"/>
          </ac:spMkLst>
        </pc:spChg>
        <pc:spChg chg="mod">
          <ac:chgData name="Olga Dzhurylo" userId="S::olga.dzhurylo@gigacloud.ua::13d52cbe-a7e1-41cf-b6af-4aeff943d513" providerId="AD" clId="Web-{CD43D757-7E71-6428-C618-46BF88450F3C}" dt="2026-08-05T15:28:07.536" v="170" actId="20577"/>
          <ac:spMkLst>
            <pc:docMk/>
            <pc:sldMk cId="2955025151" sldId="2176"/>
            <ac:spMk id="5" creationId="{EB450857-78DD-7371-DC76-877EE4A921B9}"/>
          </ac:spMkLst>
        </pc:spChg>
      </pc:sldChg>
    </pc:docChg>
  </pc:docChgLst>
  <pc:docChgLst>
    <pc:chgData name="Olga Dzhurylo" userId="13d52cbe-a7e1-41cf-b6af-4aeff943d513" providerId="ADAL" clId="{8D08B47B-8A3D-5E53-BFBB-2951D29F4767}"/>
    <pc:docChg chg="undo custSel addSld delSld modSld modSection">
      <pc:chgData name="Olga Dzhurylo" userId="13d52cbe-a7e1-41cf-b6af-4aeff943d513" providerId="ADAL" clId="{8D08B47B-8A3D-5E53-BFBB-2951D29F4767}" dt="2026-08-10T13:31:32.258" v="1960" actId="20577"/>
      <pc:docMkLst>
        <pc:docMk/>
      </pc:docMkLst>
      <pc:sldChg chg="modSp mod">
        <pc:chgData name="Olga Dzhurylo" userId="13d52cbe-a7e1-41cf-b6af-4aeff943d513" providerId="ADAL" clId="{8D08B47B-8A3D-5E53-BFBB-2951D29F4767}" dt="2026-08-07T16:41:07.471" v="992" actId="20577"/>
        <pc:sldMkLst>
          <pc:docMk/>
          <pc:sldMk cId="0" sldId="2129"/>
        </pc:sldMkLst>
        <pc:spChg chg="mod">
          <ac:chgData name="Olga Dzhurylo" userId="13d52cbe-a7e1-41cf-b6af-4aeff943d513" providerId="ADAL" clId="{8D08B47B-8A3D-5E53-BFBB-2951D29F4767}" dt="2026-08-07T16:41:07.471" v="992" actId="20577"/>
          <ac:spMkLst>
            <pc:docMk/>
            <pc:sldMk cId="0" sldId="2129"/>
            <ac:spMk id="4" creationId="{00000000-0000-0000-0000-000000000000}"/>
          </ac:spMkLst>
        </pc:spChg>
      </pc:sldChg>
      <pc:sldChg chg="addSp delSp modSp mod">
        <pc:chgData name="Olga Dzhurylo" userId="13d52cbe-a7e1-41cf-b6af-4aeff943d513" providerId="ADAL" clId="{8D08B47B-8A3D-5E53-BFBB-2951D29F4767}" dt="2026-08-10T13:03:53.258" v="1503" actId="478"/>
        <pc:sldMkLst>
          <pc:docMk/>
          <pc:sldMk cId="2955025151" sldId="2176"/>
        </pc:sldMkLst>
        <pc:spChg chg="mod">
          <ac:chgData name="Olga Dzhurylo" userId="13d52cbe-a7e1-41cf-b6af-4aeff943d513" providerId="ADAL" clId="{8D08B47B-8A3D-5E53-BFBB-2951D29F4767}" dt="2026-08-07T16:41:33.014" v="1003" actId="20577"/>
          <ac:spMkLst>
            <pc:docMk/>
            <pc:sldMk cId="2955025151" sldId="2176"/>
            <ac:spMk id="3" creationId="{0BE1B11E-22CD-7AB0-3EF0-AB27F9C97AAA}"/>
          </ac:spMkLst>
        </pc:spChg>
        <pc:spChg chg="mod">
          <ac:chgData name="Olga Dzhurylo" userId="13d52cbe-a7e1-41cf-b6af-4aeff943d513" providerId="ADAL" clId="{8D08B47B-8A3D-5E53-BFBB-2951D29F4767}" dt="2026-08-10T13:01:26.931" v="1484" actId="20577"/>
          <ac:spMkLst>
            <pc:docMk/>
            <pc:sldMk cId="2955025151" sldId="2176"/>
            <ac:spMk id="5" creationId="{EB450857-78DD-7371-DC76-877EE4A921B9}"/>
          </ac:spMkLst>
        </pc:spChg>
        <pc:spChg chg="add mod">
          <ac:chgData name="Olga Dzhurylo" userId="13d52cbe-a7e1-41cf-b6af-4aeff943d513" providerId="ADAL" clId="{8D08B47B-8A3D-5E53-BFBB-2951D29F4767}" dt="2026-08-07T16:47:29.866" v="1046" actId="1076"/>
          <ac:spMkLst>
            <pc:docMk/>
            <pc:sldMk cId="2955025151" sldId="2176"/>
            <ac:spMk id="7" creationId="{8CA253C6-AC42-04C5-A0B4-A3AAED842BAA}"/>
          </ac:spMkLst>
        </pc:spChg>
      </pc:sldChg>
      <pc:sldChg chg="addSp modSp add mod">
        <pc:chgData name="Olga Dzhurylo" userId="13d52cbe-a7e1-41cf-b6af-4aeff943d513" providerId="ADAL" clId="{8D08B47B-8A3D-5E53-BFBB-2951D29F4767}" dt="2026-08-10T13:25:17.436" v="1834" actId="20577"/>
        <pc:sldMkLst>
          <pc:docMk/>
          <pc:sldMk cId="1462344839" sldId="2187"/>
        </pc:sldMkLst>
      </pc:sldChg>
      <pc:sldChg chg="delSp modSp add mod">
        <pc:chgData name="Olga Dzhurylo" userId="13d52cbe-a7e1-41cf-b6af-4aeff943d513" providerId="ADAL" clId="{8D08B47B-8A3D-5E53-BFBB-2951D29F4767}" dt="2026-08-10T13:28:42.976" v="1893" actId="12"/>
        <pc:sldMkLst>
          <pc:docMk/>
          <pc:sldMk cId="2745177877" sldId="2188"/>
        </pc:sldMkLst>
        <pc:spChg chg="mod">
          <ac:chgData name="Olga Dzhurylo" userId="13d52cbe-a7e1-41cf-b6af-4aeff943d513" providerId="ADAL" clId="{8D08B47B-8A3D-5E53-BFBB-2951D29F4767}" dt="2026-08-10T13:27:37.519" v="1865" actId="20577"/>
          <ac:spMkLst>
            <pc:docMk/>
            <pc:sldMk cId="2745177877" sldId="2188"/>
            <ac:spMk id="4" creationId="{62987FCA-69FC-CE30-B99C-0522013F4AB5}"/>
          </ac:spMkLst>
        </pc:spChg>
        <pc:spChg chg="mod">
          <ac:chgData name="Olga Dzhurylo" userId="13d52cbe-a7e1-41cf-b6af-4aeff943d513" providerId="ADAL" clId="{8D08B47B-8A3D-5E53-BFBB-2951D29F4767}" dt="2026-08-10T13:28:42.976" v="1893" actId="12"/>
          <ac:spMkLst>
            <pc:docMk/>
            <pc:sldMk cId="2745177877" sldId="2188"/>
            <ac:spMk id="5" creationId="{4248B2E8-5FBC-63CC-18C3-AD696BA8827C}"/>
          </ac:spMkLst>
        </pc:spChg>
      </pc:sldChg>
      <pc:sldChg chg="delSp modSp add mod">
        <pc:chgData name="Olga Dzhurylo" userId="13d52cbe-a7e1-41cf-b6af-4aeff943d513" providerId="ADAL" clId="{8D08B47B-8A3D-5E53-BFBB-2951D29F4767}" dt="2026-08-10T13:31:32.258" v="1960" actId="20577"/>
        <pc:sldMkLst>
          <pc:docMk/>
          <pc:sldMk cId="1708500678" sldId="2189"/>
        </pc:sldMkLst>
        <pc:spChg chg="mod">
          <ac:chgData name="Olga Dzhurylo" userId="13d52cbe-a7e1-41cf-b6af-4aeff943d513" providerId="ADAL" clId="{8D08B47B-8A3D-5E53-BFBB-2951D29F4767}" dt="2026-08-07T13:32:40.139" v="787" actId="20577"/>
          <ac:spMkLst>
            <pc:docMk/>
            <pc:sldMk cId="1708500678" sldId="2189"/>
            <ac:spMk id="3" creationId="{D2EF49F9-A5E5-535C-277C-58F2D568B7D7}"/>
          </ac:spMkLst>
        </pc:spChg>
        <pc:spChg chg="mod">
          <ac:chgData name="Olga Dzhurylo" userId="13d52cbe-a7e1-41cf-b6af-4aeff943d513" providerId="ADAL" clId="{8D08B47B-8A3D-5E53-BFBB-2951D29F4767}" dt="2026-08-07T13:36:04.405" v="961" actId="20577"/>
          <ac:spMkLst>
            <pc:docMk/>
            <pc:sldMk cId="1708500678" sldId="2189"/>
            <ac:spMk id="4" creationId="{BB21B87B-3BD5-1186-E909-7699D5CA05D4}"/>
          </ac:spMkLst>
        </pc:spChg>
      </pc:sldChg>
    </pc:docChg>
  </pc:docChgLst>
  <pc:docChgLst>
    <pc:chgData name="Olga Dzhurylo" userId="S::olga.dzhurylo@gigacloud.ua::13d52cbe-a7e1-41cf-b6af-4aeff943d513" providerId="AD" clId="Web-{0007CE46-7150-7FAA-317D-9813357EC290}"/>
    <pc:docChg chg="modSld">
      <pc:chgData name="Olga Dzhurylo" userId="S::olga.dzhurylo@gigacloud.ua::13d52cbe-a7e1-41cf-b6af-4aeff943d513" providerId="AD" clId="Web-{0007CE46-7150-7FAA-317D-9813357EC290}" dt="2026-08-11T07:15:31.323" v="2" actId="20577"/>
      <pc:docMkLst>
        <pc:docMk/>
      </pc:docMkLst>
      <pc:sldChg chg="modSp">
        <pc:chgData name="Olga Dzhurylo" userId="S::olga.dzhurylo@gigacloud.ua::13d52cbe-a7e1-41cf-b6af-4aeff943d513" providerId="AD" clId="Web-{0007CE46-7150-7FAA-317D-9813357EC290}" dt="2026-08-11T07:15:31.323" v="2" actId="20577"/>
        <pc:sldMkLst>
          <pc:docMk/>
          <pc:sldMk cId="0" sldId="2129"/>
        </pc:sldMkLst>
        <pc:spChg chg="mod">
          <ac:chgData name="Olga Dzhurylo" userId="S::olga.dzhurylo@gigacloud.ua::13d52cbe-a7e1-41cf-b6af-4aeff943d513" providerId="AD" clId="Web-{0007CE46-7150-7FAA-317D-9813357EC290}" dt="2026-08-11T07:15:31.323" v="2" actId="20577"/>
          <ac:spMkLst>
            <pc:docMk/>
            <pc:sldMk cId="0" sldId="2129"/>
            <ac:spMk id="4" creationId="{00000000-0000-0000-0000-000000000000}"/>
          </ac:spMkLst>
        </pc:spChg>
      </pc:sldChg>
    </pc:docChg>
  </pc:docChgLst>
  <pc:docChgLst>
    <pc:chgData name="Olga Dzhurylo" userId="S::olga.dzhurylo@gigacloud.ua::13d52cbe-a7e1-41cf-b6af-4aeff943d513" providerId="AD" clId="Web-{1E810363-EA47-2CC7-A24F-828A8370D464}"/>
    <pc:docChg chg="addSld delSld modSld modSection">
      <pc:chgData name="Olga Dzhurylo" userId="S::olga.dzhurylo@gigacloud.ua::13d52cbe-a7e1-41cf-b6af-4aeff943d513" providerId="AD" clId="Web-{1E810363-EA47-2CC7-A24F-828A8370D464}" dt="2026-07-30T13:10:06.774" v="244" actId="1076"/>
      <pc:docMkLst>
        <pc:docMk/>
      </pc:docMkLst>
      <pc:sldChg chg="modSp">
        <pc:chgData name="Olga Dzhurylo" userId="S::olga.dzhurylo@gigacloud.ua::13d52cbe-a7e1-41cf-b6af-4aeff943d513" providerId="AD" clId="Web-{1E810363-EA47-2CC7-A24F-828A8370D464}" dt="2026-07-30T10:43:52.791" v="79" actId="20577"/>
        <pc:sldMkLst>
          <pc:docMk/>
          <pc:sldMk cId="2955025151" sldId="2176"/>
        </pc:sldMkLst>
        <pc:spChg chg="mod">
          <ac:chgData name="Olga Dzhurylo" userId="S::olga.dzhurylo@gigacloud.ua::13d52cbe-a7e1-41cf-b6af-4aeff943d513" providerId="AD" clId="Web-{1E810363-EA47-2CC7-A24F-828A8370D464}" dt="2026-07-30T10:43:52.791" v="79" actId="20577"/>
          <ac:spMkLst>
            <pc:docMk/>
            <pc:sldMk cId="2955025151" sldId="2176"/>
            <ac:spMk id="5" creationId="{EB450857-78DD-7371-DC76-877EE4A921B9}"/>
          </ac:spMkLst>
        </pc:spChg>
      </pc:sldChg>
    </pc:docChg>
  </pc:docChgLst>
  <pc:docChgLst>
    <pc:chgData name="Olga Dzhurylo" userId="S::olga.dzhurylo@gigacloud.ua::13d52cbe-a7e1-41cf-b6af-4aeff943d513" providerId="AD" clId="Web-{1FE3034A-A9DB-C1DE-823B-43957557A6E6}"/>
    <pc:docChg chg="modSld">
      <pc:chgData name="Olga Dzhurylo" userId="S::olga.dzhurylo@gigacloud.ua::13d52cbe-a7e1-41cf-b6af-4aeff943d513" providerId="AD" clId="Web-{1FE3034A-A9DB-C1DE-823B-43957557A6E6}" dt="2026-08-19T09:53:23.886" v="1" actId="20577"/>
      <pc:docMkLst>
        <pc:docMk/>
      </pc:docMkLst>
      <pc:sldChg chg="modSp">
        <pc:chgData name="Olga Dzhurylo" userId="S::olga.dzhurylo@gigacloud.ua::13d52cbe-a7e1-41cf-b6af-4aeff943d513" providerId="AD" clId="Web-{1FE3034A-A9DB-C1DE-823B-43957557A6E6}" dt="2026-08-19T09:53:23.886" v="1" actId="20577"/>
        <pc:sldMkLst>
          <pc:docMk/>
          <pc:sldMk cId="0" sldId="2129"/>
        </pc:sldMkLst>
        <pc:spChg chg="mod">
          <ac:chgData name="Olga Dzhurylo" userId="S::olga.dzhurylo@gigacloud.ua::13d52cbe-a7e1-41cf-b6af-4aeff943d513" providerId="AD" clId="Web-{1FE3034A-A9DB-C1DE-823B-43957557A6E6}" dt="2026-08-19T09:53:23.886" v="1" actId="20577"/>
          <ac:spMkLst>
            <pc:docMk/>
            <pc:sldMk cId="0" sldId="2129"/>
            <ac:spMk id="4" creationId="{00000000-0000-0000-0000-000000000000}"/>
          </ac:spMkLst>
        </pc:spChg>
      </pc:sldChg>
    </pc:docChg>
  </pc:docChgLst>
  <pc:docChgLst>
    <pc:chgData name="Olga Dzhurylo" userId="S::olga.dzhurylo@gigacloud.ua::13d52cbe-a7e1-41cf-b6af-4aeff943d513" providerId="AD" clId="Web-{7F885872-6AEE-3415-FAC0-DBBD9DDE6008}"/>
    <pc:docChg chg="addSld delSld modSld modSection">
      <pc:chgData name="Olga Dzhurylo" userId="S::olga.dzhurylo@gigacloud.ua::13d52cbe-a7e1-41cf-b6af-4aeff943d513" providerId="AD" clId="Web-{7F885872-6AEE-3415-FAC0-DBBD9DDE6008}" dt="2026-08-03T11:32:14.767" v="50"/>
      <pc:docMkLst>
        <pc:docMk/>
      </pc:docMkLst>
    </pc:docChg>
  </pc:docChgLst>
  <pc:docChgLst>
    <pc:chgData name="Olga Dzhurylo" userId="S::olga.dzhurylo@gigacloud.ua::13d52cbe-a7e1-41cf-b6af-4aeff943d513" providerId="AD" clId="Web-{085EDD6C-6A67-F3FF-6C88-452272B34A92}"/>
    <pc:docChg chg="modSld">
      <pc:chgData name="Olga Dzhurylo" userId="S::olga.dzhurylo@gigacloud.ua::13d52cbe-a7e1-41cf-b6af-4aeff943d513" providerId="AD" clId="Web-{085EDD6C-6A67-F3FF-6C88-452272B34A92}" dt="2026-08-10T12:09:38.856" v="27" actId="20577"/>
      <pc:docMkLst>
        <pc:docMk/>
      </pc:docMkLst>
      <pc:sldChg chg="modSp">
        <pc:chgData name="Olga Dzhurylo" userId="S::olga.dzhurylo@gigacloud.ua::13d52cbe-a7e1-41cf-b6af-4aeff943d513" providerId="AD" clId="Web-{085EDD6C-6A67-F3FF-6C88-452272B34A92}" dt="2026-08-10T12:09:38.856" v="27" actId="20577"/>
        <pc:sldMkLst>
          <pc:docMk/>
          <pc:sldMk cId="2955025151" sldId="2176"/>
        </pc:sldMkLst>
        <pc:spChg chg="mod">
          <ac:chgData name="Olga Dzhurylo" userId="S::olga.dzhurylo@gigacloud.ua::13d52cbe-a7e1-41cf-b6af-4aeff943d513" providerId="AD" clId="Web-{085EDD6C-6A67-F3FF-6C88-452272B34A92}" dt="2026-08-10T12:08:13.150" v="0" actId="20577"/>
          <ac:spMkLst>
            <pc:docMk/>
            <pc:sldMk cId="2955025151" sldId="2176"/>
            <ac:spMk id="3" creationId="{0BE1B11E-22CD-7AB0-3EF0-AB27F9C97AAA}"/>
          </ac:spMkLst>
        </pc:spChg>
        <pc:spChg chg="mod">
          <ac:chgData name="Olga Dzhurylo" userId="S::olga.dzhurylo@gigacloud.ua::13d52cbe-a7e1-41cf-b6af-4aeff943d513" providerId="AD" clId="Web-{085EDD6C-6A67-F3FF-6C88-452272B34A92}" dt="2026-08-10T12:09:38.856" v="27" actId="20577"/>
          <ac:spMkLst>
            <pc:docMk/>
            <pc:sldMk cId="2955025151" sldId="2176"/>
            <ac:spMk id="5" creationId="{EB450857-78DD-7371-DC76-877EE4A921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58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6DDC-DCF5-E17A-D152-E46324A8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ECC75-1712-EEE2-1808-C36D9FA6B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E0BFE-B85A-BEB9-FF31-AFB1D375F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e-Ukraine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44878-FC4F-2FF2-28E9-422B9665E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-Ukraine" pitchFamily="2" charset="77"/>
              </a:rPr>
              <a:t>2</a:t>
            </a:fld>
            <a:endParaRPr lang="en-US">
              <a:latin typeface="e-Ukrain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6061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25B2-8B52-835D-40F3-DD486E50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20989-E855-1C12-53CE-8C0612191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F0C7C-AF35-BC3E-AE8A-BD09B11A7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e-Ukraine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F3719-536D-501F-1B5B-ACF3612C1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-Ukraine" pitchFamily="2" charset="77"/>
              </a:rPr>
              <a:t>3</a:t>
            </a:fld>
            <a:endParaRPr lang="en-US">
              <a:latin typeface="e-Ukrain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75439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5DB78-E9A6-6256-50FD-9952FDA7B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953F1-70B5-2316-C919-BE4ED69CC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C972F-4DD6-9289-B0B3-C57CE4968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e-Ukraine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F2C5B-4494-95E5-BCAB-EC48AAD912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-Ukraine" pitchFamily="2" charset="77"/>
              </a:rPr>
              <a:t>4</a:t>
            </a:fld>
            <a:endParaRPr lang="en-US">
              <a:latin typeface="e-Ukrain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47120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A13A-8759-5236-6CD9-191BE4E8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4F44E-654B-876E-C612-6491A46E7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55A5C-52C7-E7DD-5A91-FD31DCE87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e-Ukraine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56D91-B89A-786D-3EF2-E8B9BB3CF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-Ukraine" pitchFamily="2" charset="77"/>
              </a:rPr>
              <a:t>5</a:t>
            </a:fld>
            <a:endParaRPr lang="en-US">
              <a:latin typeface="e-Ukrain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9220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995D-225A-4AFF-796C-94DF37E0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8C20A-8D01-EE25-C786-422F1535A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20B0-B058-3FF5-6124-24CC8E2BB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e-Ukraine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81A00-EC2B-8266-0D30-F9D95A75C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e-Ukraine" pitchFamily="2" charset="77"/>
              </a:rPr>
              <a:t>6</a:t>
            </a:fld>
            <a:endParaRPr lang="en-US">
              <a:latin typeface="e-Ukrain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03353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svg"/><Relationship Id="rId3" Type="http://schemas.microsoft.com/office/2007/relationships/hdphoto" Target="../media/hdphoto1.wdp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cloud 001 logomar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E007257A-37D3-5289-1E6E-3A62E6E57DC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9269" y="894"/>
            <a:ext cx="18554606" cy="13714214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C879E975-3D90-54DC-6565-C59974B71D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5267" y="457200"/>
            <a:ext cx="14225778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DE44695-D98C-5541-0343-5E136333A76C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6B93EDB8-91ED-C664-7BFB-F14A2B30616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856E2691-5A40-8B4B-DCB7-37E8DB246F1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514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2 logomar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0AF73D9D-4608-A777-9F76-17570DF797C9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6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DE44695-D98C-5541-0343-5E136333A76C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6B93EDB8-91ED-C664-7BFB-F14A2B30616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856E2691-5A40-8B4B-DCB7-37E8DB246F1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740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3 logomar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loud on a black background&#10;&#10;Description automatically generated">
            <a:extLst>
              <a:ext uri="{FF2B5EF4-FFF2-40B4-BE49-F238E27FC236}">
                <a16:creationId xmlns:a16="http://schemas.microsoft.com/office/drawing/2014/main" id="{05A9DBE1-A2D0-615D-3356-A66F7F7588CC}"/>
              </a:ext>
            </a:extLst>
          </p:cNvPr>
          <p:cNvPicPr/>
          <p:nvPr userDrawn="1"/>
        </p:nvPicPr>
        <p:blipFill>
          <a:blip r:embed="rId2">
            <a:alphaModFix amt="4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54784">
            <a:off x="5989627" y="-2955346"/>
            <a:ext cx="24923273" cy="2492327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668151C-6BFE-6EFD-2AE3-09E682425B28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9" name="Image 2" descr=" ">
              <a:extLst>
                <a:ext uri="{FF2B5EF4-FFF2-40B4-BE49-F238E27FC236}">
                  <a16:creationId xmlns:a16="http://schemas.microsoft.com/office/drawing/2014/main" id="{036E9C23-4817-5B6F-7540-8ABEFA90E35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10" name="Image 3" descr=" ">
              <a:extLst>
                <a:ext uri="{FF2B5EF4-FFF2-40B4-BE49-F238E27FC236}">
                  <a16:creationId xmlns:a16="http://schemas.microsoft.com/office/drawing/2014/main" id="{CD24F111-B265-821F-BA66-82E3EE5B3368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3467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ud 001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529ACF-0936-B496-9E9C-324EAB59400D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23" name="Image 2" descr=" ">
              <a:extLst>
                <a:ext uri="{FF2B5EF4-FFF2-40B4-BE49-F238E27FC236}">
                  <a16:creationId xmlns:a16="http://schemas.microsoft.com/office/drawing/2014/main" id="{A538C3DA-C482-B9F0-E813-2712142CE170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24" name="Image 3" descr=" ">
              <a:extLst>
                <a:ext uri="{FF2B5EF4-FFF2-40B4-BE49-F238E27FC236}">
                  <a16:creationId xmlns:a16="http://schemas.microsoft.com/office/drawing/2014/main" id="{050C4D38-9856-6FA2-BF9B-C1FA1BED77E0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25" name="Image 4" descr=" ">
              <a:extLst>
                <a:ext uri="{FF2B5EF4-FFF2-40B4-BE49-F238E27FC236}">
                  <a16:creationId xmlns:a16="http://schemas.microsoft.com/office/drawing/2014/main" id="{6003CDCA-7154-5625-8F3A-C1C48A8C2C6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26" name="Image 5" descr=" ">
              <a:extLst>
                <a:ext uri="{FF2B5EF4-FFF2-40B4-BE49-F238E27FC236}">
                  <a16:creationId xmlns:a16="http://schemas.microsoft.com/office/drawing/2014/main" id="{83357103-62EA-FB5F-805F-A8F84F9AC56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27" name="Image 6" descr=" ">
              <a:extLst>
                <a:ext uri="{FF2B5EF4-FFF2-40B4-BE49-F238E27FC236}">
                  <a16:creationId xmlns:a16="http://schemas.microsoft.com/office/drawing/2014/main" id="{E1CBE81D-6085-AC62-7487-F9397055A4D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28" name="Image 7" descr=" ">
              <a:extLst>
                <a:ext uri="{FF2B5EF4-FFF2-40B4-BE49-F238E27FC236}">
                  <a16:creationId xmlns:a16="http://schemas.microsoft.com/office/drawing/2014/main" id="{0FAF53DA-FFEB-67C3-FBFC-4488C80C2F0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29" name="Image 8" descr=" ">
              <a:extLst>
                <a:ext uri="{FF2B5EF4-FFF2-40B4-BE49-F238E27FC236}">
                  <a16:creationId xmlns:a16="http://schemas.microsoft.com/office/drawing/2014/main" id="{E6C28C05-187D-9831-EAD9-CB982124EC2D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30" name="Image 9" descr=" ">
              <a:extLst>
                <a:ext uri="{FF2B5EF4-FFF2-40B4-BE49-F238E27FC236}">
                  <a16:creationId xmlns:a16="http://schemas.microsoft.com/office/drawing/2014/main" id="{84A82E41-924A-6F39-4E7A-A49C764A71A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31" name="Image 10" descr=" ">
              <a:extLst>
                <a:ext uri="{FF2B5EF4-FFF2-40B4-BE49-F238E27FC236}">
                  <a16:creationId xmlns:a16="http://schemas.microsoft.com/office/drawing/2014/main" id="{6E350E90-437B-426C-A1C7-A4E3A083E6E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32" name="Image 11" descr=" ">
              <a:extLst>
                <a:ext uri="{FF2B5EF4-FFF2-40B4-BE49-F238E27FC236}">
                  <a16:creationId xmlns:a16="http://schemas.microsoft.com/office/drawing/2014/main" id="{0554A386-61A1-F9FF-414E-A8F1142C442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  <p:pic>
        <p:nvPicPr>
          <p:cNvPr id="33" name="Image 0" descr=" ">
            <a:extLst>
              <a:ext uri="{FF2B5EF4-FFF2-40B4-BE49-F238E27FC236}">
                <a16:creationId xmlns:a16="http://schemas.microsoft.com/office/drawing/2014/main" id="{67672AD7-A110-F415-4C16-C694D85AAC0F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29269" y="894"/>
            <a:ext cx="18554606" cy="13714214"/>
          </a:xfrm>
          <a:prstGeom prst="rect">
            <a:avLst/>
          </a:prstGeom>
        </p:spPr>
      </p:pic>
      <p:pic>
        <p:nvPicPr>
          <p:cNvPr id="34" name="Image 1" descr=" ">
            <a:extLst>
              <a:ext uri="{FF2B5EF4-FFF2-40B4-BE49-F238E27FC236}">
                <a16:creationId xmlns:a16="http://schemas.microsoft.com/office/drawing/2014/main" id="{77F71496-092F-BBCB-531E-FF92268B49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35267" y="0"/>
            <a:ext cx="14225778" cy="137160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2 logo">
    <p:bg>
      <p:bgPr>
        <a:solidFill>
          <a:schemeClr val="bg1">
            <a:alpha val="67000"/>
          </a:schemeClr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 ">
            <a:extLst>
              <a:ext uri="{FF2B5EF4-FFF2-40B4-BE49-F238E27FC236}">
                <a16:creationId xmlns:a16="http://schemas.microsoft.com/office/drawing/2014/main" id="{E01B50F5-5E4C-8FCA-D5B2-037F63E519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CB9F28-A4E7-7A30-9295-045DE06BC129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6" name="Image 2" descr=" ">
              <a:extLst>
                <a:ext uri="{FF2B5EF4-FFF2-40B4-BE49-F238E27FC236}">
                  <a16:creationId xmlns:a16="http://schemas.microsoft.com/office/drawing/2014/main" id="{AAAD6ABD-F54A-58EC-0F7B-0795F7D46E4A}"/>
                </a:ext>
              </a:extLst>
            </p:cNvPr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7" name="Image 3" descr=" ">
              <a:extLst>
                <a:ext uri="{FF2B5EF4-FFF2-40B4-BE49-F238E27FC236}">
                  <a16:creationId xmlns:a16="http://schemas.microsoft.com/office/drawing/2014/main" id="{ECD56FDF-A37F-4D0E-0C28-599C820C0BC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8" name="Image 4" descr=" ">
              <a:extLst>
                <a:ext uri="{FF2B5EF4-FFF2-40B4-BE49-F238E27FC236}">
                  <a16:creationId xmlns:a16="http://schemas.microsoft.com/office/drawing/2014/main" id="{443B842B-25AB-5098-BAFA-98B166B944E7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9" name="Image 5" descr=" ">
              <a:extLst>
                <a:ext uri="{FF2B5EF4-FFF2-40B4-BE49-F238E27FC236}">
                  <a16:creationId xmlns:a16="http://schemas.microsoft.com/office/drawing/2014/main" id="{91D7C0C0-D83D-E948-8353-4DEE7A8D974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10" name="Image 6" descr=" ">
              <a:extLst>
                <a:ext uri="{FF2B5EF4-FFF2-40B4-BE49-F238E27FC236}">
                  <a16:creationId xmlns:a16="http://schemas.microsoft.com/office/drawing/2014/main" id="{AF3C9983-2905-180A-DD9F-E077DCD5624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11" name="Image 7" descr=" ">
              <a:extLst>
                <a:ext uri="{FF2B5EF4-FFF2-40B4-BE49-F238E27FC236}">
                  <a16:creationId xmlns:a16="http://schemas.microsoft.com/office/drawing/2014/main" id="{EACC2340-9024-0C2A-F2B4-09133FA97E4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12" name="Image 8" descr=" ">
              <a:extLst>
                <a:ext uri="{FF2B5EF4-FFF2-40B4-BE49-F238E27FC236}">
                  <a16:creationId xmlns:a16="http://schemas.microsoft.com/office/drawing/2014/main" id="{074A264C-05C7-ACBF-901A-698266270D3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13" name="Image 9" descr=" ">
              <a:extLst>
                <a:ext uri="{FF2B5EF4-FFF2-40B4-BE49-F238E27FC236}">
                  <a16:creationId xmlns:a16="http://schemas.microsoft.com/office/drawing/2014/main" id="{7546BEF7-1BF9-6E8E-4168-8A1C5E5D070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14" name="Image 10" descr=" ">
              <a:extLst>
                <a:ext uri="{FF2B5EF4-FFF2-40B4-BE49-F238E27FC236}">
                  <a16:creationId xmlns:a16="http://schemas.microsoft.com/office/drawing/2014/main" id="{D316F104-75B9-2BA7-6258-4ADCC60CA44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15" name="Image 11" descr=" ">
              <a:extLst>
                <a:ext uri="{FF2B5EF4-FFF2-40B4-BE49-F238E27FC236}">
                  <a16:creationId xmlns:a16="http://schemas.microsoft.com/office/drawing/2014/main" id="{78E29749-3534-9C66-CF32-FB0D03CAB98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467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3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loud on a black background&#10;&#10;Description automatically generated">
            <a:extLst>
              <a:ext uri="{FF2B5EF4-FFF2-40B4-BE49-F238E27FC236}">
                <a16:creationId xmlns:a16="http://schemas.microsoft.com/office/drawing/2014/main" id="{05A9DBE1-A2D0-615D-3356-A66F7F7588CC}"/>
              </a:ext>
            </a:extLst>
          </p:cNvPr>
          <p:cNvPicPr/>
          <p:nvPr userDrawn="1"/>
        </p:nvPicPr>
        <p:blipFill>
          <a:blip r:embed="rId2">
            <a:alphaModFix amt="4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54784">
            <a:off x="5989627" y="-2955346"/>
            <a:ext cx="24923273" cy="2492327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94BA8A8-FD06-B96C-2F2D-78D58320D01F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4" name="Image 2" descr=" ">
              <a:extLst>
                <a:ext uri="{FF2B5EF4-FFF2-40B4-BE49-F238E27FC236}">
                  <a16:creationId xmlns:a16="http://schemas.microsoft.com/office/drawing/2014/main" id="{24129047-BEE5-129F-9F2B-910FB7777FB1}"/>
                </a:ext>
              </a:extLst>
            </p:cNvPr>
            <p:cNvPicPr/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5" name="Image 3" descr=" ">
              <a:extLst>
                <a:ext uri="{FF2B5EF4-FFF2-40B4-BE49-F238E27FC236}">
                  <a16:creationId xmlns:a16="http://schemas.microsoft.com/office/drawing/2014/main" id="{4970D349-2489-D6D9-C4DB-CA21B2019D9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6" name="Image 4" descr=" ">
              <a:extLst>
                <a:ext uri="{FF2B5EF4-FFF2-40B4-BE49-F238E27FC236}">
                  <a16:creationId xmlns:a16="http://schemas.microsoft.com/office/drawing/2014/main" id="{506D0A6D-252C-3986-3D37-922C9E3945D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7" name="Image 5" descr=" ">
              <a:extLst>
                <a:ext uri="{FF2B5EF4-FFF2-40B4-BE49-F238E27FC236}">
                  <a16:creationId xmlns:a16="http://schemas.microsoft.com/office/drawing/2014/main" id="{FA5B8367-FD47-F9AD-D69A-1082E507955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8" name="Image 6" descr=" ">
              <a:extLst>
                <a:ext uri="{FF2B5EF4-FFF2-40B4-BE49-F238E27FC236}">
                  <a16:creationId xmlns:a16="http://schemas.microsoft.com/office/drawing/2014/main" id="{53DD5FA6-2BF7-A84C-E26E-31AAFE07E223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9" name="Image 7" descr=" ">
              <a:extLst>
                <a:ext uri="{FF2B5EF4-FFF2-40B4-BE49-F238E27FC236}">
                  <a16:creationId xmlns:a16="http://schemas.microsoft.com/office/drawing/2014/main" id="{E7F76F3E-7ECB-08F1-B88B-5AC9FF64928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10" name="Image 8" descr=" ">
              <a:extLst>
                <a:ext uri="{FF2B5EF4-FFF2-40B4-BE49-F238E27FC236}">
                  <a16:creationId xmlns:a16="http://schemas.microsoft.com/office/drawing/2014/main" id="{23C1B03F-71FB-E293-B8B2-8BD73D49F0D2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11" name="Image 9" descr=" ">
              <a:extLst>
                <a:ext uri="{FF2B5EF4-FFF2-40B4-BE49-F238E27FC236}">
                  <a16:creationId xmlns:a16="http://schemas.microsoft.com/office/drawing/2014/main" id="{98CEBCF6-C88E-886F-E486-C7B86A2E9FC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12" name="Image 10" descr=" ">
              <a:extLst>
                <a:ext uri="{FF2B5EF4-FFF2-40B4-BE49-F238E27FC236}">
                  <a16:creationId xmlns:a16="http://schemas.microsoft.com/office/drawing/2014/main" id="{FB1CB0D2-5FF7-3B29-7294-65796AF49A5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13" name="Image 11" descr=" ">
              <a:extLst>
                <a:ext uri="{FF2B5EF4-FFF2-40B4-BE49-F238E27FC236}">
                  <a16:creationId xmlns:a16="http://schemas.microsoft.com/office/drawing/2014/main" id="{5EC0F669-933F-D8C9-A832-800FDB53E5B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091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1 without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36318F4C-EACE-A4F7-FFF2-83AB4C30FA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5267" y="0"/>
            <a:ext cx="14225778" cy="13716000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4FDD332F-F66C-CE49-FF31-D0F9C1662B7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9269" y="894"/>
            <a:ext cx="18554606" cy="13714214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70E7B852-4439-4941-6F15-CF236F044A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7667" y="-5255"/>
            <a:ext cx="1422577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21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2 without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A145C291-BDA6-629E-1A75-ED460067AB3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6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80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 userDrawn="1">
          <p15:clr>
            <a:srgbClr val="FBAE40"/>
          </p15:clr>
        </p15:guide>
        <p15:guide id="2" pos="7681" userDrawn="1">
          <p15:clr>
            <a:srgbClr val="FBAE40"/>
          </p15:clr>
        </p15:guide>
        <p15:guide id="3" pos="1285" userDrawn="1">
          <p15:clr>
            <a:srgbClr val="FBAE40"/>
          </p15:clr>
        </p15:guide>
        <p15:guide id="4" pos="14031" userDrawn="1">
          <p15:clr>
            <a:srgbClr val="FBAE40"/>
          </p15:clr>
        </p15:guide>
        <p15:guide id="5" orient="horz" pos="873" userDrawn="1">
          <p15:clr>
            <a:srgbClr val="FBAE40"/>
          </p15:clr>
        </p15:guide>
        <p15:guide id="6" orient="horz" pos="1689" userDrawn="1">
          <p15:clr>
            <a:srgbClr val="FBAE40"/>
          </p15:clr>
        </p15:guide>
        <p15:guide id="7" orient="horz" pos="2075" userDrawn="1">
          <p15:clr>
            <a:srgbClr val="FBAE40"/>
          </p15:clr>
        </p15:guide>
        <p15:guide id="8" orient="horz" pos="6724" userDrawn="1">
          <p15:clr>
            <a:srgbClr val="FBAE40"/>
          </p15:clr>
        </p15:guide>
        <p15:guide id="9" orient="horz" pos="722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3 without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loud on a black background&#10;&#10;Description automatically generated">
            <a:extLst>
              <a:ext uri="{FF2B5EF4-FFF2-40B4-BE49-F238E27FC236}">
                <a16:creationId xmlns:a16="http://schemas.microsoft.com/office/drawing/2014/main" id="{05A9DBE1-A2D0-615D-3356-A66F7F7588CC}"/>
              </a:ext>
            </a:extLst>
          </p:cNvPr>
          <p:cNvPicPr/>
          <p:nvPr userDrawn="1"/>
        </p:nvPicPr>
        <p:blipFill>
          <a:blip r:embed="rId2">
            <a:alphaModFix amt="4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54784">
            <a:off x="5989627" y="-2955346"/>
            <a:ext cx="24923273" cy="249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2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no cloud no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42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1_Пусто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DEF975-B36E-B2B6-F0D9-6C6464E1AD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89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1_Пусто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DEF975-B36E-B2B6-F0D9-6C6464E1AD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B153CD1-D259-D43C-27B8-659F652E4F41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43987BBE-AE9F-36DF-5771-B002F8D27047}"/>
                </a:ext>
              </a:extLst>
            </p:cNvPr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B5C4D819-6739-AFA5-5FC1-12D1AED6CAE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6" name="Image 4" descr=" ">
              <a:extLst>
                <a:ext uri="{FF2B5EF4-FFF2-40B4-BE49-F238E27FC236}">
                  <a16:creationId xmlns:a16="http://schemas.microsoft.com/office/drawing/2014/main" id="{0D637622-618F-613E-87E8-660308ECBCE1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7" name="Image 5" descr=" ">
              <a:extLst>
                <a:ext uri="{FF2B5EF4-FFF2-40B4-BE49-F238E27FC236}">
                  <a16:creationId xmlns:a16="http://schemas.microsoft.com/office/drawing/2014/main" id="{DAEE38B5-46D3-F2DF-14CD-E188A8694E3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8" name="Image 6" descr=" ">
              <a:extLst>
                <a:ext uri="{FF2B5EF4-FFF2-40B4-BE49-F238E27FC236}">
                  <a16:creationId xmlns:a16="http://schemas.microsoft.com/office/drawing/2014/main" id="{61F42E1D-C3A6-5B7F-76A2-0B7D12DDD8A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9" name="Image 7" descr=" ">
              <a:extLst>
                <a:ext uri="{FF2B5EF4-FFF2-40B4-BE49-F238E27FC236}">
                  <a16:creationId xmlns:a16="http://schemas.microsoft.com/office/drawing/2014/main" id="{D90BFC63-DFFE-2356-46B6-8DD013B4B7F2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10" name="Image 8" descr=" ">
              <a:extLst>
                <a:ext uri="{FF2B5EF4-FFF2-40B4-BE49-F238E27FC236}">
                  <a16:creationId xmlns:a16="http://schemas.microsoft.com/office/drawing/2014/main" id="{8844126F-54BB-1DB0-874C-D7A8E1BB3B3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11" name="Image 9" descr=" ">
              <a:extLst>
                <a:ext uri="{FF2B5EF4-FFF2-40B4-BE49-F238E27FC236}">
                  <a16:creationId xmlns:a16="http://schemas.microsoft.com/office/drawing/2014/main" id="{F7DFB06E-86A5-3BE8-AD78-4C19C5B61CC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12" name="Image 10" descr=" ">
              <a:extLst>
                <a:ext uri="{FF2B5EF4-FFF2-40B4-BE49-F238E27FC236}">
                  <a16:creationId xmlns:a16="http://schemas.microsoft.com/office/drawing/2014/main" id="{0BCBDF72-611A-8ADF-B4C5-67091D3504B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13" name="Image 11" descr=" ">
              <a:extLst>
                <a:ext uri="{FF2B5EF4-FFF2-40B4-BE49-F238E27FC236}">
                  <a16:creationId xmlns:a16="http://schemas.microsoft.com/office/drawing/2014/main" id="{DCB215E1-5B2E-C576-5A7B-49282BE5321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623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1_Пусто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DEF975-B36E-B2B6-F0D9-6C6464E1AD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1D046C4-9461-2DB8-7C0B-29615F1568F6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07A8961D-95DB-B715-F354-4B1E35ED6B18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2CF44DDA-4078-1856-82BA-19788F260E2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5596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999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3BBB2-FE41-6BAD-B530-7CA48A2B5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2E7599B-3928-6C45-4648-9EB846C7C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6D8B083-F00F-2BC6-DF2C-5057A5F8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A598-96D9-4E79-B8C6-DD11EF328E82}" type="datetimeFigureOut">
              <a:rPr lang="uk-UA" smtClean="0"/>
              <a:t>19.08.2026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7F7393A-7470-7B4A-EA1E-82AC74F9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BB967D9-BE15-F127-35B9-BD91100B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98AF-3DA2-4FC5-8481-7A59CED0FA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71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8" r:id="rId3"/>
    <p:sldLayoutId id="2147483649" r:id="rId4"/>
    <p:sldLayoutId id="2147483655" r:id="rId5"/>
    <p:sldLayoutId id="2147483660" r:id="rId6"/>
    <p:sldLayoutId id="2147483657" r:id="rId7"/>
    <p:sldLayoutId id="2147483656" r:id="rId8"/>
    <p:sldLayoutId id="2147483659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  <p15:guide id="3" orient="horz" pos="873" userDrawn="1">
          <p15:clr>
            <a:srgbClr val="F26B43"/>
          </p15:clr>
        </p15:guide>
        <p15:guide id="4" orient="horz" pos="1689" userDrawn="1">
          <p15:clr>
            <a:srgbClr val="F26B43"/>
          </p15:clr>
        </p15:guide>
        <p15:guide id="5" orient="horz" pos="2120" userDrawn="1">
          <p15:clr>
            <a:srgbClr val="F26B43"/>
          </p15:clr>
        </p15:guide>
        <p15:guide id="6" orient="horz" pos="6701" userDrawn="1">
          <p15:clr>
            <a:srgbClr val="F26B43"/>
          </p15:clr>
        </p15:guide>
        <p15:guide id="7" orient="horz" pos="7200" userDrawn="1">
          <p15:clr>
            <a:srgbClr val="F26B43"/>
          </p15:clr>
        </p15:guide>
        <p15:guide id="8" pos="1285" userDrawn="1">
          <p15:clr>
            <a:srgbClr val="F26B43"/>
          </p15:clr>
        </p15:guide>
        <p15:guide id="9" pos="140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19552" y="4432300"/>
            <a:ext cx="16664483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00"/>
              </a:lnSpc>
            </a:pPr>
            <a:r>
              <a:rPr lang="en-US" sz="9000">
                <a:solidFill>
                  <a:srgbClr val="C00000"/>
                </a:solidFill>
                <a:latin typeface="e-Ukraine Bold"/>
              </a:rPr>
              <a:t>HR Committee</a:t>
            </a:r>
            <a:endParaRPr lang="en-US" sz="9000" err="1">
              <a:solidFill>
                <a:srgbClr val="C00000"/>
              </a:solidFill>
              <a:latin typeface="e-Ukraine Bold" pitchFamily="34" charset="0"/>
            </a:endParaRPr>
          </a:p>
          <a:p>
            <a:pPr>
              <a:lnSpc>
                <a:spcPts val="4200"/>
              </a:lnSpc>
              <a:spcBef>
                <a:spcPts val="2400"/>
              </a:spcBef>
            </a:pPr>
            <a:r>
              <a:rPr lang="uk-UA" sz="3200">
                <a:solidFill>
                  <a:srgbClr val="101010">
                    <a:alpha val="100000"/>
                  </a:srgbClr>
                </a:solidFill>
                <a:latin typeface="e-Ukraine Bold"/>
              </a:rPr>
              <a:t>Перша зустріч комітету з людських ресурсів</a:t>
            </a:r>
            <a:endParaRPr lang="uk-UA" sz="3200">
              <a:solidFill>
                <a:srgbClr val="101010">
                  <a:alpha val="100000"/>
                </a:srgbClr>
              </a:solidFill>
              <a:latin typeface="e-Ukraine Bold" pitchFamily="34" charset="0"/>
            </a:endParaRPr>
          </a:p>
          <a:p>
            <a:pPr>
              <a:lnSpc>
                <a:spcPts val="3000"/>
              </a:lnSpc>
              <a:spcBef>
                <a:spcPts val="1800"/>
              </a:spcBef>
            </a:pPr>
            <a:r>
              <a:rPr lang="en-US" sz="2200">
                <a:solidFill>
                  <a:srgbClr val="101010">
                    <a:alpha val="100000"/>
                  </a:srgbClr>
                </a:solidFill>
                <a:latin typeface="e-Ukraine Bold"/>
              </a:rPr>
              <a:t>19 серпня 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622C-E7AE-940C-6629-32EEBDFA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BE1B11E-22CD-7AB0-3EF0-AB27F9C97AAA}"/>
              </a:ext>
            </a:extLst>
          </p:cNvPr>
          <p:cNvSpPr/>
          <p:nvPr/>
        </p:nvSpPr>
        <p:spPr>
          <a:xfrm>
            <a:off x="1958002" y="1131278"/>
            <a:ext cx="20932216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0">
                <a:solidFill>
                  <a:srgbClr val="101010">
                    <a:alpha val="100000"/>
                  </a:srgbClr>
                </a:solidFill>
                <a:latin typeface="e-Ukraine Bold"/>
              </a:rPr>
              <a:t>HR Committee — Purpose</a:t>
            </a:r>
            <a:endParaRPr lang="uk-UA" sz="9600">
              <a:solidFill>
                <a:srgbClr val="101010">
                  <a:alpha val="100000"/>
                </a:srgbClr>
              </a:solidFill>
              <a:latin typeface="e-Ukraine Bold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B450857-78DD-7371-DC76-877EE4A921B9}"/>
              </a:ext>
            </a:extLst>
          </p:cNvPr>
          <p:cNvSpPr/>
          <p:nvPr/>
        </p:nvSpPr>
        <p:spPr>
          <a:xfrm>
            <a:off x="1956884" y="4479589"/>
            <a:ext cx="18006414" cy="321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800" b="1">
                <a:latin typeface="e-Ukraine Light"/>
              </a:rPr>
              <a:t>С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воєчасно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виявляти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та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управляти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people-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ризиками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,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які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можуть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впливати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на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бізнес-результат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.</a:t>
            </a:r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CA253C6-AC42-04C5-A0B4-A3AAED842BAA}"/>
              </a:ext>
            </a:extLst>
          </p:cNvPr>
          <p:cNvSpPr/>
          <p:nvPr/>
        </p:nvSpPr>
        <p:spPr>
          <a:xfrm>
            <a:off x="1956837" y="3431717"/>
            <a:ext cx="7108313" cy="7663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4000" err="1">
                <a:solidFill>
                  <a:srgbClr val="C00000"/>
                </a:solidFill>
                <a:latin typeface="e-Ukraine Bold"/>
              </a:rPr>
              <a:t>Мета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E5E39-5419-BC8B-22F1-D3A77513B91D}"/>
              </a:ext>
            </a:extLst>
          </p:cNvPr>
          <p:cNvSpPr txBox="1"/>
          <p:nvPr/>
        </p:nvSpPr>
        <p:spPr>
          <a:xfrm>
            <a:off x="1954640" y="6858000"/>
            <a:ext cx="12193587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err="1">
                <a:solidFill>
                  <a:srgbClr val="101010"/>
                </a:solidFill>
                <a:latin typeface="e-Ukraine Light"/>
              </a:rPr>
              <a:t>кадрові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ризики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та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critical roles </a:t>
            </a:r>
            <a:endParaRPr lang="uk-UA" sz="2800">
              <a:solidFill>
                <a:srgbClr val="101010"/>
              </a:solidFill>
              <a:latin typeface="e-Ukraine Light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101010"/>
                </a:solidFill>
                <a:latin typeface="e-Ukraine Light"/>
              </a:rPr>
              <a:t>retention &amp; motivation </a:t>
            </a: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101010"/>
                </a:solidFill>
                <a:latin typeface="e-Ukraine Light"/>
              </a:rPr>
              <a:t>succession &amp; talent development</a:t>
            </a: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101010"/>
                </a:solidFill>
                <a:latin typeface="e-Ukraine Light"/>
              </a:rPr>
              <a:t>organizational changes,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бронювання</a:t>
            </a:r>
            <a:endParaRPr lang="en-US" sz="2800">
              <a:solidFill>
                <a:srgbClr val="101010"/>
              </a:solidFill>
              <a:latin typeface="e-Ukraine Light"/>
            </a:endParaRPr>
          </a:p>
          <a:p>
            <a:pPr marL="457200" indent="-457200">
              <a:buFont typeface="Arial"/>
              <a:buChar char="•"/>
            </a:pPr>
            <a:r>
              <a:rPr lang="en-US" sz="2800" err="1">
                <a:solidFill>
                  <a:srgbClr val="101010"/>
                </a:solidFill>
                <a:latin typeface="e-Ukraine Light"/>
              </a:rPr>
              <a:t>ключові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HR-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метрики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та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системні</a:t>
            </a:r>
            <a:r>
              <a:rPr lang="en-US" sz="2800">
                <a:solidFill>
                  <a:srgbClr val="101010"/>
                </a:solidFill>
                <a:latin typeface="e-Ukraine Light"/>
              </a:rPr>
              <a:t> people-</a:t>
            </a:r>
            <a:r>
              <a:rPr lang="en-US" sz="2800" err="1">
                <a:solidFill>
                  <a:srgbClr val="101010"/>
                </a:solidFill>
                <a:latin typeface="e-Ukraine Light"/>
              </a:rPr>
              <a:t>рішення</a:t>
            </a:r>
            <a:endParaRPr lang="en-US" sz="2800">
              <a:solidFill>
                <a:srgbClr val="101010"/>
              </a:solidFill>
              <a:latin typeface="e-Ukraine Light"/>
            </a:endParaRPr>
          </a:p>
          <a:p>
            <a:pPr algn="ctr"/>
            <a:endParaRPr lang="uk-UA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8607077-3FB4-0B2A-A804-71C9B6FEC58F}"/>
              </a:ext>
            </a:extLst>
          </p:cNvPr>
          <p:cNvSpPr/>
          <p:nvPr/>
        </p:nvSpPr>
        <p:spPr>
          <a:xfrm>
            <a:off x="1956314" y="5698580"/>
            <a:ext cx="7108313" cy="7663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4000" err="1">
                <a:solidFill>
                  <a:srgbClr val="C00000"/>
                </a:solidFill>
                <a:latin typeface="e-Ukraine Bold"/>
              </a:rPr>
              <a:t>Фокус</a:t>
            </a:r>
          </a:p>
        </p:txBody>
      </p:sp>
    </p:spTree>
    <p:extLst>
      <p:ext uri="{BB962C8B-B14F-4D97-AF65-F5344CB8AC3E}">
        <p14:creationId xmlns:p14="http://schemas.microsoft.com/office/powerpoint/2010/main" val="295502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46F6-9A62-539C-670A-6A614E56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E684D4B-84F9-B7E3-CA43-035600DAAE1F}"/>
              </a:ext>
            </a:extLst>
          </p:cNvPr>
          <p:cNvSpPr/>
          <p:nvPr/>
        </p:nvSpPr>
        <p:spPr>
          <a:xfrm>
            <a:off x="1958002" y="1131278"/>
            <a:ext cx="20932216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8800">
                <a:solidFill>
                  <a:srgbClr val="101010">
                    <a:alpha val="100000"/>
                  </a:srgbClr>
                </a:solidFill>
                <a:latin typeface="e-Ukraine Bold"/>
              </a:rPr>
              <a:t>Що виносимо на HR Committee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2987FCA-69FC-CE30-B99C-0522013F4AB5}"/>
              </a:ext>
            </a:extLst>
          </p:cNvPr>
          <p:cNvSpPr/>
          <p:nvPr/>
        </p:nvSpPr>
        <p:spPr>
          <a:xfrm>
            <a:off x="2248180" y="2913430"/>
            <a:ext cx="8859754" cy="8404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uk-UA" sz="4000">
                <a:solidFill>
                  <a:srgbClr val="C00000"/>
                </a:solidFill>
                <a:latin typeface="e-Ukraine Bold"/>
              </a:rPr>
              <a:t>IN Committee: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248B2E8-5FBC-63CC-18C3-AD696BA8827C}"/>
              </a:ext>
            </a:extLst>
          </p:cNvPr>
          <p:cNvSpPr/>
          <p:nvPr/>
        </p:nvSpPr>
        <p:spPr>
          <a:xfrm>
            <a:off x="2008606" y="3955773"/>
            <a:ext cx="9514029" cy="4346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ризик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втрати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ключових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людей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endParaRPr lang="uk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critical competency gaps </a:t>
            </a:r>
            <a:endParaRPr lang="ru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succession / critical positions </a:t>
            </a:r>
            <a:endParaRPr lang="ru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системні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retention / engagement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проблеми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endParaRPr lang="ru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організаційні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зміни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критичні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питання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бронювання</a:t>
            </a:r>
            <a:endParaRPr lang="ru-UA" sz="2400" err="1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people-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ризики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для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виконання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business plan </a:t>
            </a:r>
            <a:endParaRPr lang="ru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питання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,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що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потребують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C-level decision / alignment</a:t>
            </a:r>
            <a:endParaRPr lang="ru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ru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AC3F0512-27D6-D34D-A593-93286AAB76AC}"/>
              </a:ext>
            </a:extLst>
          </p:cNvPr>
          <p:cNvSpPr/>
          <p:nvPr/>
        </p:nvSpPr>
        <p:spPr>
          <a:xfrm>
            <a:off x="12976666" y="3001955"/>
            <a:ext cx="8859754" cy="8404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uk-UA" sz="4000">
                <a:solidFill>
                  <a:srgbClr val="C00000"/>
                </a:solidFill>
                <a:latin typeface="e-Ukraine Bold"/>
              </a:rPr>
              <a:t>OUT Operational HR: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61B70D1-2F47-8E01-2F4A-B0AF698E3B57}"/>
              </a:ext>
            </a:extLst>
          </p:cNvPr>
          <p:cNvSpPr/>
          <p:nvPr/>
        </p:nvSpPr>
        <p:spPr>
          <a:xfrm>
            <a:off x="12977813" y="4069627"/>
            <a:ext cx="9514029" cy="4346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індивідуальні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адміністративні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питання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endParaRPr lang="uk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стандартні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hiring / vacation / payroll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кейси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endParaRPr lang="ru-UA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питання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,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які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може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вирішити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HR + manager </a:t>
            </a:r>
          </a:p>
          <a:p>
            <a:pPr marL="342900" indent="-342900">
              <a:buFont typeface="Arial"/>
              <a:buChar char="•"/>
            </a:pP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інформаційні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питання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без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необхідності</a:t>
            </a:r>
            <a:r>
              <a:rPr lang="en-US" sz="2400">
                <a:solidFill>
                  <a:srgbClr val="101010">
                    <a:alpha val="100000"/>
                  </a:srgbClr>
                </a:solidFill>
                <a:latin typeface="e-Ukraine Light"/>
              </a:rPr>
              <a:t> </a:t>
            </a:r>
            <a:r>
              <a:rPr lang="en-US" sz="2400" err="1">
                <a:solidFill>
                  <a:srgbClr val="101010">
                    <a:alpha val="100000"/>
                  </a:srgbClr>
                </a:solidFill>
                <a:latin typeface="e-Ukraine Light"/>
              </a:rPr>
              <a:t>рішення</a:t>
            </a:r>
            <a:endParaRPr lang="ru-UA" sz="2400" err="1">
              <a:solidFill>
                <a:srgbClr val="101010">
                  <a:alpha val="100000"/>
                </a:srgbClr>
              </a:solidFill>
              <a:latin typeface="e-Ukraine Light"/>
            </a:endParaRPr>
          </a:p>
          <a:p>
            <a:pPr marL="342900" lvl="0" indent="-342900">
              <a:buFont typeface="Arial"/>
              <a:buChar char="•"/>
            </a:pPr>
            <a:endParaRPr lang="en-US" sz="2400">
              <a:solidFill>
                <a:srgbClr val="101010">
                  <a:alpha val="100000"/>
                </a:srgbClr>
              </a:solidFill>
              <a:latin typeface="e-Ukraine Light"/>
            </a:endParaRPr>
          </a:p>
        </p:txBody>
      </p:sp>
    </p:spTree>
    <p:extLst>
      <p:ext uri="{BB962C8B-B14F-4D97-AF65-F5344CB8AC3E}">
        <p14:creationId xmlns:p14="http://schemas.microsoft.com/office/powerpoint/2010/main" val="274517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72A6C-F30D-E739-1CF7-7D6C131E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55EA369-C9F3-F30E-B96C-33FA64F4A87C}"/>
              </a:ext>
            </a:extLst>
          </p:cNvPr>
          <p:cNvSpPr/>
          <p:nvPr/>
        </p:nvSpPr>
        <p:spPr>
          <a:xfrm>
            <a:off x="1958002" y="1131278"/>
            <a:ext cx="20932216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0" err="1">
                <a:solidFill>
                  <a:srgbClr val="101010">
                    <a:alpha val="100000"/>
                  </a:srgbClr>
                </a:solidFill>
                <a:latin typeface="e-Ukraine Bold"/>
              </a:rPr>
              <a:t>Як</a:t>
            </a:r>
            <a:r>
              <a:rPr lang="en-US" sz="9600">
                <a:solidFill>
                  <a:srgbClr val="101010">
                    <a:alpha val="100000"/>
                  </a:srgbClr>
                </a:solidFill>
                <a:latin typeface="e-Ukraine Bold"/>
              </a:rPr>
              <a:t> </a:t>
            </a:r>
            <a:r>
              <a:rPr lang="en-US" sz="9600" err="1">
                <a:solidFill>
                  <a:srgbClr val="101010">
                    <a:alpha val="100000"/>
                  </a:srgbClr>
                </a:solidFill>
                <a:latin typeface="e-Ukraine Bold"/>
              </a:rPr>
              <a:t>виносимо</a:t>
            </a:r>
            <a:r>
              <a:rPr lang="en-US" sz="9600">
                <a:solidFill>
                  <a:srgbClr val="101010">
                    <a:alpha val="100000"/>
                  </a:srgbClr>
                </a:solidFill>
                <a:latin typeface="e-Ukraine Bold"/>
              </a:rPr>
              <a:t> </a:t>
            </a:r>
            <a:r>
              <a:rPr lang="en-US" sz="9600" err="1">
                <a:solidFill>
                  <a:srgbClr val="101010">
                    <a:alpha val="100000"/>
                  </a:srgbClr>
                </a:solidFill>
                <a:latin typeface="e-Ukraine Bold"/>
              </a:rPr>
              <a:t>питання</a:t>
            </a:r>
            <a:endParaRPr lang="uk-UA" sz="9600" err="1">
              <a:solidFill>
                <a:srgbClr val="101010">
                  <a:alpha val="100000"/>
                </a:srgbClr>
              </a:solidFill>
              <a:latin typeface="e-Ukraine Bold"/>
            </a:endParaRPr>
          </a:p>
        </p:txBody>
      </p:sp>
      <p:sp>
        <p:nvSpPr>
          <p:cNvPr id="100" name="Card 0"/>
          <p:cNvSpPr/>
          <p:nvPr/>
        </p:nvSpPr>
        <p:spPr>
          <a:xfrm>
            <a:off x="1956884" y="4250000"/>
            <a:ext cx="4803351" cy="35000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30000" rIns="330000" bIns="330000" anchor="t"/>
          <a:lstStyle/>
          <a:p>
            <a:pPr algn="l"/>
            <a:r>
              <a:rPr lang="en-US" sz="4400" b="1">
                <a:solidFill>
                  <a:srgbClr val="C00000"/>
                </a:solidFill>
                <a:latin typeface="e-Ukraine Bold"/>
              </a:rPr>
              <a:t>01</a:t>
            </a:r>
          </a:p>
          <a:p>
            <a:pPr algn="l">
              <a:spcBef>
                <a:spcPts val="1200"/>
              </a:spcBef>
            </a:pPr>
            <a:r>
              <a:rPr lang="en-US" sz="2800" b="1">
                <a:solidFill>
                  <a:srgbClr val="101010"/>
                </a:solidFill>
                <a:latin typeface="e-Ukraine Bold"/>
              </a:rPr>
              <a:t>Problem / Risk</a:t>
            </a:r>
          </a:p>
          <a:p>
            <a:pPr algn="l">
              <a:spcBef>
                <a:spcPts val="900"/>
              </a:spcBef>
            </a:pPr>
            <a:r>
              <a:rPr lang="uk-UA" sz="2000">
                <a:solidFill>
                  <a:srgbClr val="595959"/>
                </a:solidFill>
                <a:latin typeface="e-Ukraine Light"/>
              </a:rPr>
              <a:t>Що відбувається?</a:t>
            </a:r>
          </a:p>
        </p:txBody>
      </p:sp>
      <p:sp>
        <p:nvSpPr>
          <p:cNvPr id="101" name="Card 1"/>
          <p:cNvSpPr/>
          <p:nvPr/>
        </p:nvSpPr>
        <p:spPr>
          <a:xfrm>
            <a:off x="7180235" y="4250000"/>
            <a:ext cx="4803351" cy="35000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30000" rIns="330000" bIns="330000" anchor="t"/>
          <a:lstStyle/>
          <a:p>
            <a:pPr algn="l"/>
            <a:r>
              <a:rPr lang="en-US" sz="4400" b="1">
                <a:solidFill>
                  <a:srgbClr val="C00000"/>
                </a:solidFill>
                <a:latin typeface="e-Ukraine Bold"/>
              </a:rPr>
              <a:t>02</a:t>
            </a:r>
          </a:p>
          <a:p>
            <a:pPr algn="l">
              <a:spcBef>
                <a:spcPts val="1200"/>
              </a:spcBef>
            </a:pPr>
            <a:r>
              <a:rPr lang="en-US" sz="2800" b="1">
                <a:solidFill>
                  <a:srgbClr val="101010"/>
                </a:solidFill>
                <a:latin typeface="e-Ukraine Bold"/>
              </a:rPr>
              <a:t>Data / Facts</a:t>
            </a:r>
          </a:p>
          <a:p>
            <a:pPr algn="l">
              <a:spcBef>
                <a:spcPts val="900"/>
              </a:spcBef>
            </a:pPr>
            <a:r>
              <a:rPr lang="uk-UA" sz="2000">
                <a:solidFill>
                  <a:srgbClr val="595959"/>
                </a:solidFill>
                <a:latin typeface="e-Ukraine Light"/>
              </a:rPr>
              <a:t>Що підтверджують дані?</a:t>
            </a:r>
          </a:p>
        </p:txBody>
      </p:sp>
      <p:sp>
        <p:nvSpPr>
          <p:cNvPr id="102" name="Card 2"/>
          <p:cNvSpPr/>
          <p:nvPr/>
        </p:nvSpPr>
        <p:spPr>
          <a:xfrm>
            <a:off x="12403586" y="4250000"/>
            <a:ext cx="4803351" cy="35000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30000" rIns="330000" bIns="330000" anchor="t"/>
          <a:lstStyle/>
          <a:p>
            <a:pPr algn="l"/>
            <a:r>
              <a:rPr lang="en-US" sz="4400" b="1">
                <a:solidFill>
                  <a:srgbClr val="C00000"/>
                </a:solidFill>
                <a:latin typeface="e-Ukraine Bold"/>
              </a:rPr>
              <a:t>03</a:t>
            </a:r>
          </a:p>
          <a:p>
            <a:pPr algn="l">
              <a:spcBef>
                <a:spcPts val="1200"/>
              </a:spcBef>
            </a:pPr>
            <a:r>
              <a:rPr lang="en-US" sz="2800" b="1">
                <a:solidFill>
                  <a:srgbClr val="101010"/>
                </a:solidFill>
                <a:latin typeface="e-Ukraine Bold"/>
              </a:rPr>
              <a:t>Business Impact</a:t>
            </a:r>
          </a:p>
          <a:p>
            <a:pPr algn="l">
              <a:spcBef>
                <a:spcPts val="900"/>
              </a:spcBef>
            </a:pPr>
            <a:r>
              <a:rPr lang="uk-UA" sz="2000">
                <a:solidFill>
                  <a:srgbClr val="595959"/>
                </a:solidFill>
                <a:latin typeface="e-Ukraine Light"/>
              </a:rPr>
              <a:t>На що це впливає?</a:t>
            </a:r>
          </a:p>
        </p:txBody>
      </p:sp>
      <p:sp>
        <p:nvSpPr>
          <p:cNvPr id="103" name="Card 3"/>
          <p:cNvSpPr/>
          <p:nvPr/>
        </p:nvSpPr>
        <p:spPr>
          <a:xfrm>
            <a:off x="17626937" y="4250000"/>
            <a:ext cx="4803351" cy="35000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30000" rIns="330000" bIns="330000" anchor="t"/>
          <a:lstStyle/>
          <a:p>
            <a:pPr algn="l"/>
            <a:r>
              <a:rPr lang="en-US" sz="4400" b="1">
                <a:solidFill>
                  <a:srgbClr val="C00000"/>
                </a:solidFill>
                <a:latin typeface="e-Ukraine Bold"/>
              </a:rPr>
              <a:t>04</a:t>
            </a:r>
          </a:p>
          <a:p>
            <a:pPr algn="l">
              <a:spcBef>
                <a:spcPts val="1200"/>
              </a:spcBef>
            </a:pPr>
            <a:r>
              <a:rPr lang="en-US" sz="2800" b="1">
                <a:solidFill>
                  <a:srgbClr val="101010"/>
                </a:solidFill>
                <a:latin typeface="e-Ukraine Bold"/>
              </a:rPr>
              <a:t>Decision Needed</a:t>
            </a:r>
          </a:p>
          <a:p>
            <a:pPr algn="l">
              <a:spcBef>
                <a:spcPts val="900"/>
              </a:spcBef>
            </a:pPr>
            <a:r>
              <a:rPr lang="uk-UA" sz="2000">
                <a:solidFill>
                  <a:srgbClr val="595959"/>
                </a:solidFill>
                <a:latin typeface="e-Ukraine Light"/>
              </a:rPr>
              <a:t>Яке рішення потрібне від Committee?</a:t>
            </a:r>
          </a:p>
        </p:txBody>
      </p:sp>
      <p:sp>
        <p:nvSpPr>
          <p:cNvPr id="120" name="Example"/>
          <p:cNvSpPr/>
          <p:nvPr/>
        </p:nvSpPr>
        <p:spPr>
          <a:xfrm>
            <a:off x="1956884" y="8310000"/>
            <a:ext cx="20473407" cy="1500000"/>
          </a:xfrm>
          <a:prstGeom prst="roundRect">
            <a:avLst>
              <a:gd name="adj" fmla="val 12000"/>
            </a:avLst>
          </a:prstGeom>
          <a:solidFill>
            <a:srgbClr val="F4F4F4">
              <a:alpha val="92000"/>
            </a:srgbClr>
          </a:solidFill>
          <a:ln/>
        </p:spPr>
        <p:txBody>
          <a:bodyPr wrap="square" lIns="420000" tIns="260000" rIns="420000" bIns="260000" anchor="ctr"/>
          <a:lstStyle/>
          <a:p>
            <a:pPr algn="l">
              <a:lnSpc>
                <a:spcPct val="120000"/>
              </a:lnSpc>
            </a:pPr>
            <a:r>
              <a:rPr lang="uk-UA" sz="2000" b="1">
                <a:solidFill>
                  <a:srgbClr val="C00000"/>
                </a:solidFill>
                <a:latin typeface="e-Ukraine Bold"/>
              </a:rPr>
              <a:t>Наприклад:  </a:t>
            </a:r>
            <a:r>
              <a:rPr lang="uk-UA" sz="2000" b="1">
                <a:solidFill>
                  <a:srgbClr val="101010"/>
                </a:solidFill>
                <a:latin typeface="e-Ukraine Bold"/>
              </a:rPr>
              <a:t>Risk: </a:t>
            </a:r>
            <a:r>
              <a:rPr lang="uk-UA" sz="2000" b="0">
                <a:solidFill>
                  <a:srgbClr val="595959"/>
                </a:solidFill>
                <a:latin typeface="e-Ukraine Light"/>
              </a:rPr>
              <a:t>ризик втрати ключового спеціаліста  →  </a:t>
            </a:r>
            <a:r>
              <a:rPr lang="uk-UA" sz="2000" b="1">
                <a:solidFill>
                  <a:srgbClr val="101010"/>
                </a:solidFill>
                <a:latin typeface="e-Ukraine Bold"/>
              </a:rPr>
              <a:t>Data: </a:t>
            </a:r>
            <a:r>
              <a:rPr lang="uk-UA" sz="2000" b="0">
                <a:solidFill>
                  <a:srgbClr val="595959"/>
                </a:solidFill>
                <a:latin typeface="e-Ukraine Light"/>
              </a:rPr>
              <a:t>compensation gap + engagement signal  →  </a:t>
            </a:r>
            <a:r>
              <a:rPr lang="uk-UA" sz="2000" b="1">
                <a:solidFill>
                  <a:srgbClr val="101010"/>
                </a:solidFill>
                <a:latin typeface="e-Ukraine Bold"/>
              </a:rPr>
              <a:t>Impact: </a:t>
            </a:r>
            <a:r>
              <a:rPr lang="uk-UA" sz="2000" b="0">
                <a:solidFill>
                  <a:srgbClr val="595959"/>
                </a:solidFill>
                <a:latin typeface="e-Ukraine Light"/>
              </a:rPr>
              <a:t>critical knowledge / project dependency  →  </a:t>
            </a:r>
            <a:r>
              <a:rPr lang="uk-UA" sz="2000" b="1">
                <a:solidFill>
                  <a:srgbClr val="101010"/>
                </a:solidFill>
                <a:latin typeface="e-Ukraine Bold"/>
              </a:rPr>
              <a:t>Decision: </a:t>
            </a:r>
            <a:r>
              <a:rPr lang="uk-UA" sz="2000" b="0">
                <a:solidFill>
                  <a:srgbClr val="595959"/>
                </a:solidFill>
                <a:latin typeface="e-Ukraine Light"/>
              </a:rPr>
              <a:t>retention action / succession / accept risk.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7AFB76D-5D32-49C8-3752-B25B9BA17477}"/>
              </a:ext>
            </a:extLst>
          </p:cNvPr>
          <p:cNvSpPr/>
          <p:nvPr/>
        </p:nvSpPr>
        <p:spPr>
          <a:xfrm>
            <a:off x="1956837" y="3077104"/>
            <a:ext cx="8310586" cy="7157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4000" err="1">
                <a:solidFill>
                  <a:srgbClr val="C00000"/>
                </a:solidFill>
                <a:latin typeface="e-Ukraine Bold"/>
              </a:rPr>
              <a:t>Один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 framework</a:t>
            </a:r>
            <a:endParaRPr lang="en-US" sz="4000" err="1">
              <a:solidFill>
                <a:srgbClr val="C00000"/>
              </a:solidFill>
              <a:latin typeface="e-Ukraine Bold"/>
            </a:endParaRPr>
          </a:p>
        </p:txBody>
      </p:sp>
    </p:spTree>
    <p:extLst>
      <p:ext uri="{BB962C8B-B14F-4D97-AF65-F5344CB8AC3E}">
        <p14:creationId xmlns:p14="http://schemas.microsoft.com/office/powerpoint/2010/main" val="390986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D9F8-7E1E-D89F-F3B6-AC4DF84E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2CF754F-096B-869A-1D8D-4C5CEA2FA59C}"/>
              </a:ext>
            </a:extLst>
          </p:cNvPr>
          <p:cNvSpPr/>
          <p:nvPr/>
        </p:nvSpPr>
        <p:spPr>
          <a:xfrm>
            <a:off x="1958002" y="1131278"/>
            <a:ext cx="20932216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9600">
                <a:solidFill>
                  <a:srgbClr val="101010">
                    <a:alpha val="100000"/>
                  </a:srgbClr>
                </a:solidFill>
                <a:latin typeface="e-Ukraine Bold"/>
              </a:rPr>
              <a:t>Як проходить HR Committee</a:t>
            </a:r>
          </a:p>
        </p:txBody>
      </p:sp>
      <p:sp>
        <p:nvSpPr>
          <p:cNvPr id="200" name="Flow 0"/>
          <p:cNvSpPr/>
          <p:nvPr/>
        </p:nvSpPr>
        <p:spPr>
          <a:xfrm>
            <a:off x="1957528" y="3450000"/>
            <a:ext cx="3600000" cy="1350000"/>
          </a:xfrm>
          <a:prstGeom prst="chevron">
            <a:avLst>
              <a:gd name="adj" fmla="val 30000"/>
            </a:avLst>
          </a:prstGeom>
          <a:solidFill>
            <a:srgbClr val="C00000">
              <a:alpha val="55000"/>
            </a:srgbClr>
          </a:solidFill>
          <a:ln/>
        </p:spPr>
        <p:txBody>
          <a:bodyPr wrap="square" lIns="200000" tIns="0" rIns="120000" bIns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e-Ukraine Bold"/>
              </a:rPr>
              <a:t>Agenda</a:t>
            </a:r>
          </a:p>
        </p:txBody>
      </p:sp>
      <p:sp>
        <p:nvSpPr>
          <p:cNvPr id="201" name="Flow 1"/>
          <p:cNvSpPr/>
          <p:nvPr/>
        </p:nvSpPr>
        <p:spPr>
          <a:xfrm>
            <a:off x="5357528" y="3450000"/>
            <a:ext cx="3600000" cy="1350000"/>
          </a:xfrm>
          <a:prstGeom prst="chevron">
            <a:avLst>
              <a:gd name="adj" fmla="val 30000"/>
            </a:avLst>
          </a:prstGeom>
          <a:solidFill>
            <a:srgbClr val="C00000">
              <a:alpha val="64000"/>
            </a:srgbClr>
          </a:solidFill>
          <a:ln/>
        </p:spPr>
        <p:txBody>
          <a:bodyPr wrap="square" lIns="200000" tIns="0" rIns="120000" bIns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e-Ukraine Bold"/>
              </a:rPr>
              <a:t>Data</a:t>
            </a:r>
          </a:p>
        </p:txBody>
      </p:sp>
      <p:sp>
        <p:nvSpPr>
          <p:cNvPr id="202" name="Flow 2"/>
          <p:cNvSpPr/>
          <p:nvPr/>
        </p:nvSpPr>
        <p:spPr>
          <a:xfrm>
            <a:off x="8757528" y="3450000"/>
            <a:ext cx="3600000" cy="1350000"/>
          </a:xfrm>
          <a:prstGeom prst="chevron">
            <a:avLst>
              <a:gd name="adj" fmla="val 30000"/>
            </a:avLst>
          </a:prstGeom>
          <a:solidFill>
            <a:srgbClr val="C00000">
              <a:alpha val="73000"/>
            </a:srgbClr>
          </a:solidFill>
          <a:ln/>
        </p:spPr>
        <p:txBody>
          <a:bodyPr wrap="square" lIns="200000" tIns="0" rIns="120000" bIns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e-Ukraine Bold"/>
              </a:rPr>
              <a:t>Discussion</a:t>
            </a:r>
          </a:p>
        </p:txBody>
      </p:sp>
      <p:sp>
        <p:nvSpPr>
          <p:cNvPr id="203" name="Flow 3"/>
          <p:cNvSpPr/>
          <p:nvPr/>
        </p:nvSpPr>
        <p:spPr>
          <a:xfrm>
            <a:off x="12157528" y="3450000"/>
            <a:ext cx="3600000" cy="1350000"/>
          </a:xfrm>
          <a:prstGeom prst="chevron">
            <a:avLst>
              <a:gd name="adj" fmla="val 30000"/>
            </a:avLst>
          </a:prstGeom>
          <a:solidFill>
            <a:srgbClr val="C00000">
              <a:alpha val="82000"/>
            </a:srgbClr>
          </a:solidFill>
          <a:ln/>
        </p:spPr>
        <p:txBody>
          <a:bodyPr wrap="square" lIns="200000" tIns="0" rIns="120000" bIns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e-Ukraine Bold"/>
              </a:rPr>
              <a:t>Decision</a:t>
            </a:r>
          </a:p>
        </p:txBody>
      </p:sp>
      <p:sp>
        <p:nvSpPr>
          <p:cNvPr id="204" name="Flow 4"/>
          <p:cNvSpPr/>
          <p:nvPr/>
        </p:nvSpPr>
        <p:spPr>
          <a:xfrm>
            <a:off x="15557528" y="3450000"/>
            <a:ext cx="3600000" cy="1350000"/>
          </a:xfrm>
          <a:prstGeom prst="chevron">
            <a:avLst>
              <a:gd name="adj" fmla="val 30000"/>
            </a:avLst>
          </a:prstGeom>
          <a:solidFill>
            <a:srgbClr val="C00000">
              <a:alpha val="91000"/>
            </a:srgbClr>
          </a:solidFill>
          <a:ln/>
        </p:spPr>
        <p:txBody>
          <a:bodyPr wrap="square" lIns="200000" tIns="0" rIns="120000" bIns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e-Ukraine Bold"/>
              </a:rPr>
              <a:t>Action</a:t>
            </a:r>
          </a:p>
        </p:txBody>
      </p:sp>
      <p:sp>
        <p:nvSpPr>
          <p:cNvPr id="205" name="Flow 5"/>
          <p:cNvSpPr/>
          <p:nvPr/>
        </p:nvSpPr>
        <p:spPr>
          <a:xfrm>
            <a:off x="18957528" y="3450000"/>
            <a:ext cx="3600000" cy="1350000"/>
          </a:xfrm>
          <a:prstGeom prst="chevron">
            <a:avLst>
              <a:gd name="adj" fmla="val 30000"/>
            </a:avLst>
          </a:prstGeom>
          <a:solidFill>
            <a:srgbClr val="C00000">
              <a:alpha val="100000"/>
            </a:srgbClr>
          </a:solidFill>
          <a:ln/>
        </p:spPr>
        <p:txBody>
          <a:bodyPr wrap="square" lIns="200000" tIns="0" rIns="120000" bIns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e-Ukraine Bold"/>
              </a:rPr>
              <a:t>Control</a:t>
            </a:r>
          </a:p>
        </p:txBody>
      </p:sp>
      <p:sp>
        <p:nvSpPr>
          <p:cNvPr id="300" name="Stage 0"/>
          <p:cNvSpPr/>
          <p:nvPr/>
        </p:nvSpPr>
        <p:spPr>
          <a:xfrm>
            <a:off x="1957528" y="7100000"/>
            <a:ext cx="6544469" cy="430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3E3E3"/>
            </a:solidFill>
          </a:ln>
        </p:spPr>
        <p:txBody>
          <a:bodyPr wrap="square" lIns="400000" tIns="360000" rIns="360000" bIns="360000" anchor="t"/>
          <a:lstStyle/>
          <a:p>
            <a:pPr algn="l"/>
            <a:r>
              <a:rPr lang="uk-UA" sz="3200" b="1">
                <a:solidFill>
                  <a:srgbClr val="C00000"/>
                </a:solidFill>
                <a:latin typeface="e-Ukraine Bold"/>
              </a:rPr>
              <a:t>До зустрічі</a:t>
            </a:r>
          </a:p>
          <a:p>
            <a:pPr algn="l">
              <a:spcBef>
                <a:spcPts val="600"/>
              </a:spcBef>
            </a:pPr>
            <a:endParaRPr lang="uk-UA" sz="800"/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C-level подає питання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HR формує та пріоритезує agenda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дані / pre-read готуються заздалегідь</a:t>
            </a:r>
          </a:p>
        </p:txBody>
      </p:sp>
      <p:sp>
        <p:nvSpPr>
          <p:cNvPr id="301" name="Stage 1"/>
          <p:cNvSpPr/>
          <p:nvPr/>
        </p:nvSpPr>
        <p:spPr>
          <a:xfrm>
            <a:off x="8921997" y="7100000"/>
            <a:ext cx="6544469" cy="430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3E3E3"/>
            </a:solidFill>
          </a:ln>
        </p:spPr>
        <p:txBody>
          <a:bodyPr wrap="square" lIns="400000" tIns="360000" rIns="360000" bIns="360000" anchor="t"/>
          <a:lstStyle/>
          <a:p>
            <a:pPr algn="l"/>
            <a:r>
              <a:rPr lang="uk-UA" sz="3200" b="1">
                <a:solidFill>
                  <a:srgbClr val="C00000"/>
                </a:solidFill>
                <a:latin typeface="e-Ukraine Bold"/>
              </a:rPr>
              <a:t>На зустрічі</a:t>
            </a:r>
          </a:p>
          <a:p>
            <a:pPr algn="l">
              <a:spcBef>
                <a:spcPts val="600"/>
              </a:spcBef>
            </a:pPr>
            <a:endParaRPr lang="uk-UA" sz="800"/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фокус на ризиках та рішеннях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discussion based on data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визначаємо decision / action</a:t>
            </a:r>
          </a:p>
        </p:txBody>
      </p:sp>
      <p:sp>
        <p:nvSpPr>
          <p:cNvPr id="302" name="Stage 2"/>
          <p:cNvSpPr/>
          <p:nvPr/>
        </p:nvSpPr>
        <p:spPr>
          <a:xfrm>
            <a:off x="15886466" y="7100000"/>
            <a:ext cx="6544469" cy="430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3E3E3"/>
            </a:solidFill>
          </a:ln>
        </p:spPr>
        <p:txBody>
          <a:bodyPr wrap="square" lIns="400000" tIns="360000" rIns="360000" bIns="360000" anchor="t"/>
          <a:lstStyle/>
          <a:p>
            <a:pPr algn="l"/>
            <a:r>
              <a:rPr lang="uk-UA" sz="3200" b="1">
                <a:solidFill>
                  <a:srgbClr val="C00000"/>
                </a:solidFill>
                <a:latin typeface="e-Ukraine Bold"/>
              </a:rPr>
              <a:t>Після зустрічі</a:t>
            </a:r>
          </a:p>
          <a:p>
            <a:pPr algn="l">
              <a:spcBef>
                <a:spcPts val="600"/>
              </a:spcBef>
            </a:pPr>
            <a:endParaRPr lang="uk-UA" sz="800"/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Decision Log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Owner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Deadline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uk-UA" sz="2200">
                <a:solidFill>
                  <a:srgbClr val="404040"/>
                </a:solidFill>
                <a:latin typeface="e-Ukraine Light"/>
              </a:rPr>
              <a:t>Follow-up до закриття</a:t>
            </a:r>
          </a:p>
        </p:txBody>
      </p:sp>
    </p:spTree>
    <p:extLst>
      <p:ext uri="{BB962C8B-B14F-4D97-AF65-F5344CB8AC3E}">
        <p14:creationId xmlns:p14="http://schemas.microsoft.com/office/powerpoint/2010/main" val="146234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37B2A6-176A-73A7-4760-D68D5C48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2EF49F9-A5E5-535C-277C-58F2D568B7D7}"/>
              </a:ext>
            </a:extLst>
          </p:cNvPr>
          <p:cNvSpPr/>
          <p:nvPr/>
        </p:nvSpPr>
        <p:spPr>
          <a:xfrm>
            <a:off x="1958002" y="1131278"/>
            <a:ext cx="20932216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6600">
                <a:solidFill>
                  <a:srgbClr val="101010">
                    <a:alpha val="100000"/>
                  </a:srgbClr>
                </a:solidFill>
                <a:latin typeface="e-Ukraine Bold"/>
              </a:rPr>
              <a:t>Підготовка до наступного HR Committee</a:t>
            </a:r>
            <a:endParaRPr lang="en-US" sz="6600">
              <a:solidFill>
                <a:srgbClr val="101010">
                  <a:alpha val="100000"/>
                </a:srgbClr>
              </a:solidFill>
              <a:latin typeface="e-Ukraine Bold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B21B87B-3BD5-1186-E909-7699D5CA05D4}"/>
              </a:ext>
            </a:extLst>
          </p:cNvPr>
          <p:cNvSpPr/>
          <p:nvPr/>
        </p:nvSpPr>
        <p:spPr>
          <a:xfrm>
            <a:off x="1955937" y="3447141"/>
            <a:ext cx="20642037" cy="8783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4000" err="1">
                <a:solidFill>
                  <a:srgbClr val="C00000"/>
                </a:solidFill>
                <a:latin typeface="e-Ukraine Bold"/>
              </a:rPr>
              <a:t>Кожен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 C-level </a:t>
            </a:r>
            <a:r>
              <a:rPr lang="en-US" sz="4000" err="1">
                <a:solidFill>
                  <a:srgbClr val="C00000"/>
                </a:solidFill>
                <a:latin typeface="e-Ukraine Bold"/>
              </a:rPr>
              <a:t>визначає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 </a:t>
            </a:r>
            <a:r>
              <a:rPr lang="en-US" sz="4000" err="1">
                <a:solidFill>
                  <a:srgbClr val="C00000"/>
                </a:solidFill>
                <a:latin typeface="e-Ukraine Bold"/>
              </a:rPr>
              <a:t>до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 3 </a:t>
            </a:r>
            <a:r>
              <a:rPr lang="en-US" sz="4000" err="1">
                <a:solidFill>
                  <a:srgbClr val="C00000"/>
                </a:solidFill>
                <a:latin typeface="e-Ukraine Bold"/>
              </a:rPr>
              <a:t>ключових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 people-</a:t>
            </a:r>
            <a:r>
              <a:rPr lang="en-US" sz="4000" err="1">
                <a:solidFill>
                  <a:srgbClr val="C00000"/>
                </a:solidFill>
                <a:latin typeface="e-Ukraine Bold"/>
              </a:rPr>
              <a:t>ризиків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 у </a:t>
            </a:r>
            <a:r>
              <a:rPr lang="en-US" sz="4000" err="1">
                <a:solidFill>
                  <a:srgbClr val="C00000"/>
                </a:solidFill>
                <a:latin typeface="e-Ukraine Bold"/>
              </a:rPr>
              <a:t>своїй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 </a:t>
            </a:r>
            <a:r>
              <a:rPr lang="en-US" sz="4000" err="1">
                <a:solidFill>
                  <a:srgbClr val="C00000"/>
                </a:solidFill>
                <a:latin typeface="e-Ukraine Bold"/>
              </a:rPr>
              <a:t>функції</a:t>
            </a:r>
            <a:r>
              <a:rPr lang="en-US" sz="4000">
                <a:solidFill>
                  <a:srgbClr val="C00000"/>
                </a:solidFill>
                <a:latin typeface="e-Ukraine Bold"/>
              </a:rPr>
              <a:t>:</a:t>
            </a:r>
          </a:p>
        </p:txBody>
      </p:sp>
      <p:sp>
        <p:nvSpPr>
          <p:cNvPr id="400" name="Q0"/>
          <p:cNvSpPr/>
          <p:nvPr/>
        </p:nvSpPr>
        <p:spPr>
          <a:xfrm>
            <a:off x="1958002" y="4700000"/>
            <a:ext cx="6250000" cy="2100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00000" rIns="320000" bIns="300000" anchor="ctr"/>
          <a:lstStyle/>
          <a:p>
            <a:r>
              <a:rPr lang="en-US" sz="2000" b="1">
                <a:solidFill>
                  <a:srgbClr val="C00000"/>
                </a:solidFill>
                <a:latin typeface="e-Ukraine Bold"/>
              </a:rPr>
              <a:t>01   </a:t>
            </a:r>
            <a:r>
              <a:rPr lang="en-US" sz="2400" b="1">
                <a:solidFill>
                  <a:srgbClr val="101010"/>
                </a:solidFill>
                <a:latin typeface="e-Ukraine Bold"/>
              </a:rPr>
              <a:t>Risk</a:t>
            </a:r>
          </a:p>
          <a:p>
            <a:pPr>
              <a:spcBef>
                <a:spcPts val="600"/>
              </a:spcBef>
            </a:pPr>
            <a:r>
              <a:rPr lang="uk-UA" sz="1900">
                <a:solidFill>
                  <a:srgbClr val="595959"/>
                </a:solidFill>
                <a:latin typeface="e-Ukraine Light"/>
              </a:rPr>
              <a:t>Що саме може статися?</a:t>
            </a:r>
          </a:p>
        </p:txBody>
      </p:sp>
      <p:sp>
        <p:nvSpPr>
          <p:cNvPr id="401" name="Q1"/>
          <p:cNvSpPr/>
          <p:nvPr/>
        </p:nvSpPr>
        <p:spPr>
          <a:xfrm>
            <a:off x="8608002" y="4700000"/>
            <a:ext cx="6250000" cy="2100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00000" rIns="320000" bIns="300000" anchor="ctr"/>
          <a:lstStyle/>
          <a:p>
            <a:r>
              <a:rPr lang="en-US" sz="2000" b="1">
                <a:solidFill>
                  <a:srgbClr val="C00000"/>
                </a:solidFill>
                <a:latin typeface="e-Ukraine Bold"/>
              </a:rPr>
              <a:t>02   </a:t>
            </a:r>
            <a:r>
              <a:rPr lang="en-US" sz="2400" b="1">
                <a:solidFill>
                  <a:srgbClr val="101010"/>
                </a:solidFill>
                <a:latin typeface="e-Ukraine Bold"/>
              </a:rPr>
              <a:t>Business impact</a:t>
            </a:r>
          </a:p>
          <a:p>
            <a:pPr>
              <a:spcBef>
                <a:spcPts val="600"/>
              </a:spcBef>
            </a:pPr>
            <a:r>
              <a:rPr lang="uk-UA" sz="1900">
                <a:solidFill>
                  <a:srgbClr val="595959"/>
                </a:solidFill>
                <a:latin typeface="e-Ukraine Light"/>
              </a:rPr>
              <a:t>Як це вплине на бізнес / команду / результат?</a:t>
            </a:r>
          </a:p>
        </p:txBody>
      </p:sp>
      <p:sp>
        <p:nvSpPr>
          <p:cNvPr id="402" name="Q2"/>
          <p:cNvSpPr/>
          <p:nvPr/>
        </p:nvSpPr>
        <p:spPr>
          <a:xfrm>
            <a:off x="1958002" y="7180000"/>
            <a:ext cx="6250000" cy="2100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00000" rIns="320000" bIns="300000" anchor="ctr"/>
          <a:lstStyle/>
          <a:p>
            <a:r>
              <a:rPr lang="en-US" sz="2000" b="1">
                <a:solidFill>
                  <a:srgbClr val="C00000"/>
                </a:solidFill>
                <a:latin typeface="e-Ukraine Bold"/>
              </a:rPr>
              <a:t>03   </a:t>
            </a:r>
            <a:r>
              <a:rPr lang="en-US" sz="2400" b="1">
                <a:solidFill>
                  <a:srgbClr val="101010"/>
                </a:solidFill>
                <a:latin typeface="e-Ukraine Bold"/>
              </a:rPr>
              <a:t>Evidence</a:t>
            </a:r>
          </a:p>
          <a:p>
            <a:pPr>
              <a:spcBef>
                <a:spcPts val="600"/>
              </a:spcBef>
            </a:pPr>
            <a:r>
              <a:rPr lang="uk-UA" sz="1900">
                <a:solidFill>
                  <a:srgbClr val="595959"/>
                </a:solidFill>
                <a:latin typeface="e-Ukraine Light"/>
              </a:rPr>
              <a:t>Які дані або факти підтверджують ризик?</a:t>
            </a:r>
          </a:p>
        </p:txBody>
      </p:sp>
      <p:sp>
        <p:nvSpPr>
          <p:cNvPr id="403" name="Q3"/>
          <p:cNvSpPr/>
          <p:nvPr/>
        </p:nvSpPr>
        <p:spPr>
          <a:xfrm>
            <a:off x="8608002" y="7180000"/>
            <a:ext cx="6250000" cy="2100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3E3E3"/>
            </a:solidFill>
          </a:ln>
        </p:spPr>
        <p:txBody>
          <a:bodyPr wrap="square" lIns="360000" tIns="300000" rIns="320000" bIns="300000" anchor="ctr"/>
          <a:lstStyle/>
          <a:p>
            <a:r>
              <a:rPr lang="en-US" sz="2000" b="1">
                <a:solidFill>
                  <a:srgbClr val="C00000"/>
                </a:solidFill>
                <a:latin typeface="e-Ukraine Bold"/>
              </a:rPr>
              <a:t>04   </a:t>
            </a:r>
            <a:r>
              <a:rPr lang="en-US" sz="2400" b="1">
                <a:solidFill>
                  <a:srgbClr val="101010"/>
                </a:solidFill>
                <a:latin typeface="e-Ukraine Bold"/>
              </a:rPr>
              <a:t>Decision needed</a:t>
            </a:r>
          </a:p>
          <a:p>
            <a:pPr>
              <a:spcBef>
                <a:spcPts val="600"/>
              </a:spcBef>
            </a:pPr>
            <a:r>
              <a:rPr lang="uk-UA" sz="1900">
                <a:solidFill>
                  <a:srgbClr val="595959"/>
                </a:solidFill>
                <a:latin typeface="e-Ukraine Light"/>
              </a:rPr>
              <a:t>Яке рішення / підтримка потрібні від Committee?</a:t>
            </a:r>
          </a:p>
        </p:txBody>
      </p:sp>
      <p:sp>
        <p:nvSpPr>
          <p:cNvPr id="420" name="Example"/>
          <p:cNvSpPr/>
          <p:nvPr/>
        </p:nvSpPr>
        <p:spPr>
          <a:xfrm>
            <a:off x="15558002" y="4700000"/>
            <a:ext cx="6873407" cy="45800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/>
        </p:spPr>
        <p:txBody>
          <a:bodyPr wrap="square" lIns="400000" tIns="360000" rIns="380000" bIns="360000" anchor="ctr"/>
          <a:lstStyle/>
          <a:p>
            <a:r>
              <a:rPr lang="uk-UA" sz="2600" b="1">
                <a:solidFill>
                  <a:srgbClr val="FFFFFF"/>
                </a:solidFill>
                <a:latin typeface="e-Ukraine Bold"/>
              </a:rPr>
              <a:t>Приклад</a:t>
            </a:r>
          </a:p>
          <a:p>
            <a:pPr>
              <a:spcBef>
                <a:spcPts val="700"/>
              </a:spcBef>
            </a:pPr>
            <a:r>
              <a:rPr lang="en-US" sz="1800" b="1">
                <a:solidFill>
                  <a:srgbClr val="FFFFFF"/>
                </a:solidFill>
                <a:latin typeface="e-Ukraine Bold"/>
              </a:rPr>
              <a:t>Risk: </a:t>
            </a:r>
            <a:r>
              <a:rPr lang="uk-UA" sz="1800">
                <a:solidFill>
                  <a:srgbClr val="FFFFFF">
                    <a:alpha val="88000"/>
                  </a:srgbClr>
                </a:solidFill>
                <a:latin typeface="e-Ukraine Light"/>
              </a:rPr>
              <a:t>ризик втрати ключового технічного спеціаліста.</a:t>
            </a:r>
          </a:p>
          <a:p>
            <a:pPr>
              <a:spcBef>
                <a:spcPts val="700"/>
              </a:spcBef>
            </a:pPr>
            <a:r>
              <a:rPr lang="en-US" sz="1800" b="1">
                <a:solidFill>
                  <a:srgbClr val="FFFFFF"/>
                </a:solidFill>
                <a:latin typeface="e-Ukraine Bold"/>
              </a:rPr>
              <a:t>Evidence: </a:t>
            </a:r>
            <a:r>
              <a:rPr lang="uk-UA" sz="1800">
                <a:solidFill>
                  <a:srgbClr val="FFFFFF">
                    <a:alpha val="88000"/>
                  </a:srgbClr>
                </a:solidFill>
                <a:latin typeface="e-Ukraine Light"/>
              </a:rPr>
              <a:t>критична експертиза сконцентрована на одній людині, немає backup/successor, є сигнали зниження engagement.</a:t>
            </a:r>
          </a:p>
          <a:p>
            <a:pPr>
              <a:spcBef>
                <a:spcPts val="700"/>
              </a:spcBef>
            </a:pPr>
            <a:r>
              <a:rPr lang="en-US" sz="1800" b="1">
                <a:solidFill>
                  <a:srgbClr val="FFFFFF"/>
                </a:solidFill>
                <a:latin typeface="e-Ukraine Bold"/>
              </a:rPr>
              <a:t>Business impact: </a:t>
            </a:r>
            <a:r>
              <a:rPr lang="uk-UA" sz="1800">
                <a:solidFill>
                  <a:srgbClr val="FFFFFF">
                    <a:alpha val="88000"/>
                  </a:srgbClr>
                </a:solidFill>
                <a:latin typeface="e-Ukraine Light"/>
              </a:rPr>
              <a:t>ризик затримки критичних проєктів та втрати експертизи.</a:t>
            </a:r>
          </a:p>
          <a:p>
            <a:pPr>
              <a:spcBef>
                <a:spcPts val="700"/>
              </a:spcBef>
            </a:pPr>
            <a:r>
              <a:rPr lang="en-US" sz="1800" b="1">
                <a:solidFill>
                  <a:srgbClr val="FFFFFF"/>
                </a:solidFill>
                <a:latin typeface="e-Ukraine Bold"/>
              </a:rPr>
              <a:t>Decision needed: </a:t>
            </a:r>
            <a:r>
              <a:rPr lang="uk-UA" sz="1800">
                <a:solidFill>
                  <a:srgbClr val="FFFFFF">
                    <a:alpha val="88000"/>
                  </a:srgbClr>
                </a:solidFill>
                <a:latin typeface="e-Ukraine Light"/>
              </a:rPr>
              <a:t>погодити retention / succession action plan.</a:t>
            </a:r>
          </a:p>
        </p:txBody>
      </p:sp>
      <p:sp>
        <p:nvSpPr>
          <p:cNvPr id="430" name="Note"/>
          <p:cNvSpPr/>
          <p:nvPr/>
        </p:nvSpPr>
        <p:spPr>
          <a:xfrm>
            <a:off x="1958002" y="9900000"/>
            <a:ext cx="20473407" cy="1750000"/>
          </a:xfrm>
          <a:prstGeom prst="roundRect">
            <a:avLst>
              <a:gd name="adj" fmla="val 12000"/>
            </a:avLst>
          </a:prstGeom>
          <a:solidFill>
            <a:srgbClr val="F4F4F4">
              <a:alpha val="92000"/>
            </a:srgbClr>
          </a:solidFill>
          <a:ln/>
        </p:spPr>
        <p:txBody>
          <a:bodyPr wrap="square" lIns="420000" tIns="280000" rIns="420000" bIns="280000" anchor="ctr"/>
          <a:lstStyle/>
          <a:p>
            <a:pPr>
              <a:lnSpc>
                <a:spcPct val="115000"/>
              </a:lnSpc>
            </a:pPr>
            <a:r>
              <a:rPr lang="uk-UA" sz="2000" b="1">
                <a:solidFill>
                  <a:srgbClr val="C00000"/>
                </a:solidFill>
                <a:latin typeface="e-Ukraine Bold"/>
              </a:rPr>
              <a:t>Важливо:  </a:t>
            </a:r>
            <a:r>
              <a:rPr lang="uk-UA" sz="2000">
                <a:solidFill>
                  <a:srgbClr val="404040"/>
                </a:solidFill>
                <a:latin typeface="e-Ukraine Light"/>
              </a:rPr>
              <a:t>не потрібно формувати ризики «для заповнення списку». Якщо підтверджених people-ризиків немає — це також валідний результат. Виносимо питання, які мають реальні сигнали / факти та потенційний business impact.</a:t>
            </a:r>
          </a:p>
        </p:txBody>
      </p:sp>
    </p:spTree>
    <p:extLst>
      <p:ext uri="{BB962C8B-B14F-4D97-AF65-F5344CB8AC3E}">
        <p14:creationId xmlns:p14="http://schemas.microsoft.com/office/powerpoint/2010/main" val="1708500678"/>
      </p:ext>
    </p:extLst>
  </p:cSld>
  <p:clrMapOvr>
    <a:masterClrMapping/>
  </p:clrMapOvr>
</p:sld>
</file>

<file path=ppt/theme/theme1.xml><?xml version="1.0" encoding="utf-8"?>
<a:theme xmlns:a="http://schemas.openxmlformats.org/drawingml/2006/main" name="GigaTemplate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70FBE58B9BF8041BF2611F39FA1E387" ma:contentTypeVersion="4" ma:contentTypeDescription="Створення нового документа." ma:contentTypeScope="" ma:versionID="902a5390e806234ff893da3d5a721b74">
  <xsd:schema xmlns:xsd="http://www.w3.org/2001/XMLSchema" xmlns:xs="http://www.w3.org/2001/XMLSchema" xmlns:p="http://schemas.microsoft.com/office/2006/metadata/properties" xmlns:ns2="1daf032c-a57b-4372-9a1d-f54b349859c6" targetNamespace="http://schemas.microsoft.com/office/2006/metadata/properties" ma:root="true" ma:fieldsID="dbc80d54133f8dfcb5dc4aa08646bd57" ns2:_="">
    <xsd:import namespace="1daf032c-a57b-4372-9a1d-f54b349859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f032c-a57b-4372-9a1d-f54b349859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E9C661-84A1-467E-9BAA-12AD180CF771}">
  <ds:schemaRefs>
    <ds:schemaRef ds:uri="1daf032c-a57b-4372-9a1d-f54b349859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891810B-34F8-475C-B627-7B241BBDC4AB}">
  <ds:schemaRefs>
    <ds:schemaRef ds:uri="1daf032c-a57b-4372-9a1d-f54b349859c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789334-90D4-4EBF-A1C6-EF78E9549D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6</Slides>
  <Notes>5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GigaTemplatePPTX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2025-02-28T09:48:10Z</dcterms:created>
  <dcterms:modified xsi:type="dcterms:W3CDTF">2026-08-19T09:54:06Z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0x010100070FBE58B9BF8041BF2611F39FA1E387</vt:lpwstr>
  </property>
</Properties>
</file>