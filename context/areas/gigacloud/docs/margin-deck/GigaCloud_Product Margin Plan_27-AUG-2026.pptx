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16"/>
  </p:notesMasterIdLst>
  <p:sldIdLst>
    <p:sldId id="2129" r:id="rId5"/>
    <p:sldId id="2191" r:id="rId6"/>
    <p:sldId id="2202" r:id="rId27"/>
    <p:sldId id="2192" r:id="rId7"/>
    <p:sldId id="2193" r:id="rId8"/>
    <p:sldId id="2194" r:id="rId9"/>
    <p:sldId id="2195" r:id="rId10"/>
    <p:sldId id="2196" r:id="rId11"/>
    <p:sldId id="2201" r:id="rId26"/>
    <p:sldId id="2197" r:id="rId12"/>
    <p:sldId id="2198" r:id="rId13"/>
    <p:sldId id="2199" r:id="rId14"/>
    <p:sldId id="2200" r:id="rId15"/>
  </p:sldIdLst>
  <p:sldSz cx="24387175" cy="13716000"/>
  <p:notesSz cx="13716000" cy="24387175"/>
  <p:embeddedFontLst>
    <p:embeddedFont>
      <p:font typeface="e-Ukraine Bold" pitchFamily="2" charset="77"/>
      <p:bold r:id="rId17"/>
    </p:embeddedFont>
    <p:embeddedFont>
      <p:font typeface="e-Ukraine Light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7639033D-450E-6943-A80E-48F0E0D76C86}">
          <p14:sldIdLst>
            <p14:sldId id="2129"/>
            <p14:sldId id="2191"/>
            <p14:sldId id="2192"/>
            <p14:sldId id="2193"/>
            <p14:sldId id="2194"/>
            <p14:sldId id="2195"/>
            <p14:sldId id="2196"/>
            <p14:sldId id="2197"/>
            <p14:sldId id="2198"/>
            <p14:sldId id="2199"/>
            <p14:sldId id="2200"/>
          </p14:sldIdLst>
        </p14:section>
        <p14:section name="Overview" id="{41806F8D-1337-3D4B-B52E-090320794DDD}">
          <p14:sldIdLst/>
        </p14:section>
        <p14:section name="Well being" id="{D987296C-CCF9-554F-96C4-480896B17FF6}">
          <p14:sldIdLst/>
        </p14:section>
      </p14:sectionLst>
    </p:ext>
    <p:ext uri="{EFAFB233-063F-42B5-8137-9DF3F51BA10A}">
      <p15:sldGuideLst xmlns:p15="http://schemas.microsoft.com/office/powerpoint/2012/main">
        <p15:guide id="2" pos="7726" userDrawn="1">
          <p15:clr>
            <a:srgbClr val="A4A3A4"/>
          </p15:clr>
        </p15:guide>
        <p15:guide id="3" orient="horz" pos="4275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563916-DB9D-6F66-B003-64538B7E4691}" name="Maksym Parenchuk" initials="" userId="S::maksym.parenchuk@gigacloud.ua::58fd2652-819c-4d00-9864-39b01942971f" providerId="AD"/>
  <p188:author id="{86013F1C-A4D2-04E0-94DE-22ACE08487C8}" name="Anastasiia Menailova" initials="" userId="S::anastasiia.menailova@gigacloud.ua::9c2beb9c-462a-41e4-9585-b039f08e200d" providerId="AD"/>
  <p188:author id="{AC69C69D-45C5-DF40-C6D7-B02A7B62BFB2}" name="Hennadii Matviienko" initials="HM" userId="S::hennadii.matviienko@gigacloud.ua::df979077-7f92-493a-bd30-a674b6f08ea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340"/>
    <a:srgbClr val="F6F4F4"/>
    <a:srgbClr val="101010"/>
    <a:srgbClr val="DE1F35"/>
    <a:srgbClr val="DE1F25"/>
    <a:srgbClr val="DE1E34"/>
    <a:srgbClr val="9A17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458C1E-D939-A3B7-5C1D-AC67FB4C6D5D}" v="2" dt="2026-08-19T09:53:13.873"/>
    <p1510:client id="{1FE3034A-A9DB-C1DE-823B-43957557A6E6}" v="2" dt="2026-08-19T09:53:23.886"/>
    <p1510:client id="{3B98B9F1-A724-ED63-63DA-5743C020F3A3}" v="465" dt="2026-08-19T07:20:11.1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2DE63D5-997A-4646-A377-4702673A728D}" styleName="Світлий стиль 2 –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CAF9ED-07DC-4A11-8D7F-57B35C25682E}" styleName="Средний стиль 1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E171933-4619-4E11-9A3F-F7608DF75F80}" styleName="Средний стиль 1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D083AE6-46FA-4A59-8FB0-9F97EB10719F}" styleName="Светлый стиль 3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Светлый стиль 2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Средний стиль 1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>
        <p:scale>
          <a:sx n="70" d="100"/>
          <a:sy n="70" d="100"/>
        </p:scale>
        <p:origin x="144" y="-304"/>
      </p:cViewPr>
      <p:guideLst>
        <p:guide pos="7726"/>
        <p:guide orient="horz" pos="42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6/11/relationships/changesInfo" Target="changesInfos/changesInfo1.xml"/><Relationship Id="rId24" Type="http://schemas.microsoft.com/office/2015/10/relationships/revisionInfo" Target="revisionInfo.xml"/><Relationship Id="rId25" Type="http://schemas.microsoft.com/office/2018/10/relationships/authors" Target="authors.xml"/><Relationship Id="rId26" Type="http://schemas.openxmlformats.org/officeDocument/2006/relationships/slide" Target="slides/slide9.xml"/><Relationship Id="rId27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ga Dzhurylo" userId="S::olga.dzhurylo@gigacloud.ua::13d52cbe-a7e1-41cf-b6af-4aeff943d513" providerId="AD" clId="Web-{06458C1E-D939-A3B7-5C1D-AC67FB4C6D5D}"/>
    <pc:docChg chg="modSld">
      <pc:chgData name="Olga Dzhurylo" userId="S::olga.dzhurylo@gigacloud.ua::13d52cbe-a7e1-41cf-b6af-4aeff943d513" providerId="AD" clId="Web-{06458C1E-D939-A3B7-5C1D-AC67FB4C6D5D}" dt="2026-08-19T09:53:13.873" v="1" actId="20577"/>
      <pc:docMkLst>
        <pc:docMk/>
      </pc:docMkLst>
      <pc:sldChg chg="modSp">
        <pc:chgData name="Olga Dzhurylo" userId="S::olga.dzhurylo@gigacloud.ua::13d52cbe-a7e1-41cf-b6af-4aeff943d513" providerId="AD" clId="Web-{06458C1E-D939-A3B7-5C1D-AC67FB4C6D5D}" dt="2026-08-19T09:53:13.873" v="1" actId="20577"/>
        <pc:sldMkLst>
          <pc:docMk/>
          <pc:sldMk cId="0" sldId="2129"/>
        </pc:sldMkLst>
        <pc:spChg chg="mod">
          <ac:chgData name="Olga Dzhurylo" userId="S::olga.dzhurylo@gigacloud.ua::13d52cbe-a7e1-41cf-b6af-4aeff943d513" providerId="AD" clId="Web-{06458C1E-D939-A3B7-5C1D-AC67FB4C6D5D}" dt="2026-08-19T09:53:13.873" v="1" actId="20577"/>
          <ac:spMkLst>
            <pc:docMk/>
            <pc:sldMk cId="0" sldId="2129"/>
            <ac:spMk id="4" creationId="{00000000-0000-0000-0000-000000000000}"/>
          </ac:spMkLst>
        </pc:spChg>
      </pc:sldChg>
    </pc:docChg>
  </pc:docChgLst>
  <pc:docChgLst>
    <pc:chgData name="Olga Dzhurylo" userId="S::olga.dzhurylo@gigacloud.ua::13d52cbe-a7e1-41cf-b6af-4aeff943d513" providerId="AD" clId="Web-{3B98B9F1-A724-ED63-63DA-5743C020F3A3}"/>
    <pc:docChg chg="addSld delSld modSld sldOrd modSection">
      <pc:chgData name="Olga Dzhurylo" userId="S::olga.dzhurylo@gigacloud.ua::13d52cbe-a7e1-41cf-b6af-4aeff943d513" providerId="AD" clId="Web-{3B98B9F1-A724-ED63-63DA-5743C020F3A3}" dt="2026-08-19T07:20:11.104" v="385"/>
      <pc:docMkLst>
        <pc:docMk/>
      </pc:docMkLst>
      <pc:sldChg chg="del">
        <pc:chgData name="Olga Dzhurylo" userId="S::olga.dzhurylo@gigacloud.ua::13d52cbe-a7e1-41cf-b6af-4aeff943d513" providerId="AD" clId="Web-{3B98B9F1-A724-ED63-63DA-5743C020F3A3}" dt="2026-08-18T10:57:34.439" v="49"/>
        <pc:sldMkLst>
          <pc:docMk/>
          <pc:sldMk cId="3203665295" sldId="323"/>
        </pc:sldMkLst>
      </pc:sldChg>
      <pc:sldChg chg="modSp">
        <pc:chgData name="Olga Dzhurylo" userId="S::olga.dzhurylo@gigacloud.ua::13d52cbe-a7e1-41cf-b6af-4aeff943d513" providerId="AD" clId="Web-{3B98B9F1-A724-ED63-63DA-5743C020F3A3}" dt="2026-08-18T10:57:29.017" v="48" actId="20577"/>
        <pc:sldMkLst>
          <pc:docMk/>
          <pc:sldMk cId="0" sldId="2129"/>
        </pc:sldMkLst>
        <pc:spChg chg="mod">
          <ac:chgData name="Olga Dzhurylo" userId="S::olga.dzhurylo@gigacloud.ua::13d52cbe-a7e1-41cf-b6af-4aeff943d513" providerId="AD" clId="Web-{3B98B9F1-A724-ED63-63DA-5743C020F3A3}" dt="2026-08-18T10:57:29.017" v="48" actId="20577"/>
          <ac:spMkLst>
            <pc:docMk/>
            <pc:sldMk cId="0" sldId="2129"/>
            <ac:spMk id="4" creationId="{00000000-0000-0000-0000-000000000000}"/>
          </ac:spMkLst>
        </pc:spChg>
      </pc:sldChg>
      <pc:sldChg chg="addSp delSp modSp">
        <pc:chgData name="Olga Dzhurylo" userId="S::olga.dzhurylo@gigacloud.ua::13d52cbe-a7e1-41cf-b6af-4aeff943d513" providerId="AD" clId="Web-{3B98B9F1-A724-ED63-63DA-5743C020F3A3}" dt="2026-08-18T12:28:34.936" v="152" actId="20577"/>
        <pc:sldMkLst>
          <pc:docMk/>
          <pc:sldMk cId="2955025151" sldId="2176"/>
        </pc:sldMkLst>
        <pc:spChg chg="mod">
          <ac:chgData name="Olga Dzhurylo" userId="S::olga.dzhurylo@gigacloud.ua::13d52cbe-a7e1-41cf-b6af-4aeff943d513" providerId="AD" clId="Web-{3B98B9F1-A724-ED63-63DA-5743C020F3A3}" dt="2026-08-18T12:25:27.179" v="54" actId="20577"/>
          <ac:spMkLst>
            <pc:docMk/>
            <pc:sldMk cId="2955025151" sldId="2176"/>
            <ac:spMk id="3" creationId="{0BE1B11E-22CD-7AB0-3EF0-AB27F9C97AAA}"/>
          </ac:spMkLst>
        </pc:spChg>
        <pc:spChg chg="mod">
          <ac:chgData name="Olga Dzhurylo" userId="S::olga.dzhurylo@gigacloud.ua::13d52cbe-a7e1-41cf-b6af-4aeff943d513" providerId="AD" clId="Web-{3B98B9F1-A724-ED63-63DA-5743C020F3A3}" dt="2026-08-18T12:26:44.463" v="98" actId="1076"/>
          <ac:spMkLst>
            <pc:docMk/>
            <pc:sldMk cId="2955025151" sldId="2176"/>
            <ac:spMk id="5" creationId="{EB450857-78DD-7371-DC76-877EE4A921B9}"/>
          </ac:spMkLst>
        </pc:spChg>
        <pc:spChg chg="add mod">
          <ac:chgData name="Olga Dzhurylo" userId="S::olga.dzhurylo@gigacloud.ua::13d52cbe-a7e1-41cf-b6af-4aeff943d513" providerId="AD" clId="Web-{3B98B9F1-A724-ED63-63DA-5743C020F3A3}" dt="2026-08-18T12:28:34.936" v="152" actId="20577"/>
          <ac:spMkLst>
            <pc:docMk/>
            <pc:sldMk cId="2955025151" sldId="2176"/>
            <ac:spMk id="6" creationId="{437E5E39-5419-BC8B-22F1-D3A77513B91D}"/>
          </ac:spMkLst>
        </pc:spChg>
        <pc:spChg chg="mod">
          <ac:chgData name="Olga Dzhurylo" userId="S::olga.dzhurylo@gigacloud.ua::13d52cbe-a7e1-41cf-b6af-4aeff943d513" providerId="AD" clId="Web-{3B98B9F1-A724-ED63-63DA-5743C020F3A3}" dt="2026-08-18T12:27:12.573" v="104"/>
          <ac:spMkLst>
            <pc:docMk/>
            <pc:sldMk cId="2955025151" sldId="2176"/>
            <ac:spMk id="7" creationId="{8CA253C6-AC42-04C5-A0B4-A3AAED842BAA}"/>
          </ac:spMkLst>
        </pc:spChg>
        <pc:spChg chg="add mod">
          <ac:chgData name="Olga Dzhurylo" userId="S::olga.dzhurylo@gigacloud.ua::13d52cbe-a7e1-41cf-b6af-4aeff943d513" providerId="AD" clId="Web-{3B98B9F1-A724-ED63-63DA-5743C020F3A3}" dt="2026-08-18T12:27:36.168" v="113" actId="20577"/>
          <ac:spMkLst>
            <pc:docMk/>
            <pc:sldMk cId="2955025151" sldId="2176"/>
            <ac:spMk id="8" creationId="{68607077-3FB4-0B2A-A804-71C9B6FEC58F}"/>
          </ac:spMkLst>
        </pc:spChg>
        <pc:graphicFrameChg chg="del mod modGraphic">
          <ac:chgData name="Olga Dzhurylo" userId="S::olga.dzhurylo@gigacloud.ua::13d52cbe-a7e1-41cf-b6af-4aeff943d513" providerId="AD" clId="Web-{3B98B9F1-A724-ED63-63DA-5743C020F3A3}" dt="2026-08-18T12:27:24.199" v="109"/>
          <ac:graphicFrameMkLst>
            <pc:docMk/>
            <pc:sldMk cId="2955025151" sldId="2176"/>
            <ac:graphicFrameMk id="2" creationId="{4F76BDC6-9214-9D80-D34E-E4AAC481DDA1}"/>
          </ac:graphicFrameMkLst>
        </pc:graphicFrameChg>
        <pc:graphicFrameChg chg="del">
          <ac:chgData name="Olga Dzhurylo" userId="S::olga.dzhurylo@gigacloud.ua::13d52cbe-a7e1-41cf-b6af-4aeff943d513" providerId="AD" clId="Web-{3B98B9F1-A724-ED63-63DA-5743C020F3A3}" dt="2026-08-18T12:27:26.808" v="110"/>
          <ac:graphicFrameMkLst>
            <pc:docMk/>
            <pc:sldMk cId="2955025151" sldId="2176"/>
            <ac:graphicFrameMk id="4" creationId="{900D272B-11C6-DDB7-1844-7BE4A6224DAD}"/>
          </ac:graphicFrameMkLst>
        </pc:graphicFrameChg>
      </pc:sldChg>
      <pc:sldChg chg="del">
        <pc:chgData name="Olga Dzhurylo" userId="S::olga.dzhurylo@gigacloud.ua::13d52cbe-a7e1-41cf-b6af-4aeff943d513" providerId="AD" clId="Web-{3B98B9F1-A724-ED63-63DA-5743C020F3A3}" dt="2026-08-18T10:57:36.142" v="50"/>
        <pc:sldMkLst>
          <pc:docMk/>
          <pc:sldMk cId="887733986" sldId="2186"/>
        </pc:sldMkLst>
      </pc:sldChg>
      <pc:sldChg chg="addSp delSp modSp">
        <pc:chgData name="Olga Dzhurylo" userId="S::olga.dzhurylo@gigacloud.ua::13d52cbe-a7e1-41cf-b6af-4aeff943d513" providerId="AD" clId="Web-{3B98B9F1-A724-ED63-63DA-5743C020F3A3}" dt="2026-08-18T12:45:30.462" v="335"/>
        <pc:sldMkLst>
          <pc:docMk/>
          <pc:sldMk cId="1462344839" sldId="2187"/>
        </pc:sldMkLst>
        <pc:spChg chg="del">
          <ac:chgData name="Olga Dzhurylo" userId="S::olga.dzhurylo@gigacloud.ua::13d52cbe-a7e1-41cf-b6af-4aeff943d513" providerId="AD" clId="Web-{3B98B9F1-A724-ED63-63DA-5743C020F3A3}" dt="2026-08-18T12:37:14.067" v="269"/>
          <ac:spMkLst>
            <pc:docMk/>
            <pc:sldMk cId="1462344839" sldId="2187"/>
            <ac:spMk id="2" creationId="{A27B2405-2DF3-618B-8C6F-C69E19C48AFA}"/>
          </ac:spMkLst>
        </pc:spChg>
        <pc:spChg chg="mod">
          <ac:chgData name="Olga Dzhurylo" userId="S::olga.dzhurylo@gigacloud.ua::13d52cbe-a7e1-41cf-b6af-4aeff943d513" providerId="AD" clId="Web-{3B98B9F1-A724-ED63-63DA-5743C020F3A3}" dt="2026-08-18T12:37:07.957" v="266" actId="20577"/>
          <ac:spMkLst>
            <pc:docMk/>
            <pc:sldMk cId="1462344839" sldId="2187"/>
            <ac:spMk id="3" creationId="{02CF754F-096B-869A-1D8D-4C5CEA2FA59C}"/>
          </ac:spMkLst>
        </pc:spChg>
        <pc:spChg chg="del">
          <ac:chgData name="Olga Dzhurylo" userId="S::olga.dzhurylo@gigacloud.ua::13d52cbe-a7e1-41cf-b6af-4aeff943d513" providerId="AD" clId="Web-{3B98B9F1-A724-ED63-63DA-5743C020F3A3}" dt="2026-08-18T12:37:16.770" v="271"/>
          <ac:spMkLst>
            <pc:docMk/>
            <pc:sldMk cId="1462344839" sldId="2187"/>
            <ac:spMk id="4" creationId="{41C06EA6-C972-E54E-CE8F-6042F6EDBE0A}"/>
          </ac:spMkLst>
        </pc:spChg>
        <pc:spChg chg="del">
          <ac:chgData name="Olga Dzhurylo" userId="S::olga.dzhurylo@gigacloud.ua::13d52cbe-a7e1-41cf-b6af-4aeff943d513" providerId="AD" clId="Web-{3B98B9F1-A724-ED63-63DA-5743C020F3A3}" dt="2026-08-18T12:37:14.067" v="270"/>
          <ac:spMkLst>
            <pc:docMk/>
            <pc:sldMk cId="1462344839" sldId="2187"/>
            <ac:spMk id="5" creationId="{D4072C23-84A4-2C4A-6978-3DCAA92874D6}"/>
          </ac:spMkLst>
        </pc:spChg>
        <pc:spChg chg="del">
          <ac:chgData name="Olga Dzhurylo" userId="S::olga.dzhurylo@gigacloud.ua::13d52cbe-a7e1-41cf-b6af-4aeff943d513" providerId="AD" clId="Web-{3B98B9F1-A724-ED63-63DA-5743C020F3A3}" dt="2026-08-18T12:37:14.067" v="268"/>
          <ac:spMkLst>
            <pc:docMk/>
            <pc:sldMk cId="1462344839" sldId="2187"/>
            <ac:spMk id="6" creationId="{C27E090D-144F-B697-3C15-970AB130CF84}"/>
          </ac:spMkLst>
        </pc:spChg>
        <pc:spChg chg="del mo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7" creationId="{9DD9B8D6-4F23-0B3E-51DC-9ED5C905C89D}"/>
          </ac:spMkLst>
        </pc:spChg>
        <pc:spChg chg="del mod">
          <ac:chgData name="Olga Dzhurylo" userId="S::olga.dzhurylo@gigacloud.ua::13d52cbe-a7e1-41cf-b6af-4aeff943d513" providerId="AD" clId="Web-{3B98B9F1-A724-ED63-63DA-5743C020F3A3}" dt="2026-08-18T12:43:07.143" v="334"/>
          <ac:spMkLst>
            <pc:docMk/>
            <pc:sldMk cId="1462344839" sldId="2187"/>
            <ac:spMk id="8" creationId="{564C21B0-052B-C2EE-A624-A1B7932284D8}"/>
          </ac:spMkLst>
        </pc:spChg>
        <pc:spChg chg="add del mo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9" creationId="{0587851A-69FC-52FE-4DF3-E8CD0ED93692}"/>
          </ac:spMkLst>
        </pc:spChg>
        <pc:spChg chg="add del mo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10" creationId="{E80F6250-9E64-169B-4B7B-3F5DF2AF6368}"/>
          </ac:spMkLst>
        </pc:spChg>
        <pc:spChg chg="add del mo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11" creationId="{DDF3636C-24C2-1A25-3DAA-A447191EF823}"/>
          </ac:spMkLst>
        </pc:spChg>
        <pc:spChg chg="add del mo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12" creationId="{42C38EA8-3018-6C46-03D6-2F22988E909E}"/>
          </ac:spMkLst>
        </pc:spChg>
        <pc:spChg chg="add del mo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13" creationId="{FD50DACA-F100-8470-5DB7-93CE861D7685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3:07.143" v="334"/>
          <ac:spMkLst>
            <pc:docMk/>
            <pc:sldMk cId="1462344839" sldId="2187"/>
            <ac:spMk id="200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3:07.143" v="334"/>
          <ac:spMkLst>
            <pc:docMk/>
            <pc:sldMk cId="1462344839" sldId="2187"/>
            <ac:spMk id="201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3:07.143" v="334"/>
          <ac:spMkLst>
            <pc:docMk/>
            <pc:sldMk cId="1462344839" sldId="2187"/>
            <ac:spMk id="202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3:07.143" v="334"/>
          <ac:spMkLst>
            <pc:docMk/>
            <pc:sldMk cId="1462344839" sldId="2187"/>
            <ac:spMk id="203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3:07.143" v="334"/>
          <ac:spMkLst>
            <pc:docMk/>
            <pc:sldMk cId="1462344839" sldId="2187"/>
            <ac:spMk id="204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3:07.143" v="334"/>
          <ac:spMkLst>
            <pc:docMk/>
            <pc:sldMk cId="1462344839" sldId="2187"/>
            <ac:spMk id="205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300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301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45:30.462" v="335"/>
          <ac:spMkLst>
            <pc:docMk/>
            <pc:sldMk cId="1462344839" sldId="2187"/>
            <ac:spMk id="302" creationId="{00000000-0000-0000-0000-000000000000}"/>
          </ac:spMkLst>
        </pc:spChg>
      </pc:sldChg>
      <pc:sldChg chg="addSp modSp ord">
        <pc:chgData name="Olga Dzhurylo" userId="S::olga.dzhurylo@gigacloud.ua::13d52cbe-a7e1-41cf-b6af-4aeff943d513" providerId="AD" clId="Web-{3B98B9F1-A724-ED63-63DA-5743C020F3A3}" dt="2026-08-18T12:32:51.681" v="231" actId="20577"/>
        <pc:sldMkLst>
          <pc:docMk/>
          <pc:sldMk cId="2745177877" sldId="2188"/>
        </pc:sldMkLst>
        <pc:spChg chg="add mod">
          <ac:chgData name="Olga Dzhurylo" userId="S::olga.dzhurylo@gigacloud.ua::13d52cbe-a7e1-41cf-b6af-4aeff943d513" providerId="AD" clId="Web-{3B98B9F1-A724-ED63-63DA-5743C020F3A3}" dt="2026-08-18T12:31:21.646" v="189" actId="20577"/>
          <ac:spMkLst>
            <pc:docMk/>
            <pc:sldMk cId="2745177877" sldId="2188"/>
            <ac:spMk id="2" creationId="{AC3F0512-27D6-D34D-A593-93286AAB76AC}"/>
          </ac:spMkLst>
        </pc:spChg>
        <pc:spChg chg="mod">
          <ac:chgData name="Olga Dzhurylo" userId="S::olga.dzhurylo@gigacloud.ua::13d52cbe-a7e1-41cf-b6af-4aeff943d513" providerId="AD" clId="Web-{3B98B9F1-A724-ED63-63DA-5743C020F3A3}" dt="2026-08-18T12:29:25.016" v="159" actId="20577"/>
          <ac:spMkLst>
            <pc:docMk/>
            <pc:sldMk cId="2745177877" sldId="2188"/>
            <ac:spMk id="3" creationId="{AE684D4B-84F9-B7E3-CA43-035600DAAE1F}"/>
          </ac:spMkLst>
        </pc:spChg>
        <pc:spChg chg="mod">
          <ac:chgData name="Olga Dzhurylo" userId="S::olga.dzhurylo@gigacloud.ua::13d52cbe-a7e1-41cf-b6af-4aeff943d513" providerId="AD" clId="Web-{3B98B9F1-A724-ED63-63DA-5743C020F3A3}" dt="2026-08-18T12:31:19.412" v="188" actId="20577"/>
          <ac:spMkLst>
            <pc:docMk/>
            <pc:sldMk cId="2745177877" sldId="2188"/>
            <ac:spMk id="4" creationId="{62987FCA-69FC-CE30-B99C-0522013F4AB5}"/>
          </ac:spMkLst>
        </pc:spChg>
        <pc:spChg chg="mod">
          <ac:chgData name="Olga Dzhurylo" userId="S::olga.dzhurylo@gigacloud.ua::13d52cbe-a7e1-41cf-b6af-4aeff943d513" providerId="AD" clId="Web-{3B98B9F1-A724-ED63-63DA-5743C020F3A3}" dt="2026-08-18T12:32:51.681" v="231" actId="20577"/>
          <ac:spMkLst>
            <pc:docMk/>
            <pc:sldMk cId="2745177877" sldId="2188"/>
            <ac:spMk id="5" creationId="{4248B2E8-5FBC-63CC-18C3-AD696BA8827C}"/>
          </ac:spMkLst>
        </pc:spChg>
        <pc:spChg chg="add mod">
          <ac:chgData name="Olga Dzhurylo" userId="S::olga.dzhurylo@gigacloud.ua::13d52cbe-a7e1-41cf-b6af-4aeff943d513" providerId="AD" clId="Web-{3B98B9F1-A724-ED63-63DA-5743C020F3A3}" dt="2026-08-18T12:32:13.867" v="214" actId="20577"/>
          <ac:spMkLst>
            <pc:docMk/>
            <pc:sldMk cId="2745177877" sldId="2188"/>
            <ac:spMk id="6" creationId="{461B70D1-2F47-8E01-2F4A-B0AF698E3B57}"/>
          </ac:spMkLst>
        </pc:spChg>
      </pc:sldChg>
      <pc:sldChg chg="addSp delSp modSp mod modShow">
        <pc:chgData name="Olga Dzhurylo" userId="S::olga.dzhurylo@gigacloud.ua::13d52cbe-a7e1-41cf-b6af-4aeff943d513" providerId="AD" clId="Web-{3B98B9F1-A724-ED63-63DA-5743C020F3A3}" dt="2026-08-19T07:20:11.104" v="385"/>
        <pc:sldMkLst>
          <pc:docMk/>
          <pc:sldMk cId="1708500678" sldId="2189"/>
        </pc:sldMkLst>
        <pc:spChg chg="add del mod">
          <ac:chgData name="Olga Dzhurylo" userId="S::olga.dzhurylo@gigacloud.ua::13d52cbe-a7e1-41cf-b6af-4aeff943d513" providerId="AD" clId="Web-{3B98B9F1-A724-ED63-63DA-5743C020F3A3}" dt="2026-08-18T12:53:03.402" v="383"/>
          <ac:spMkLst>
            <pc:docMk/>
            <pc:sldMk cId="1708500678" sldId="2189"/>
            <ac:spMk id="2" creationId="{E3A1791B-DED2-0F27-F511-84B53F8BE015}"/>
          </ac:spMkLst>
        </pc:spChg>
        <pc:spChg chg="mod">
          <ac:chgData name="Olga Dzhurylo" userId="S::olga.dzhurylo@gigacloud.ua::13d52cbe-a7e1-41cf-b6af-4aeff943d513" providerId="AD" clId="Web-{3B98B9F1-A724-ED63-63DA-5743C020F3A3}" dt="2026-08-19T07:19:35.648" v="384" actId="20577"/>
          <ac:spMkLst>
            <pc:docMk/>
            <pc:sldMk cId="1708500678" sldId="2189"/>
            <ac:spMk id="3" creationId="{D2EF49F9-A5E5-535C-277C-58F2D568B7D7}"/>
          </ac:spMkLst>
        </pc:spChg>
        <pc:spChg chg="mod">
          <ac:chgData name="Olga Dzhurylo" userId="S::olga.dzhurylo@gigacloud.ua::13d52cbe-a7e1-41cf-b6af-4aeff943d513" providerId="AD" clId="Web-{3B98B9F1-A724-ED63-63DA-5743C020F3A3}" dt="2026-08-18T12:50:33.146" v="375" actId="20577"/>
          <ac:spMkLst>
            <pc:docMk/>
            <pc:sldMk cId="1708500678" sldId="2189"/>
            <ac:spMk id="4" creationId="{BB21B87B-3BD5-1186-E909-7699D5CA05D4}"/>
          </ac:spMkLst>
        </pc:spChg>
        <pc:spChg chg="del mod">
          <ac:chgData name="Olga Dzhurylo" userId="S::olga.dzhurylo@gigacloud.ua::13d52cbe-a7e1-41cf-b6af-4aeff943d513" providerId="AD" clId="Web-{3B98B9F1-A724-ED63-63DA-5743C020F3A3}" dt="2026-08-18T12:53:03.402" v="383"/>
          <ac:spMkLst>
            <pc:docMk/>
            <pc:sldMk cId="1708500678" sldId="2189"/>
            <ac:spMk id="5" creationId="{88DCA37E-02D8-E51C-A036-6BD81F40B066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53:03.402" v="383"/>
          <ac:spMkLst>
            <pc:docMk/>
            <pc:sldMk cId="1708500678" sldId="2189"/>
            <ac:spMk id="400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53:03.402" v="383"/>
          <ac:spMkLst>
            <pc:docMk/>
            <pc:sldMk cId="1708500678" sldId="2189"/>
            <ac:spMk id="401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53:03.402" v="383"/>
          <ac:spMkLst>
            <pc:docMk/>
            <pc:sldMk cId="1708500678" sldId="2189"/>
            <ac:spMk id="402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53:03.402" v="383"/>
          <ac:spMkLst>
            <pc:docMk/>
            <pc:sldMk cId="1708500678" sldId="2189"/>
            <ac:spMk id="403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53:03.402" v="383"/>
          <ac:spMkLst>
            <pc:docMk/>
            <pc:sldMk cId="1708500678" sldId="2189"/>
            <ac:spMk id="420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53:03.402" v="383"/>
          <ac:spMkLst>
            <pc:docMk/>
            <pc:sldMk cId="1708500678" sldId="2189"/>
            <ac:spMk id="430" creationId="{00000000-0000-0000-0000-000000000000}"/>
          </ac:spMkLst>
        </pc:spChg>
      </pc:sldChg>
      <pc:sldChg chg="addSp delSp modSp add ord replId">
        <pc:chgData name="Olga Dzhurylo" userId="S::olga.dzhurylo@gigacloud.ua::13d52cbe-a7e1-41cf-b6af-4aeff943d513" providerId="AD" clId="Web-{3B98B9F1-A724-ED63-63DA-5743C020F3A3}" dt="2026-08-18T12:37:10.098" v="267"/>
        <pc:sldMkLst>
          <pc:docMk/>
          <pc:sldMk cId="3909863747" sldId="2190"/>
        </pc:sldMkLst>
        <pc:spChg chg="mod">
          <ac:chgData name="Olga Dzhurylo" userId="S::olga.dzhurylo@gigacloud.ua::13d52cbe-a7e1-41cf-b6af-4aeff943d513" providerId="AD" clId="Web-{3B98B9F1-A724-ED63-63DA-5743C020F3A3}" dt="2026-08-18T12:34:07.747" v="237" actId="20577"/>
          <ac:spMkLst>
            <pc:docMk/>
            <pc:sldMk cId="3909863747" sldId="2190"/>
            <ac:spMk id="3" creationId="{755EA369-C9F3-F30E-B96C-33FA64F4A87C}"/>
          </ac:spMkLst>
        </pc:spChg>
        <pc:spChg chg="del mod">
          <ac:chgData name="Olga Dzhurylo" userId="S::olga.dzhurylo@gigacloud.ua::13d52cbe-a7e1-41cf-b6af-4aeff943d513" providerId="AD" clId="Web-{3B98B9F1-A724-ED63-63DA-5743C020F3A3}" dt="2026-08-18T12:37:10.098" v="267"/>
          <ac:spMkLst>
            <pc:docMk/>
            <pc:sldMk cId="3909863747" sldId="2190"/>
            <ac:spMk id="5" creationId="{BF15B827-704A-2CCD-A76A-C45B0B4D9D38}"/>
          </ac:spMkLst>
        </pc:spChg>
        <pc:spChg chg="del">
          <ac:chgData name="Olga Dzhurylo" userId="S::olga.dzhurylo@gigacloud.ua::13d52cbe-a7e1-41cf-b6af-4aeff943d513" providerId="AD" clId="Web-{3B98B9F1-A724-ED63-63DA-5743C020F3A3}" dt="2026-08-18T12:34:09.747" v="238"/>
          <ac:spMkLst>
            <pc:docMk/>
            <pc:sldMk cId="3909863747" sldId="2190"/>
            <ac:spMk id="6" creationId="{60B400B1-C125-D218-879D-FDA4E97D249D}"/>
          </ac:spMkLst>
        </pc:spChg>
        <pc:spChg chg="mod">
          <ac:chgData name="Olga Dzhurylo" userId="S::olga.dzhurylo@gigacloud.ua::13d52cbe-a7e1-41cf-b6af-4aeff943d513" providerId="AD" clId="Web-{3B98B9F1-A724-ED63-63DA-5743C020F3A3}" dt="2026-08-18T12:35:00.624" v="257" actId="1076"/>
          <ac:spMkLst>
            <pc:docMk/>
            <pc:sldMk cId="3909863747" sldId="2190"/>
            <ac:spMk id="7" creationId="{77AFB76D-5D32-49C8-3752-B25B9BA17477}"/>
          </ac:spMkLst>
        </pc:spChg>
        <pc:spChg chg="del">
          <ac:chgData name="Olga Dzhurylo" userId="S::olga.dzhurylo@gigacloud.ua::13d52cbe-a7e1-41cf-b6af-4aeff943d513" providerId="AD" clId="Web-{3B98B9F1-A724-ED63-63DA-5743C020F3A3}" dt="2026-08-18T12:35:03.171" v="258"/>
          <ac:spMkLst>
            <pc:docMk/>
            <pc:sldMk cId="3909863747" sldId="2190"/>
            <ac:spMk id="8" creationId="{0AC3D0B2-1963-FC3F-7759-E0F10EA52E6B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37:10.098" v="267"/>
          <ac:spMkLst>
            <pc:docMk/>
            <pc:sldMk cId="3909863747" sldId="2190"/>
            <ac:spMk id="100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37:10.098" v="267"/>
          <ac:spMkLst>
            <pc:docMk/>
            <pc:sldMk cId="3909863747" sldId="2190"/>
            <ac:spMk id="101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37:10.098" v="267"/>
          <ac:spMkLst>
            <pc:docMk/>
            <pc:sldMk cId="3909863747" sldId="2190"/>
            <ac:spMk id="102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37:10.098" v="267"/>
          <ac:spMkLst>
            <pc:docMk/>
            <pc:sldMk cId="3909863747" sldId="2190"/>
            <ac:spMk id="103" creationId="{00000000-0000-0000-0000-000000000000}"/>
          </ac:spMkLst>
        </pc:spChg>
        <pc:spChg chg="add">
          <ac:chgData name="Olga Dzhurylo" userId="S::olga.dzhurylo@gigacloud.ua::13d52cbe-a7e1-41cf-b6af-4aeff943d513" providerId="AD" clId="Web-{3B98B9F1-A724-ED63-63DA-5743C020F3A3}" dt="2026-08-18T12:37:10.098" v="267"/>
          <ac:spMkLst>
            <pc:docMk/>
            <pc:sldMk cId="3909863747" sldId="2190"/>
            <ac:spMk id="120" creationId="{00000000-0000-0000-0000-000000000000}"/>
          </ac:spMkLst>
        </pc:spChg>
      </pc:sldChg>
    </pc:docChg>
  </pc:docChgLst>
  <pc:docChgLst>
    <pc:chgData name="Olga Dzhurylo" userId="S::olga.dzhurylo@gigacloud.ua::13d52cbe-a7e1-41cf-b6af-4aeff943d513" providerId="AD" clId="Web-{CD43D757-7E71-6428-C618-46BF88450F3C}"/>
    <pc:docChg chg="addSld delSld modSld delSection modSection">
      <pc:chgData name="Olga Dzhurylo" userId="S::olga.dzhurylo@gigacloud.ua::13d52cbe-a7e1-41cf-b6af-4aeff943d513" providerId="AD" clId="Web-{CD43D757-7E71-6428-C618-46BF88450F3C}" dt="2026-08-05T15:29:00.819" v="179" actId="20577"/>
      <pc:docMkLst>
        <pc:docMk/>
      </pc:docMkLst>
      <pc:sldChg chg="modSp">
        <pc:chgData name="Olga Dzhurylo" userId="S::olga.dzhurylo@gigacloud.ua::13d52cbe-a7e1-41cf-b6af-4aeff943d513" providerId="AD" clId="Web-{CD43D757-7E71-6428-C618-46BF88450F3C}" dt="2026-08-05T15:20:34.583" v="12" actId="20577"/>
        <pc:sldMkLst>
          <pc:docMk/>
          <pc:sldMk cId="0" sldId="2129"/>
        </pc:sldMkLst>
        <pc:spChg chg="mod">
          <ac:chgData name="Olga Dzhurylo" userId="S::olga.dzhurylo@gigacloud.ua::13d52cbe-a7e1-41cf-b6af-4aeff943d513" providerId="AD" clId="Web-{CD43D757-7E71-6428-C618-46BF88450F3C}" dt="2026-08-05T15:20:34.583" v="12" actId="20577"/>
          <ac:spMkLst>
            <pc:docMk/>
            <pc:sldMk cId="0" sldId="2129"/>
            <ac:spMk id="4" creationId="{00000000-0000-0000-0000-000000000000}"/>
          </ac:spMkLst>
        </pc:spChg>
      </pc:sldChg>
      <pc:sldChg chg="delSp modSp">
        <pc:chgData name="Olga Dzhurylo" userId="S::olga.dzhurylo@gigacloud.ua::13d52cbe-a7e1-41cf-b6af-4aeff943d513" providerId="AD" clId="Web-{CD43D757-7E71-6428-C618-46BF88450F3C}" dt="2026-08-05T15:28:07.536" v="170" actId="20577"/>
        <pc:sldMkLst>
          <pc:docMk/>
          <pc:sldMk cId="2955025151" sldId="2176"/>
        </pc:sldMkLst>
        <pc:spChg chg="mod">
          <ac:chgData name="Olga Dzhurylo" userId="S::olga.dzhurylo@gigacloud.ua::13d52cbe-a7e1-41cf-b6af-4aeff943d513" providerId="AD" clId="Web-{CD43D757-7E71-6428-C618-46BF88450F3C}" dt="2026-08-05T15:23:03.400" v="70" actId="20577"/>
          <ac:spMkLst>
            <pc:docMk/>
            <pc:sldMk cId="2955025151" sldId="2176"/>
            <ac:spMk id="3" creationId="{0BE1B11E-22CD-7AB0-3EF0-AB27F9C97AAA}"/>
          </ac:spMkLst>
        </pc:spChg>
        <pc:spChg chg="mod">
          <ac:chgData name="Olga Dzhurylo" userId="S::olga.dzhurylo@gigacloud.ua::13d52cbe-a7e1-41cf-b6af-4aeff943d513" providerId="AD" clId="Web-{CD43D757-7E71-6428-C618-46BF88450F3C}" dt="2026-08-05T15:28:07.536" v="170" actId="20577"/>
          <ac:spMkLst>
            <pc:docMk/>
            <pc:sldMk cId="2955025151" sldId="2176"/>
            <ac:spMk id="5" creationId="{EB450857-78DD-7371-DC76-877EE4A921B9}"/>
          </ac:spMkLst>
        </pc:spChg>
      </pc:sldChg>
    </pc:docChg>
  </pc:docChgLst>
  <pc:docChgLst>
    <pc:chgData name="Olga Dzhurylo" userId="13d52cbe-a7e1-41cf-b6af-4aeff943d513" providerId="ADAL" clId="{8D08B47B-8A3D-5E53-BFBB-2951D29F4767}"/>
    <pc:docChg chg="undo custSel addSld delSld modSld modSection">
      <pc:chgData name="Olga Dzhurylo" userId="13d52cbe-a7e1-41cf-b6af-4aeff943d513" providerId="ADAL" clId="{8D08B47B-8A3D-5E53-BFBB-2951D29F4767}" dt="2026-08-10T13:31:32.258" v="1960" actId="20577"/>
      <pc:docMkLst>
        <pc:docMk/>
      </pc:docMkLst>
      <pc:sldChg chg="modSp mod">
        <pc:chgData name="Olga Dzhurylo" userId="13d52cbe-a7e1-41cf-b6af-4aeff943d513" providerId="ADAL" clId="{8D08B47B-8A3D-5E53-BFBB-2951D29F4767}" dt="2026-08-07T16:41:07.471" v="992" actId="20577"/>
        <pc:sldMkLst>
          <pc:docMk/>
          <pc:sldMk cId="0" sldId="2129"/>
        </pc:sldMkLst>
        <pc:spChg chg="mod">
          <ac:chgData name="Olga Dzhurylo" userId="13d52cbe-a7e1-41cf-b6af-4aeff943d513" providerId="ADAL" clId="{8D08B47B-8A3D-5E53-BFBB-2951D29F4767}" dt="2026-08-07T16:41:07.471" v="992" actId="20577"/>
          <ac:spMkLst>
            <pc:docMk/>
            <pc:sldMk cId="0" sldId="2129"/>
            <ac:spMk id="4" creationId="{00000000-0000-0000-0000-000000000000}"/>
          </ac:spMkLst>
        </pc:spChg>
      </pc:sldChg>
      <pc:sldChg chg="addSp delSp modSp mod">
        <pc:chgData name="Olga Dzhurylo" userId="13d52cbe-a7e1-41cf-b6af-4aeff943d513" providerId="ADAL" clId="{8D08B47B-8A3D-5E53-BFBB-2951D29F4767}" dt="2026-08-10T13:03:53.258" v="1503" actId="478"/>
        <pc:sldMkLst>
          <pc:docMk/>
          <pc:sldMk cId="2955025151" sldId="2176"/>
        </pc:sldMkLst>
        <pc:spChg chg="mod">
          <ac:chgData name="Olga Dzhurylo" userId="13d52cbe-a7e1-41cf-b6af-4aeff943d513" providerId="ADAL" clId="{8D08B47B-8A3D-5E53-BFBB-2951D29F4767}" dt="2026-08-07T16:41:33.014" v="1003" actId="20577"/>
          <ac:spMkLst>
            <pc:docMk/>
            <pc:sldMk cId="2955025151" sldId="2176"/>
            <ac:spMk id="3" creationId="{0BE1B11E-22CD-7AB0-3EF0-AB27F9C97AAA}"/>
          </ac:spMkLst>
        </pc:spChg>
        <pc:spChg chg="mod">
          <ac:chgData name="Olga Dzhurylo" userId="13d52cbe-a7e1-41cf-b6af-4aeff943d513" providerId="ADAL" clId="{8D08B47B-8A3D-5E53-BFBB-2951D29F4767}" dt="2026-08-10T13:01:26.931" v="1484" actId="20577"/>
          <ac:spMkLst>
            <pc:docMk/>
            <pc:sldMk cId="2955025151" sldId="2176"/>
            <ac:spMk id="5" creationId="{EB450857-78DD-7371-DC76-877EE4A921B9}"/>
          </ac:spMkLst>
        </pc:spChg>
        <pc:spChg chg="add mod">
          <ac:chgData name="Olga Dzhurylo" userId="13d52cbe-a7e1-41cf-b6af-4aeff943d513" providerId="ADAL" clId="{8D08B47B-8A3D-5E53-BFBB-2951D29F4767}" dt="2026-08-07T16:47:29.866" v="1046" actId="1076"/>
          <ac:spMkLst>
            <pc:docMk/>
            <pc:sldMk cId="2955025151" sldId="2176"/>
            <ac:spMk id="7" creationId="{8CA253C6-AC42-04C5-A0B4-A3AAED842BAA}"/>
          </ac:spMkLst>
        </pc:spChg>
      </pc:sldChg>
      <pc:sldChg chg="addSp modSp add mod">
        <pc:chgData name="Olga Dzhurylo" userId="13d52cbe-a7e1-41cf-b6af-4aeff943d513" providerId="ADAL" clId="{8D08B47B-8A3D-5E53-BFBB-2951D29F4767}" dt="2026-08-10T13:25:17.436" v="1834" actId="20577"/>
        <pc:sldMkLst>
          <pc:docMk/>
          <pc:sldMk cId="1462344839" sldId="2187"/>
        </pc:sldMkLst>
      </pc:sldChg>
      <pc:sldChg chg="delSp modSp add mod">
        <pc:chgData name="Olga Dzhurylo" userId="13d52cbe-a7e1-41cf-b6af-4aeff943d513" providerId="ADAL" clId="{8D08B47B-8A3D-5E53-BFBB-2951D29F4767}" dt="2026-08-10T13:28:42.976" v="1893" actId="12"/>
        <pc:sldMkLst>
          <pc:docMk/>
          <pc:sldMk cId="2745177877" sldId="2188"/>
        </pc:sldMkLst>
        <pc:spChg chg="mod">
          <ac:chgData name="Olga Dzhurylo" userId="13d52cbe-a7e1-41cf-b6af-4aeff943d513" providerId="ADAL" clId="{8D08B47B-8A3D-5E53-BFBB-2951D29F4767}" dt="2026-08-10T13:27:37.519" v="1865" actId="20577"/>
          <ac:spMkLst>
            <pc:docMk/>
            <pc:sldMk cId="2745177877" sldId="2188"/>
            <ac:spMk id="4" creationId="{62987FCA-69FC-CE30-B99C-0522013F4AB5}"/>
          </ac:spMkLst>
        </pc:spChg>
        <pc:spChg chg="mod">
          <ac:chgData name="Olga Dzhurylo" userId="13d52cbe-a7e1-41cf-b6af-4aeff943d513" providerId="ADAL" clId="{8D08B47B-8A3D-5E53-BFBB-2951D29F4767}" dt="2026-08-10T13:28:42.976" v="1893" actId="12"/>
          <ac:spMkLst>
            <pc:docMk/>
            <pc:sldMk cId="2745177877" sldId="2188"/>
            <ac:spMk id="5" creationId="{4248B2E8-5FBC-63CC-18C3-AD696BA8827C}"/>
          </ac:spMkLst>
        </pc:spChg>
      </pc:sldChg>
      <pc:sldChg chg="delSp modSp add mod">
        <pc:chgData name="Olga Dzhurylo" userId="13d52cbe-a7e1-41cf-b6af-4aeff943d513" providerId="ADAL" clId="{8D08B47B-8A3D-5E53-BFBB-2951D29F4767}" dt="2026-08-10T13:31:32.258" v="1960" actId="20577"/>
        <pc:sldMkLst>
          <pc:docMk/>
          <pc:sldMk cId="1708500678" sldId="2189"/>
        </pc:sldMkLst>
        <pc:spChg chg="mod">
          <ac:chgData name="Olga Dzhurylo" userId="13d52cbe-a7e1-41cf-b6af-4aeff943d513" providerId="ADAL" clId="{8D08B47B-8A3D-5E53-BFBB-2951D29F4767}" dt="2026-08-07T13:32:40.139" v="787" actId="20577"/>
          <ac:spMkLst>
            <pc:docMk/>
            <pc:sldMk cId="1708500678" sldId="2189"/>
            <ac:spMk id="3" creationId="{D2EF49F9-A5E5-535C-277C-58F2D568B7D7}"/>
          </ac:spMkLst>
        </pc:spChg>
        <pc:spChg chg="mod">
          <ac:chgData name="Olga Dzhurylo" userId="13d52cbe-a7e1-41cf-b6af-4aeff943d513" providerId="ADAL" clId="{8D08B47B-8A3D-5E53-BFBB-2951D29F4767}" dt="2026-08-07T13:36:04.405" v="961" actId="20577"/>
          <ac:spMkLst>
            <pc:docMk/>
            <pc:sldMk cId="1708500678" sldId="2189"/>
            <ac:spMk id="4" creationId="{BB21B87B-3BD5-1186-E909-7699D5CA05D4}"/>
          </ac:spMkLst>
        </pc:spChg>
      </pc:sldChg>
    </pc:docChg>
  </pc:docChgLst>
  <pc:docChgLst>
    <pc:chgData name="Olga Dzhurylo" userId="S::olga.dzhurylo@gigacloud.ua::13d52cbe-a7e1-41cf-b6af-4aeff943d513" providerId="AD" clId="Web-{1E810363-EA47-2CC7-A24F-828A8370D464}"/>
    <pc:docChg chg="addSld delSld modSld modSection">
      <pc:chgData name="Olga Dzhurylo" userId="S::olga.dzhurylo@gigacloud.ua::13d52cbe-a7e1-41cf-b6af-4aeff943d513" providerId="AD" clId="Web-{1E810363-EA47-2CC7-A24F-828A8370D464}" dt="2026-07-30T13:10:06.774" v="244" actId="1076"/>
      <pc:docMkLst>
        <pc:docMk/>
      </pc:docMkLst>
      <pc:sldChg chg="modSp">
        <pc:chgData name="Olga Dzhurylo" userId="S::olga.dzhurylo@gigacloud.ua::13d52cbe-a7e1-41cf-b6af-4aeff943d513" providerId="AD" clId="Web-{1E810363-EA47-2CC7-A24F-828A8370D464}" dt="2026-07-30T10:43:52.791" v="79" actId="20577"/>
        <pc:sldMkLst>
          <pc:docMk/>
          <pc:sldMk cId="2955025151" sldId="2176"/>
        </pc:sldMkLst>
        <pc:spChg chg="mod">
          <ac:chgData name="Olga Dzhurylo" userId="S::olga.dzhurylo@gigacloud.ua::13d52cbe-a7e1-41cf-b6af-4aeff943d513" providerId="AD" clId="Web-{1E810363-EA47-2CC7-A24F-828A8370D464}" dt="2026-07-30T10:43:52.791" v="79" actId="20577"/>
          <ac:spMkLst>
            <pc:docMk/>
            <pc:sldMk cId="2955025151" sldId="2176"/>
            <ac:spMk id="5" creationId="{EB450857-78DD-7371-DC76-877EE4A921B9}"/>
          </ac:spMkLst>
        </pc:spChg>
      </pc:sldChg>
    </pc:docChg>
  </pc:docChgLst>
  <pc:docChgLst>
    <pc:chgData name="Olga Dzhurylo" userId="S::olga.dzhurylo@gigacloud.ua::13d52cbe-a7e1-41cf-b6af-4aeff943d513" providerId="AD" clId="Web-{0007CE46-7150-7FAA-317D-9813357EC290}"/>
    <pc:docChg chg="modSld">
      <pc:chgData name="Olga Dzhurylo" userId="S::olga.dzhurylo@gigacloud.ua::13d52cbe-a7e1-41cf-b6af-4aeff943d513" providerId="AD" clId="Web-{0007CE46-7150-7FAA-317D-9813357EC290}" dt="2026-08-11T07:15:31.323" v="2" actId="20577"/>
      <pc:docMkLst>
        <pc:docMk/>
      </pc:docMkLst>
      <pc:sldChg chg="modSp">
        <pc:chgData name="Olga Dzhurylo" userId="S::olga.dzhurylo@gigacloud.ua::13d52cbe-a7e1-41cf-b6af-4aeff943d513" providerId="AD" clId="Web-{0007CE46-7150-7FAA-317D-9813357EC290}" dt="2026-08-11T07:15:31.323" v="2" actId="20577"/>
        <pc:sldMkLst>
          <pc:docMk/>
          <pc:sldMk cId="0" sldId="2129"/>
        </pc:sldMkLst>
        <pc:spChg chg="mod">
          <ac:chgData name="Olga Dzhurylo" userId="S::olga.dzhurylo@gigacloud.ua::13d52cbe-a7e1-41cf-b6af-4aeff943d513" providerId="AD" clId="Web-{0007CE46-7150-7FAA-317D-9813357EC290}" dt="2026-08-11T07:15:31.323" v="2" actId="20577"/>
          <ac:spMkLst>
            <pc:docMk/>
            <pc:sldMk cId="0" sldId="2129"/>
            <ac:spMk id="4" creationId="{00000000-0000-0000-0000-000000000000}"/>
          </ac:spMkLst>
        </pc:spChg>
      </pc:sldChg>
    </pc:docChg>
  </pc:docChgLst>
  <pc:docChgLst>
    <pc:chgData name="Olga Dzhurylo" userId="S::olga.dzhurylo@gigacloud.ua::13d52cbe-a7e1-41cf-b6af-4aeff943d513" providerId="AD" clId="Web-{1FE3034A-A9DB-C1DE-823B-43957557A6E6}"/>
    <pc:docChg chg="modSld">
      <pc:chgData name="Olga Dzhurylo" userId="S::olga.dzhurylo@gigacloud.ua::13d52cbe-a7e1-41cf-b6af-4aeff943d513" providerId="AD" clId="Web-{1FE3034A-A9DB-C1DE-823B-43957557A6E6}" dt="2026-08-19T09:53:23.886" v="1" actId="20577"/>
      <pc:docMkLst>
        <pc:docMk/>
      </pc:docMkLst>
      <pc:sldChg chg="modSp">
        <pc:chgData name="Olga Dzhurylo" userId="S::olga.dzhurylo@gigacloud.ua::13d52cbe-a7e1-41cf-b6af-4aeff943d513" providerId="AD" clId="Web-{1FE3034A-A9DB-C1DE-823B-43957557A6E6}" dt="2026-08-19T09:53:23.886" v="1" actId="20577"/>
        <pc:sldMkLst>
          <pc:docMk/>
          <pc:sldMk cId="0" sldId="2129"/>
        </pc:sldMkLst>
        <pc:spChg chg="mod">
          <ac:chgData name="Olga Dzhurylo" userId="S::olga.dzhurylo@gigacloud.ua::13d52cbe-a7e1-41cf-b6af-4aeff943d513" providerId="AD" clId="Web-{1FE3034A-A9DB-C1DE-823B-43957557A6E6}" dt="2026-08-19T09:53:23.886" v="1" actId="20577"/>
          <ac:spMkLst>
            <pc:docMk/>
            <pc:sldMk cId="0" sldId="2129"/>
            <ac:spMk id="4" creationId="{00000000-0000-0000-0000-000000000000}"/>
          </ac:spMkLst>
        </pc:spChg>
      </pc:sldChg>
    </pc:docChg>
  </pc:docChgLst>
  <pc:docChgLst>
    <pc:chgData name="Olga Dzhurylo" userId="S::olga.dzhurylo@gigacloud.ua::13d52cbe-a7e1-41cf-b6af-4aeff943d513" providerId="AD" clId="Web-{7F885872-6AEE-3415-FAC0-DBBD9DDE6008}"/>
    <pc:docChg chg="addSld delSld modSld modSection">
      <pc:chgData name="Olga Dzhurylo" userId="S::olga.dzhurylo@gigacloud.ua::13d52cbe-a7e1-41cf-b6af-4aeff943d513" providerId="AD" clId="Web-{7F885872-6AEE-3415-FAC0-DBBD9DDE6008}" dt="2026-08-03T11:32:14.767" v="50"/>
      <pc:docMkLst>
        <pc:docMk/>
      </pc:docMkLst>
    </pc:docChg>
  </pc:docChgLst>
  <pc:docChgLst>
    <pc:chgData name="Olga Dzhurylo" userId="S::olga.dzhurylo@gigacloud.ua::13d52cbe-a7e1-41cf-b6af-4aeff943d513" providerId="AD" clId="Web-{085EDD6C-6A67-F3FF-6C88-452272B34A92}"/>
    <pc:docChg chg="modSld">
      <pc:chgData name="Olga Dzhurylo" userId="S::olga.dzhurylo@gigacloud.ua::13d52cbe-a7e1-41cf-b6af-4aeff943d513" providerId="AD" clId="Web-{085EDD6C-6A67-F3FF-6C88-452272B34A92}" dt="2026-08-10T12:09:38.856" v="27" actId="20577"/>
      <pc:docMkLst>
        <pc:docMk/>
      </pc:docMkLst>
      <pc:sldChg chg="modSp">
        <pc:chgData name="Olga Dzhurylo" userId="S::olga.dzhurylo@gigacloud.ua::13d52cbe-a7e1-41cf-b6af-4aeff943d513" providerId="AD" clId="Web-{085EDD6C-6A67-F3FF-6C88-452272B34A92}" dt="2026-08-10T12:09:38.856" v="27" actId="20577"/>
        <pc:sldMkLst>
          <pc:docMk/>
          <pc:sldMk cId="2955025151" sldId="2176"/>
        </pc:sldMkLst>
        <pc:spChg chg="mod">
          <ac:chgData name="Olga Dzhurylo" userId="S::olga.dzhurylo@gigacloud.ua::13d52cbe-a7e1-41cf-b6af-4aeff943d513" providerId="AD" clId="Web-{085EDD6C-6A67-F3FF-6C88-452272B34A92}" dt="2026-08-10T12:08:13.150" v="0" actId="20577"/>
          <ac:spMkLst>
            <pc:docMk/>
            <pc:sldMk cId="2955025151" sldId="2176"/>
            <ac:spMk id="3" creationId="{0BE1B11E-22CD-7AB0-3EF0-AB27F9C97AAA}"/>
          </ac:spMkLst>
        </pc:spChg>
        <pc:spChg chg="mod">
          <ac:chgData name="Olga Dzhurylo" userId="S::olga.dzhurylo@gigacloud.ua::13d52cbe-a7e1-41cf-b6af-4aeff943d513" providerId="AD" clId="Web-{085EDD6C-6A67-F3FF-6C88-452272B34A92}" dt="2026-08-10T12:09:38.856" v="27" actId="20577"/>
          <ac:spMkLst>
            <pc:docMk/>
            <pc:sldMk cId="2955025151" sldId="2176"/>
            <ac:spMk id="5" creationId="{EB450857-78DD-7371-DC76-877EE4A921B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3586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Relationship Id="rId4" Type="http://schemas.openxmlformats.org/officeDocument/2006/relationships/image" Target="../media/image3.sv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svg"/><Relationship Id="rId5" Type="http://schemas.openxmlformats.org/officeDocument/2006/relationships/image" Target="../media/image10.svg"/><Relationship Id="rId6" Type="http://schemas.openxmlformats.org/officeDocument/2006/relationships/image" Target="../media/image11.svg"/><Relationship Id="rId7" Type="http://schemas.openxmlformats.org/officeDocument/2006/relationships/image" Target="../media/image12.svg"/><Relationship Id="rId8" Type="http://schemas.openxmlformats.org/officeDocument/2006/relationships/image" Target="../media/image13.svg"/><Relationship Id="rId9" Type="http://schemas.openxmlformats.org/officeDocument/2006/relationships/image" Target="../media/image14.svg"/><Relationship Id="rId10" Type="http://schemas.openxmlformats.org/officeDocument/2006/relationships/image" Target="../media/image15.svg"/><Relationship Id="rId11" Type="http://schemas.openxmlformats.org/officeDocument/2006/relationships/image" Target="../media/image16.svg"/><Relationship Id="rId12" Type="http://schemas.openxmlformats.org/officeDocument/2006/relationships/image" Target="../media/image1.svg"/><Relationship Id="rId1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image" Target="../media/image9.svg"/><Relationship Id="rId6" Type="http://schemas.openxmlformats.org/officeDocument/2006/relationships/image" Target="../media/image10.svg"/><Relationship Id="rId7" Type="http://schemas.openxmlformats.org/officeDocument/2006/relationships/image" Target="../media/image11.svg"/><Relationship Id="rId8" Type="http://schemas.openxmlformats.org/officeDocument/2006/relationships/image" Target="../media/image12.svg"/><Relationship Id="rId9" Type="http://schemas.openxmlformats.org/officeDocument/2006/relationships/image" Target="../media/image13.svg"/><Relationship Id="rId10" Type="http://schemas.openxmlformats.org/officeDocument/2006/relationships/image" Target="../media/image14.svg"/><Relationship Id="rId11" Type="http://schemas.openxmlformats.org/officeDocument/2006/relationships/image" Target="../media/image15.svg"/><Relationship Id="rId12" Type="http://schemas.openxmlformats.org/officeDocument/2006/relationships/image" Target="../media/image16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Relationship Id="rId8" Type="http://schemas.openxmlformats.org/officeDocument/2006/relationships/image" Target="../media/image11.svg"/><Relationship Id="rId9" Type="http://schemas.openxmlformats.org/officeDocument/2006/relationships/image" Target="../media/image12.svg"/><Relationship Id="rId10" Type="http://schemas.openxmlformats.org/officeDocument/2006/relationships/image" Target="../media/image13.svg"/><Relationship Id="rId11" Type="http://schemas.openxmlformats.org/officeDocument/2006/relationships/image" Target="../media/image14.svg"/><Relationship Id="rId12" Type="http://schemas.openxmlformats.org/officeDocument/2006/relationships/image" Target="../media/image15.svg"/><Relationship Id="rId13" Type="http://schemas.openxmlformats.org/officeDocument/2006/relationships/image" Target="../media/image1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image" Target="../media/image9.svg"/><Relationship Id="rId6" Type="http://schemas.openxmlformats.org/officeDocument/2006/relationships/image" Target="../media/image10.svg"/><Relationship Id="rId7" Type="http://schemas.openxmlformats.org/officeDocument/2006/relationships/image" Target="../media/image11.svg"/><Relationship Id="rId8" Type="http://schemas.openxmlformats.org/officeDocument/2006/relationships/image" Target="../media/image12.svg"/><Relationship Id="rId9" Type="http://schemas.openxmlformats.org/officeDocument/2006/relationships/image" Target="../media/image13.svg"/><Relationship Id="rId10" Type="http://schemas.openxmlformats.org/officeDocument/2006/relationships/image" Target="../media/image14.svg"/><Relationship Id="rId11" Type="http://schemas.openxmlformats.org/officeDocument/2006/relationships/image" Target="../media/image15.svg"/><Relationship Id="rId12" Type="http://schemas.openxmlformats.org/officeDocument/2006/relationships/image" Target="../media/image1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cloud 001 logomar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 ">
            <a:extLst>
              <a:ext uri="{FF2B5EF4-FFF2-40B4-BE49-F238E27FC236}">
                <a16:creationId xmlns:a16="http://schemas.microsoft.com/office/drawing/2014/main" id="{E007257A-37D3-5289-1E6E-3A62E6E57DC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2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29269" y="894"/>
            <a:ext cx="18554606" cy="13714214"/>
          </a:xfrm>
          <a:prstGeom prst="rect">
            <a:avLst/>
          </a:prstGeom>
        </p:spPr>
      </p:pic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C879E975-3D90-54DC-6565-C59974B71D7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35267" y="457200"/>
            <a:ext cx="14225778" cy="137160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DE44695-D98C-5541-0343-5E136333A76C}"/>
              </a:ext>
            </a:extLst>
          </p:cNvPr>
          <p:cNvGrpSpPr/>
          <p:nvPr userDrawn="1"/>
        </p:nvGrpSpPr>
        <p:grpSpPr>
          <a:xfrm>
            <a:off x="20560938" y="10054683"/>
            <a:ext cx="3863994" cy="2593699"/>
            <a:chOff x="13737788" y="6257975"/>
            <a:chExt cx="4550117" cy="3054258"/>
          </a:xfrm>
        </p:grpSpPr>
        <p:pic>
          <p:nvPicPr>
            <p:cNvPr id="3" name="Image 2" descr=" ">
              <a:extLst>
                <a:ext uri="{FF2B5EF4-FFF2-40B4-BE49-F238E27FC236}">
                  <a16:creationId xmlns:a16="http://schemas.microsoft.com/office/drawing/2014/main" id="{6B93EDB8-91ED-C664-7BFB-F14A2B306166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427675" y="6257975"/>
              <a:ext cx="1860230" cy="2995320"/>
            </a:xfrm>
            <a:prstGeom prst="rect">
              <a:avLst/>
            </a:prstGeom>
          </p:spPr>
        </p:pic>
        <p:pic>
          <p:nvPicPr>
            <p:cNvPr id="4" name="Image 3" descr=" ">
              <a:extLst>
                <a:ext uri="{FF2B5EF4-FFF2-40B4-BE49-F238E27FC236}">
                  <a16:creationId xmlns:a16="http://schemas.microsoft.com/office/drawing/2014/main" id="{856E2691-5A40-8B4B-DCB7-37E8DB246F1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737788" y="6257975"/>
              <a:ext cx="2323865" cy="30542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45142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cloud 002 logomar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0" descr=" ">
            <a:extLst>
              <a:ext uri="{FF2B5EF4-FFF2-40B4-BE49-F238E27FC236}">
                <a16:creationId xmlns:a16="http://schemas.microsoft.com/office/drawing/2014/main" id="{0AF73D9D-4608-A777-9F76-17570DF797C9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67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DE44695-D98C-5541-0343-5E136333A76C}"/>
              </a:ext>
            </a:extLst>
          </p:cNvPr>
          <p:cNvGrpSpPr/>
          <p:nvPr userDrawn="1"/>
        </p:nvGrpSpPr>
        <p:grpSpPr>
          <a:xfrm>
            <a:off x="20560938" y="10054683"/>
            <a:ext cx="3863994" cy="2593699"/>
            <a:chOff x="13737788" y="6257975"/>
            <a:chExt cx="4550117" cy="3054258"/>
          </a:xfrm>
        </p:grpSpPr>
        <p:pic>
          <p:nvPicPr>
            <p:cNvPr id="3" name="Image 2" descr=" ">
              <a:extLst>
                <a:ext uri="{FF2B5EF4-FFF2-40B4-BE49-F238E27FC236}">
                  <a16:creationId xmlns:a16="http://schemas.microsoft.com/office/drawing/2014/main" id="{6B93EDB8-91ED-C664-7BFB-F14A2B306166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427675" y="6257975"/>
              <a:ext cx="1860230" cy="2995320"/>
            </a:xfrm>
            <a:prstGeom prst="rect">
              <a:avLst/>
            </a:prstGeom>
          </p:spPr>
        </p:pic>
        <p:pic>
          <p:nvPicPr>
            <p:cNvPr id="4" name="Image 3" descr=" ">
              <a:extLst>
                <a:ext uri="{FF2B5EF4-FFF2-40B4-BE49-F238E27FC236}">
                  <a16:creationId xmlns:a16="http://schemas.microsoft.com/office/drawing/2014/main" id="{856E2691-5A40-8B4B-DCB7-37E8DB246F1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737788" y="6257975"/>
              <a:ext cx="2323865" cy="30542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07408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cloud 003 logomar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cloud on a black background&#10;&#10;Description automatically generated">
            <a:extLst>
              <a:ext uri="{FF2B5EF4-FFF2-40B4-BE49-F238E27FC236}">
                <a16:creationId xmlns:a16="http://schemas.microsoft.com/office/drawing/2014/main" id="{05A9DBE1-A2D0-615D-3356-A66F7F7588CC}"/>
              </a:ext>
            </a:extLst>
          </p:cNvPr>
          <p:cNvPicPr/>
          <p:nvPr userDrawn="1"/>
        </p:nvPicPr>
        <p:blipFill>
          <a:blip r:embed="rId2">
            <a:alphaModFix amt="4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8054784">
            <a:off x="5989627" y="-2955346"/>
            <a:ext cx="24923273" cy="24923273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E668151C-6BFE-6EFD-2AE3-09E682425B28}"/>
              </a:ext>
            </a:extLst>
          </p:cNvPr>
          <p:cNvGrpSpPr/>
          <p:nvPr userDrawn="1"/>
        </p:nvGrpSpPr>
        <p:grpSpPr>
          <a:xfrm>
            <a:off x="20560938" y="10054683"/>
            <a:ext cx="3863994" cy="2593699"/>
            <a:chOff x="13737788" y="6257975"/>
            <a:chExt cx="4550117" cy="3054258"/>
          </a:xfrm>
        </p:grpSpPr>
        <p:pic>
          <p:nvPicPr>
            <p:cNvPr id="9" name="Image 2" descr=" ">
              <a:extLst>
                <a:ext uri="{FF2B5EF4-FFF2-40B4-BE49-F238E27FC236}">
                  <a16:creationId xmlns:a16="http://schemas.microsoft.com/office/drawing/2014/main" id="{036E9C23-4817-5B6F-7540-8ABEFA90E356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6427675" y="6257975"/>
              <a:ext cx="1860230" cy="2995320"/>
            </a:xfrm>
            <a:prstGeom prst="rect">
              <a:avLst/>
            </a:prstGeom>
          </p:spPr>
        </p:pic>
        <p:pic>
          <p:nvPicPr>
            <p:cNvPr id="10" name="Image 3" descr=" ">
              <a:extLst>
                <a:ext uri="{FF2B5EF4-FFF2-40B4-BE49-F238E27FC236}">
                  <a16:creationId xmlns:a16="http://schemas.microsoft.com/office/drawing/2014/main" id="{CD24F111-B265-821F-BA66-82E3EE5B3368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737788" y="6257975"/>
              <a:ext cx="2323865" cy="30542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3467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ud 001 log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7529ACF-0936-B496-9E9C-324EAB59400D}"/>
              </a:ext>
            </a:extLst>
          </p:cNvPr>
          <p:cNvGrpSpPr/>
          <p:nvPr userDrawn="1"/>
        </p:nvGrpSpPr>
        <p:grpSpPr>
          <a:xfrm>
            <a:off x="1900575" y="11251628"/>
            <a:ext cx="5181572" cy="990470"/>
            <a:chOff x="2159270" y="11252199"/>
            <a:chExt cx="5182248" cy="990600"/>
          </a:xfrm>
        </p:grpSpPr>
        <p:pic>
          <p:nvPicPr>
            <p:cNvPr id="23" name="Image 2" descr=" ">
              <a:extLst>
                <a:ext uri="{FF2B5EF4-FFF2-40B4-BE49-F238E27FC236}">
                  <a16:creationId xmlns:a16="http://schemas.microsoft.com/office/drawing/2014/main" id="{A538C3DA-C482-B9F0-E813-2712142CE170}"/>
                </a:ext>
              </a:extLst>
            </p:cNvPr>
            <p:cNvPicPr/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2159270" y="11252199"/>
              <a:ext cx="5182248" cy="990600"/>
            </a:xfrm>
            <a:prstGeom prst="rect">
              <a:avLst/>
            </a:prstGeom>
          </p:spPr>
        </p:pic>
        <p:pic>
          <p:nvPicPr>
            <p:cNvPr id="24" name="Image 3" descr=" ">
              <a:extLst>
                <a:ext uri="{FF2B5EF4-FFF2-40B4-BE49-F238E27FC236}">
                  <a16:creationId xmlns:a16="http://schemas.microsoft.com/office/drawing/2014/main" id="{050C4D38-9856-6FA2-BF9B-C1FA1BED77E0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8879" y="11476224"/>
              <a:ext cx="416222" cy="548748"/>
            </a:xfrm>
            <a:prstGeom prst="rect">
              <a:avLst/>
            </a:prstGeom>
          </p:spPr>
        </p:pic>
        <p:pic>
          <p:nvPicPr>
            <p:cNvPr id="25" name="Image 4" descr=" ">
              <a:extLst>
                <a:ext uri="{FF2B5EF4-FFF2-40B4-BE49-F238E27FC236}">
                  <a16:creationId xmlns:a16="http://schemas.microsoft.com/office/drawing/2014/main" id="{6003CDCA-7154-5625-8F3A-C1C48A8C2C6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49525" y="11476224"/>
              <a:ext cx="122166" cy="538194"/>
            </a:xfrm>
            <a:prstGeom prst="rect">
              <a:avLst/>
            </a:prstGeom>
          </p:spPr>
        </p:pic>
        <p:pic>
          <p:nvPicPr>
            <p:cNvPr id="26" name="Image 5" descr=" ">
              <a:extLst>
                <a:ext uri="{FF2B5EF4-FFF2-40B4-BE49-F238E27FC236}">
                  <a16:creationId xmlns:a16="http://schemas.microsoft.com/office/drawing/2014/main" id="{83357103-62EA-FB5F-805F-A8F84F9AC56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45590" y="11629988"/>
              <a:ext cx="393607" cy="535167"/>
            </a:xfrm>
            <a:prstGeom prst="rect">
              <a:avLst/>
            </a:prstGeom>
          </p:spPr>
        </p:pic>
        <p:pic>
          <p:nvPicPr>
            <p:cNvPr id="27" name="Image 6" descr=" ">
              <a:extLst>
                <a:ext uri="{FF2B5EF4-FFF2-40B4-BE49-F238E27FC236}">
                  <a16:creationId xmlns:a16="http://schemas.microsoft.com/office/drawing/2014/main" id="{E1CBE81D-6085-AC62-7487-F9397055A4D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020619" y="11629988"/>
              <a:ext cx="390602" cy="394984"/>
            </a:xfrm>
            <a:prstGeom prst="rect">
              <a:avLst/>
            </a:prstGeom>
          </p:spPr>
        </p:pic>
        <p:pic>
          <p:nvPicPr>
            <p:cNvPr id="28" name="Image 7" descr=" ">
              <a:extLst>
                <a:ext uri="{FF2B5EF4-FFF2-40B4-BE49-F238E27FC236}">
                  <a16:creationId xmlns:a16="http://schemas.microsoft.com/office/drawing/2014/main" id="{0FAF53DA-FFEB-67C3-FBFC-4488C80C2F0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465497" y="11476205"/>
              <a:ext cx="416222" cy="548767"/>
            </a:xfrm>
            <a:prstGeom prst="rect">
              <a:avLst/>
            </a:prstGeom>
          </p:spPr>
        </p:pic>
        <p:pic>
          <p:nvPicPr>
            <p:cNvPr id="29" name="Image 8" descr=" ">
              <a:extLst>
                <a:ext uri="{FF2B5EF4-FFF2-40B4-BE49-F238E27FC236}">
                  <a16:creationId xmlns:a16="http://schemas.microsoft.com/office/drawing/2014/main" id="{E6C28C05-187D-9831-EAD9-CB982124EC2D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936026" y="11486778"/>
              <a:ext cx="95001" cy="527639"/>
            </a:xfrm>
            <a:prstGeom prst="rect">
              <a:avLst/>
            </a:prstGeom>
          </p:spPr>
        </p:pic>
        <p:pic>
          <p:nvPicPr>
            <p:cNvPr id="30" name="Image 9" descr=" ">
              <a:extLst>
                <a:ext uri="{FF2B5EF4-FFF2-40B4-BE49-F238E27FC236}">
                  <a16:creationId xmlns:a16="http://schemas.microsoft.com/office/drawing/2014/main" id="{84A82E41-924A-6F39-4E7A-A49C764A71A5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085319" y="11629988"/>
              <a:ext cx="392081" cy="394984"/>
            </a:xfrm>
            <a:prstGeom prst="rect">
              <a:avLst/>
            </a:prstGeom>
          </p:spPr>
        </p:pic>
        <p:pic>
          <p:nvPicPr>
            <p:cNvPr id="31" name="Image 10" descr=" ">
              <a:extLst>
                <a:ext uri="{FF2B5EF4-FFF2-40B4-BE49-F238E27FC236}">
                  <a16:creationId xmlns:a16="http://schemas.microsoft.com/office/drawing/2014/main" id="{6E350E90-437B-426C-A1C7-A4E3A083E6EA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531708" y="11640542"/>
              <a:ext cx="361946" cy="379909"/>
            </a:xfrm>
            <a:prstGeom prst="rect">
              <a:avLst/>
            </a:prstGeom>
          </p:spPr>
        </p:pic>
        <p:pic>
          <p:nvPicPr>
            <p:cNvPr id="32" name="Image 11" descr=" ">
              <a:extLst>
                <a:ext uri="{FF2B5EF4-FFF2-40B4-BE49-F238E27FC236}">
                  <a16:creationId xmlns:a16="http://schemas.microsoft.com/office/drawing/2014/main" id="{0554A386-61A1-F9FF-414E-A8F1142C4426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947927" y="11486790"/>
              <a:ext cx="393591" cy="538194"/>
            </a:xfrm>
            <a:prstGeom prst="rect">
              <a:avLst/>
            </a:prstGeom>
          </p:spPr>
        </p:pic>
      </p:grpSp>
      <p:pic>
        <p:nvPicPr>
          <p:cNvPr id="33" name="Image 0" descr=" ">
            <a:extLst>
              <a:ext uri="{FF2B5EF4-FFF2-40B4-BE49-F238E27FC236}">
                <a16:creationId xmlns:a16="http://schemas.microsoft.com/office/drawing/2014/main" id="{67672AD7-A110-F415-4C16-C694D85AAC0F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2000"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29269" y="894"/>
            <a:ext cx="18554606" cy="13714214"/>
          </a:xfrm>
          <a:prstGeom prst="rect">
            <a:avLst/>
          </a:prstGeom>
        </p:spPr>
      </p:pic>
      <p:pic>
        <p:nvPicPr>
          <p:cNvPr id="34" name="Image 1" descr=" ">
            <a:extLst>
              <a:ext uri="{FF2B5EF4-FFF2-40B4-BE49-F238E27FC236}">
                <a16:creationId xmlns:a16="http://schemas.microsoft.com/office/drawing/2014/main" id="{77F71496-092F-BBCB-531E-FF92268B49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735267" y="0"/>
            <a:ext cx="14225778" cy="13716000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cloud 002 logo">
    <p:bg>
      <p:bgPr>
        <a:solidFill>
          <a:schemeClr val="bg1">
            <a:alpha val="67000"/>
          </a:schemeClr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 descr=" ">
            <a:extLst>
              <a:ext uri="{FF2B5EF4-FFF2-40B4-BE49-F238E27FC236}">
                <a16:creationId xmlns:a16="http://schemas.microsoft.com/office/drawing/2014/main" id="{E01B50F5-5E4C-8FCA-D5B2-037F63E519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ACB9F28-A4E7-7A30-9295-045DE06BC129}"/>
              </a:ext>
            </a:extLst>
          </p:cNvPr>
          <p:cNvGrpSpPr/>
          <p:nvPr userDrawn="1"/>
        </p:nvGrpSpPr>
        <p:grpSpPr>
          <a:xfrm>
            <a:off x="1900575" y="11251628"/>
            <a:ext cx="5181572" cy="990470"/>
            <a:chOff x="2159270" y="11252199"/>
            <a:chExt cx="5182248" cy="990600"/>
          </a:xfrm>
        </p:grpSpPr>
        <p:pic>
          <p:nvPicPr>
            <p:cNvPr id="6" name="Image 2" descr=" ">
              <a:extLst>
                <a:ext uri="{FF2B5EF4-FFF2-40B4-BE49-F238E27FC236}">
                  <a16:creationId xmlns:a16="http://schemas.microsoft.com/office/drawing/2014/main" id="{AAAD6ABD-F54A-58EC-0F7B-0795F7D46E4A}"/>
                </a:ext>
              </a:extLst>
            </p:cNvPr>
            <p:cNvPicPr/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2159270" y="11252199"/>
              <a:ext cx="5182248" cy="990600"/>
            </a:xfrm>
            <a:prstGeom prst="rect">
              <a:avLst/>
            </a:prstGeom>
          </p:spPr>
        </p:pic>
        <p:pic>
          <p:nvPicPr>
            <p:cNvPr id="7" name="Image 3" descr=" ">
              <a:extLst>
                <a:ext uri="{FF2B5EF4-FFF2-40B4-BE49-F238E27FC236}">
                  <a16:creationId xmlns:a16="http://schemas.microsoft.com/office/drawing/2014/main" id="{ECD56FDF-A37F-4D0E-0C28-599C820C0BC9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48879" y="11476224"/>
              <a:ext cx="416222" cy="548748"/>
            </a:xfrm>
            <a:prstGeom prst="rect">
              <a:avLst/>
            </a:prstGeom>
          </p:spPr>
        </p:pic>
        <p:pic>
          <p:nvPicPr>
            <p:cNvPr id="8" name="Image 4" descr=" ">
              <a:extLst>
                <a:ext uri="{FF2B5EF4-FFF2-40B4-BE49-F238E27FC236}">
                  <a16:creationId xmlns:a16="http://schemas.microsoft.com/office/drawing/2014/main" id="{443B842B-25AB-5098-BAFA-98B166B944E7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49525" y="11476224"/>
              <a:ext cx="122166" cy="538194"/>
            </a:xfrm>
            <a:prstGeom prst="rect">
              <a:avLst/>
            </a:prstGeom>
          </p:spPr>
        </p:pic>
        <p:pic>
          <p:nvPicPr>
            <p:cNvPr id="9" name="Image 5" descr=" ">
              <a:extLst>
                <a:ext uri="{FF2B5EF4-FFF2-40B4-BE49-F238E27FC236}">
                  <a16:creationId xmlns:a16="http://schemas.microsoft.com/office/drawing/2014/main" id="{91D7C0C0-D83D-E948-8353-4DEE7A8D974A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545590" y="11629988"/>
              <a:ext cx="393607" cy="535167"/>
            </a:xfrm>
            <a:prstGeom prst="rect">
              <a:avLst/>
            </a:prstGeom>
          </p:spPr>
        </p:pic>
        <p:pic>
          <p:nvPicPr>
            <p:cNvPr id="10" name="Image 6" descr=" ">
              <a:extLst>
                <a:ext uri="{FF2B5EF4-FFF2-40B4-BE49-F238E27FC236}">
                  <a16:creationId xmlns:a16="http://schemas.microsoft.com/office/drawing/2014/main" id="{AF3C9983-2905-180A-DD9F-E077DCD5624A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020619" y="11629988"/>
              <a:ext cx="390602" cy="394984"/>
            </a:xfrm>
            <a:prstGeom prst="rect">
              <a:avLst/>
            </a:prstGeom>
          </p:spPr>
        </p:pic>
        <p:pic>
          <p:nvPicPr>
            <p:cNvPr id="11" name="Image 7" descr=" ">
              <a:extLst>
                <a:ext uri="{FF2B5EF4-FFF2-40B4-BE49-F238E27FC236}">
                  <a16:creationId xmlns:a16="http://schemas.microsoft.com/office/drawing/2014/main" id="{EACC2340-9024-0C2A-F2B4-09133FA97E4C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65497" y="11476205"/>
              <a:ext cx="416222" cy="548767"/>
            </a:xfrm>
            <a:prstGeom prst="rect">
              <a:avLst/>
            </a:prstGeom>
          </p:spPr>
        </p:pic>
        <p:pic>
          <p:nvPicPr>
            <p:cNvPr id="12" name="Image 8" descr=" ">
              <a:extLst>
                <a:ext uri="{FF2B5EF4-FFF2-40B4-BE49-F238E27FC236}">
                  <a16:creationId xmlns:a16="http://schemas.microsoft.com/office/drawing/2014/main" id="{074A264C-05C7-ACBF-901A-698266270D3C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936026" y="11486778"/>
              <a:ext cx="95001" cy="527639"/>
            </a:xfrm>
            <a:prstGeom prst="rect">
              <a:avLst/>
            </a:prstGeom>
          </p:spPr>
        </p:pic>
        <p:pic>
          <p:nvPicPr>
            <p:cNvPr id="13" name="Image 9" descr=" ">
              <a:extLst>
                <a:ext uri="{FF2B5EF4-FFF2-40B4-BE49-F238E27FC236}">
                  <a16:creationId xmlns:a16="http://schemas.microsoft.com/office/drawing/2014/main" id="{7546BEF7-1BF9-6E8E-4168-8A1C5E5D070C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085319" y="11629988"/>
              <a:ext cx="392081" cy="394984"/>
            </a:xfrm>
            <a:prstGeom prst="rect">
              <a:avLst/>
            </a:prstGeom>
          </p:spPr>
        </p:pic>
        <p:pic>
          <p:nvPicPr>
            <p:cNvPr id="14" name="Image 10" descr=" ">
              <a:extLst>
                <a:ext uri="{FF2B5EF4-FFF2-40B4-BE49-F238E27FC236}">
                  <a16:creationId xmlns:a16="http://schemas.microsoft.com/office/drawing/2014/main" id="{D316F104-75B9-2BA7-6258-4ADCC60CA44E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531708" y="11640542"/>
              <a:ext cx="361946" cy="379909"/>
            </a:xfrm>
            <a:prstGeom prst="rect">
              <a:avLst/>
            </a:prstGeom>
          </p:spPr>
        </p:pic>
        <p:pic>
          <p:nvPicPr>
            <p:cNvPr id="15" name="Image 11" descr=" ">
              <a:extLst>
                <a:ext uri="{FF2B5EF4-FFF2-40B4-BE49-F238E27FC236}">
                  <a16:creationId xmlns:a16="http://schemas.microsoft.com/office/drawing/2014/main" id="{78E29749-3534-9C66-CF32-FB0D03CAB98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947927" y="11486790"/>
              <a:ext cx="393591" cy="5381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4677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cloud 003 logo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cloud on a black background&#10;&#10;Description automatically generated">
            <a:extLst>
              <a:ext uri="{FF2B5EF4-FFF2-40B4-BE49-F238E27FC236}">
                <a16:creationId xmlns:a16="http://schemas.microsoft.com/office/drawing/2014/main" id="{05A9DBE1-A2D0-615D-3356-A66F7F7588CC}"/>
              </a:ext>
            </a:extLst>
          </p:cNvPr>
          <p:cNvPicPr/>
          <p:nvPr userDrawn="1"/>
        </p:nvPicPr>
        <p:blipFill>
          <a:blip r:embed="rId2">
            <a:alphaModFix amt="4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8054784">
            <a:off x="5989627" y="-2955346"/>
            <a:ext cx="24923273" cy="24923273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94BA8A8-FD06-B96C-2F2D-78D58320D01F}"/>
              </a:ext>
            </a:extLst>
          </p:cNvPr>
          <p:cNvGrpSpPr/>
          <p:nvPr userDrawn="1"/>
        </p:nvGrpSpPr>
        <p:grpSpPr>
          <a:xfrm>
            <a:off x="1900575" y="11251628"/>
            <a:ext cx="5181572" cy="990470"/>
            <a:chOff x="2159270" y="11252199"/>
            <a:chExt cx="5182248" cy="990600"/>
          </a:xfrm>
        </p:grpSpPr>
        <p:pic>
          <p:nvPicPr>
            <p:cNvPr id="4" name="Image 2" descr=" ">
              <a:extLst>
                <a:ext uri="{FF2B5EF4-FFF2-40B4-BE49-F238E27FC236}">
                  <a16:creationId xmlns:a16="http://schemas.microsoft.com/office/drawing/2014/main" id="{24129047-BEE5-129F-9F2B-910FB7777FB1}"/>
                </a:ext>
              </a:extLst>
            </p:cNvPr>
            <p:cNvPicPr/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2159270" y="11252199"/>
              <a:ext cx="5182248" cy="990600"/>
            </a:xfrm>
            <a:prstGeom prst="rect">
              <a:avLst/>
            </a:prstGeom>
          </p:spPr>
        </p:pic>
        <p:pic>
          <p:nvPicPr>
            <p:cNvPr id="5" name="Image 3" descr=" ">
              <a:extLst>
                <a:ext uri="{FF2B5EF4-FFF2-40B4-BE49-F238E27FC236}">
                  <a16:creationId xmlns:a16="http://schemas.microsoft.com/office/drawing/2014/main" id="{4970D349-2489-D6D9-C4DB-CA21B2019D9E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48879" y="11476224"/>
              <a:ext cx="416222" cy="548748"/>
            </a:xfrm>
            <a:prstGeom prst="rect">
              <a:avLst/>
            </a:prstGeom>
          </p:spPr>
        </p:pic>
        <p:pic>
          <p:nvPicPr>
            <p:cNvPr id="6" name="Image 4" descr=" ">
              <a:extLst>
                <a:ext uri="{FF2B5EF4-FFF2-40B4-BE49-F238E27FC236}">
                  <a16:creationId xmlns:a16="http://schemas.microsoft.com/office/drawing/2014/main" id="{506D0A6D-252C-3986-3D37-922C9E3945D5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349525" y="11476224"/>
              <a:ext cx="122166" cy="538194"/>
            </a:xfrm>
            <a:prstGeom prst="rect">
              <a:avLst/>
            </a:prstGeom>
          </p:spPr>
        </p:pic>
        <p:pic>
          <p:nvPicPr>
            <p:cNvPr id="7" name="Image 5" descr=" ">
              <a:extLst>
                <a:ext uri="{FF2B5EF4-FFF2-40B4-BE49-F238E27FC236}">
                  <a16:creationId xmlns:a16="http://schemas.microsoft.com/office/drawing/2014/main" id="{FA5B8367-FD47-F9AD-D69A-1082E507955C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45590" y="11629988"/>
              <a:ext cx="393607" cy="535167"/>
            </a:xfrm>
            <a:prstGeom prst="rect">
              <a:avLst/>
            </a:prstGeom>
          </p:spPr>
        </p:pic>
        <p:pic>
          <p:nvPicPr>
            <p:cNvPr id="8" name="Image 6" descr=" ">
              <a:extLst>
                <a:ext uri="{FF2B5EF4-FFF2-40B4-BE49-F238E27FC236}">
                  <a16:creationId xmlns:a16="http://schemas.microsoft.com/office/drawing/2014/main" id="{53DD5FA6-2BF7-A84C-E26E-31AAFE07E223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20619" y="11629988"/>
              <a:ext cx="390602" cy="394984"/>
            </a:xfrm>
            <a:prstGeom prst="rect">
              <a:avLst/>
            </a:prstGeom>
          </p:spPr>
        </p:pic>
        <p:pic>
          <p:nvPicPr>
            <p:cNvPr id="9" name="Image 7" descr=" ">
              <a:extLst>
                <a:ext uri="{FF2B5EF4-FFF2-40B4-BE49-F238E27FC236}">
                  <a16:creationId xmlns:a16="http://schemas.microsoft.com/office/drawing/2014/main" id="{E7F76F3E-7ECB-08F1-B88B-5AC9FF649289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65497" y="11476205"/>
              <a:ext cx="416222" cy="548767"/>
            </a:xfrm>
            <a:prstGeom prst="rect">
              <a:avLst/>
            </a:prstGeom>
          </p:spPr>
        </p:pic>
        <p:pic>
          <p:nvPicPr>
            <p:cNvPr id="10" name="Image 8" descr=" ">
              <a:extLst>
                <a:ext uri="{FF2B5EF4-FFF2-40B4-BE49-F238E27FC236}">
                  <a16:creationId xmlns:a16="http://schemas.microsoft.com/office/drawing/2014/main" id="{23C1B03F-71FB-E293-B8B2-8BD73D49F0D2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936026" y="11486778"/>
              <a:ext cx="95001" cy="527639"/>
            </a:xfrm>
            <a:prstGeom prst="rect">
              <a:avLst/>
            </a:prstGeom>
          </p:spPr>
        </p:pic>
        <p:pic>
          <p:nvPicPr>
            <p:cNvPr id="11" name="Image 9" descr=" ">
              <a:extLst>
                <a:ext uri="{FF2B5EF4-FFF2-40B4-BE49-F238E27FC236}">
                  <a16:creationId xmlns:a16="http://schemas.microsoft.com/office/drawing/2014/main" id="{98CEBCF6-C88E-886F-E486-C7B86A2E9FC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085319" y="11629988"/>
              <a:ext cx="392081" cy="394984"/>
            </a:xfrm>
            <a:prstGeom prst="rect">
              <a:avLst/>
            </a:prstGeom>
          </p:spPr>
        </p:pic>
        <p:pic>
          <p:nvPicPr>
            <p:cNvPr id="12" name="Image 10" descr=" ">
              <a:extLst>
                <a:ext uri="{FF2B5EF4-FFF2-40B4-BE49-F238E27FC236}">
                  <a16:creationId xmlns:a16="http://schemas.microsoft.com/office/drawing/2014/main" id="{FB1CB0D2-5FF7-3B29-7294-65796AF49A5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531708" y="11640542"/>
              <a:ext cx="361946" cy="379909"/>
            </a:xfrm>
            <a:prstGeom prst="rect">
              <a:avLst/>
            </a:prstGeom>
          </p:spPr>
        </p:pic>
        <p:pic>
          <p:nvPicPr>
            <p:cNvPr id="13" name="Image 11" descr=" ">
              <a:extLst>
                <a:ext uri="{FF2B5EF4-FFF2-40B4-BE49-F238E27FC236}">
                  <a16:creationId xmlns:a16="http://schemas.microsoft.com/office/drawing/2014/main" id="{5EC0F669-933F-D8C9-A832-800FDB53E5BE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947927" y="11486790"/>
              <a:ext cx="393591" cy="5381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0911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cloud 001 without logo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36318F4C-EACE-A4F7-FFF2-83AB4C30FA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35267" y="0"/>
            <a:ext cx="14225778" cy="13716000"/>
          </a:xfrm>
          <a:prstGeom prst="rect">
            <a:avLst/>
          </a:prstGeom>
        </p:spPr>
      </p:pic>
      <p:pic>
        <p:nvPicPr>
          <p:cNvPr id="2" name="Image 0" descr=" ">
            <a:extLst>
              <a:ext uri="{FF2B5EF4-FFF2-40B4-BE49-F238E27FC236}">
                <a16:creationId xmlns:a16="http://schemas.microsoft.com/office/drawing/2014/main" id="{4FDD332F-F66C-CE49-FF31-D0F9C1662B7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2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9269" y="894"/>
            <a:ext cx="18554606" cy="13714214"/>
          </a:xfrm>
          <a:prstGeom prst="rect">
            <a:avLst/>
          </a:prstGeom>
        </p:spPr>
      </p:pic>
      <p:pic>
        <p:nvPicPr>
          <p:cNvPr id="4" name="Image 1" descr=" ">
            <a:extLst>
              <a:ext uri="{FF2B5EF4-FFF2-40B4-BE49-F238E27FC236}">
                <a16:creationId xmlns:a16="http://schemas.microsoft.com/office/drawing/2014/main" id="{70E7B852-4439-4941-6F15-CF236F044A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87667" y="-5255"/>
            <a:ext cx="1422577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21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cloud 002 without logo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 ">
            <a:extLst>
              <a:ext uri="{FF2B5EF4-FFF2-40B4-BE49-F238E27FC236}">
                <a16:creationId xmlns:a16="http://schemas.microsoft.com/office/drawing/2014/main" id="{A145C291-BDA6-629E-1A75-ED460067AB3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67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980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65" userDrawn="1">
          <p15:clr>
            <a:srgbClr val="FBAE40"/>
          </p15:clr>
        </p15:guide>
        <p15:guide id="2" pos="7681" userDrawn="1">
          <p15:clr>
            <a:srgbClr val="FBAE40"/>
          </p15:clr>
        </p15:guide>
        <p15:guide id="3" pos="1285" userDrawn="1">
          <p15:clr>
            <a:srgbClr val="FBAE40"/>
          </p15:clr>
        </p15:guide>
        <p15:guide id="4" pos="14031" userDrawn="1">
          <p15:clr>
            <a:srgbClr val="FBAE40"/>
          </p15:clr>
        </p15:guide>
        <p15:guide id="5" orient="horz" pos="873" userDrawn="1">
          <p15:clr>
            <a:srgbClr val="FBAE40"/>
          </p15:clr>
        </p15:guide>
        <p15:guide id="6" orient="horz" pos="1689" userDrawn="1">
          <p15:clr>
            <a:srgbClr val="FBAE40"/>
          </p15:clr>
        </p15:guide>
        <p15:guide id="7" orient="horz" pos="2075" userDrawn="1">
          <p15:clr>
            <a:srgbClr val="FBAE40"/>
          </p15:clr>
        </p15:guide>
        <p15:guide id="8" orient="horz" pos="6724" userDrawn="1">
          <p15:clr>
            <a:srgbClr val="FBAE40"/>
          </p15:clr>
        </p15:guide>
        <p15:guide id="9" orient="horz" pos="7223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cloud 003 without logo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cloud on a black background&#10;&#10;Description automatically generated">
            <a:extLst>
              <a:ext uri="{FF2B5EF4-FFF2-40B4-BE49-F238E27FC236}">
                <a16:creationId xmlns:a16="http://schemas.microsoft.com/office/drawing/2014/main" id="{05A9DBE1-A2D0-615D-3356-A66F7F7588CC}"/>
              </a:ext>
            </a:extLst>
          </p:cNvPr>
          <p:cNvPicPr/>
          <p:nvPr userDrawn="1"/>
        </p:nvPicPr>
        <p:blipFill>
          <a:blip r:embed="rId2">
            <a:alphaModFix amt="4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8054784">
            <a:off x="5989627" y="-2955346"/>
            <a:ext cx="24923273" cy="24923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422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no cloud no logo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3425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1_Пустой слайд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0DEF975-B36E-B2B6-F0D9-6C6464E1AD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189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1_Пустой слайд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0DEF975-B36E-B2B6-F0D9-6C6464E1AD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B153CD1-D259-D43C-27B8-659F652E4F41}"/>
              </a:ext>
            </a:extLst>
          </p:cNvPr>
          <p:cNvGrpSpPr/>
          <p:nvPr userDrawn="1"/>
        </p:nvGrpSpPr>
        <p:grpSpPr>
          <a:xfrm>
            <a:off x="1900575" y="11251628"/>
            <a:ext cx="5181572" cy="990470"/>
            <a:chOff x="2159270" y="11252199"/>
            <a:chExt cx="5182248" cy="990600"/>
          </a:xfrm>
        </p:grpSpPr>
        <p:pic>
          <p:nvPicPr>
            <p:cNvPr id="3" name="Image 2" descr=" ">
              <a:extLst>
                <a:ext uri="{FF2B5EF4-FFF2-40B4-BE49-F238E27FC236}">
                  <a16:creationId xmlns:a16="http://schemas.microsoft.com/office/drawing/2014/main" id="{43987BBE-AE9F-36DF-5771-B002F8D27047}"/>
                </a:ext>
              </a:extLst>
            </p:cNvPr>
            <p:cNvPicPr/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2159270" y="11252199"/>
              <a:ext cx="5182248" cy="990600"/>
            </a:xfrm>
            <a:prstGeom prst="rect">
              <a:avLst/>
            </a:prstGeom>
          </p:spPr>
        </p:pic>
        <p:pic>
          <p:nvPicPr>
            <p:cNvPr id="4" name="Image 3" descr=" ">
              <a:extLst>
                <a:ext uri="{FF2B5EF4-FFF2-40B4-BE49-F238E27FC236}">
                  <a16:creationId xmlns:a16="http://schemas.microsoft.com/office/drawing/2014/main" id="{B5C4D819-6739-AFA5-5FC1-12D1AED6CAE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48879" y="11476224"/>
              <a:ext cx="416222" cy="548748"/>
            </a:xfrm>
            <a:prstGeom prst="rect">
              <a:avLst/>
            </a:prstGeom>
          </p:spPr>
        </p:pic>
        <p:pic>
          <p:nvPicPr>
            <p:cNvPr id="6" name="Image 4" descr=" ">
              <a:extLst>
                <a:ext uri="{FF2B5EF4-FFF2-40B4-BE49-F238E27FC236}">
                  <a16:creationId xmlns:a16="http://schemas.microsoft.com/office/drawing/2014/main" id="{0D637622-618F-613E-87E8-660308ECBCE1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49525" y="11476224"/>
              <a:ext cx="122166" cy="538194"/>
            </a:xfrm>
            <a:prstGeom prst="rect">
              <a:avLst/>
            </a:prstGeom>
          </p:spPr>
        </p:pic>
        <p:pic>
          <p:nvPicPr>
            <p:cNvPr id="7" name="Image 5" descr=" ">
              <a:extLst>
                <a:ext uri="{FF2B5EF4-FFF2-40B4-BE49-F238E27FC236}">
                  <a16:creationId xmlns:a16="http://schemas.microsoft.com/office/drawing/2014/main" id="{DAEE38B5-46D3-F2DF-14CD-E188A8694E39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545590" y="11629988"/>
              <a:ext cx="393607" cy="535167"/>
            </a:xfrm>
            <a:prstGeom prst="rect">
              <a:avLst/>
            </a:prstGeom>
          </p:spPr>
        </p:pic>
        <p:pic>
          <p:nvPicPr>
            <p:cNvPr id="8" name="Image 6" descr=" ">
              <a:extLst>
                <a:ext uri="{FF2B5EF4-FFF2-40B4-BE49-F238E27FC236}">
                  <a16:creationId xmlns:a16="http://schemas.microsoft.com/office/drawing/2014/main" id="{61F42E1D-C3A6-5B7F-76A2-0B7D12DDD8A5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020619" y="11629988"/>
              <a:ext cx="390602" cy="394984"/>
            </a:xfrm>
            <a:prstGeom prst="rect">
              <a:avLst/>
            </a:prstGeom>
          </p:spPr>
        </p:pic>
        <p:pic>
          <p:nvPicPr>
            <p:cNvPr id="9" name="Image 7" descr=" ">
              <a:extLst>
                <a:ext uri="{FF2B5EF4-FFF2-40B4-BE49-F238E27FC236}">
                  <a16:creationId xmlns:a16="http://schemas.microsoft.com/office/drawing/2014/main" id="{D90BFC63-DFFE-2356-46B6-8DD013B4B7F2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65497" y="11476205"/>
              <a:ext cx="416222" cy="548767"/>
            </a:xfrm>
            <a:prstGeom prst="rect">
              <a:avLst/>
            </a:prstGeom>
          </p:spPr>
        </p:pic>
        <p:pic>
          <p:nvPicPr>
            <p:cNvPr id="10" name="Image 8" descr=" ">
              <a:extLst>
                <a:ext uri="{FF2B5EF4-FFF2-40B4-BE49-F238E27FC236}">
                  <a16:creationId xmlns:a16="http://schemas.microsoft.com/office/drawing/2014/main" id="{8844126F-54BB-1DB0-874C-D7A8E1BB3B3A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936026" y="11486778"/>
              <a:ext cx="95001" cy="527639"/>
            </a:xfrm>
            <a:prstGeom prst="rect">
              <a:avLst/>
            </a:prstGeom>
          </p:spPr>
        </p:pic>
        <p:pic>
          <p:nvPicPr>
            <p:cNvPr id="11" name="Image 9" descr=" ">
              <a:extLst>
                <a:ext uri="{FF2B5EF4-FFF2-40B4-BE49-F238E27FC236}">
                  <a16:creationId xmlns:a16="http://schemas.microsoft.com/office/drawing/2014/main" id="{F7DFB06E-86A5-3BE8-AD78-4C19C5B61CCA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085319" y="11629988"/>
              <a:ext cx="392081" cy="394984"/>
            </a:xfrm>
            <a:prstGeom prst="rect">
              <a:avLst/>
            </a:prstGeom>
          </p:spPr>
        </p:pic>
        <p:pic>
          <p:nvPicPr>
            <p:cNvPr id="12" name="Image 10" descr=" ">
              <a:extLst>
                <a:ext uri="{FF2B5EF4-FFF2-40B4-BE49-F238E27FC236}">
                  <a16:creationId xmlns:a16="http://schemas.microsoft.com/office/drawing/2014/main" id="{0BCBDF72-611A-8ADF-B4C5-67091D3504BE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531708" y="11640542"/>
              <a:ext cx="361946" cy="379909"/>
            </a:xfrm>
            <a:prstGeom prst="rect">
              <a:avLst/>
            </a:prstGeom>
          </p:spPr>
        </p:pic>
        <p:pic>
          <p:nvPicPr>
            <p:cNvPr id="13" name="Image 11" descr=" ">
              <a:extLst>
                <a:ext uri="{FF2B5EF4-FFF2-40B4-BE49-F238E27FC236}">
                  <a16:creationId xmlns:a16="http://schemas.microsoft.com/office/drawing/2014/main" id="{DCB215E1-5B2E-C576-5A7B-49282BE53215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947927" y="11486790"/>
              <a:ext cx="393591" cy="5381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96236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 preserve="1">
  <p:cSld name="1_Пустой слайд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0DEF975-B36E-B2B6-F0D9-6C6464E1ADA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1D046C4-9461-2DB8-7C0B-29615F1568F6}"/>
              </a:ext>
            </a:extLst>
          </p:cNvPr>
          <p:cNvGrpSpPr/>
          <p:nvPr userDrawn="1"/>
        </p:nvGrpSpPr>
        <p:grpSpPr>
          <a:xfrm>
            <a:off x="20560938" y="10054683"/>
            <a:ext cx="3863994" cy="2593699"/>
            <a:chOff x="13737788" y="6257975"/>
            <a:chExt cx="4550117" cy="3054258"/>
          </a:xfrm>
        </p:grpSpPr>
        <p:pic>
          <p:nvPicPr>
            <p:cNvPr id="3" name="Image 2" descr=" ">
              <a:extLst>
                <a:ext uri="{FF2B5EF4-FFF2-40B4-BE49-F238E27FC236}">
                  <a16:creationId xmlns:a16="http://schemas.microsoft.com/office/drawing/2014/main" id="{07A8961D-95DB-B715-F354-4B1E35ED6B18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427675" y="6257975"/>
              <a:ext cx="1860230" cy="2995320"/>
            </a:xfrm>
            <a:prstGeom prst="rect">
              <a:avLst/>
            </a:prstGeom>
          </p:spPr>
        </p:pic>
        <p:pic>
          <p:nvPicPr>
            <p:cNvPr id="4" name="Image 3" descr=" ">
              <a:extLst>
                <a:ext uri="{FF2B5EF4-FFF2-40B4-BE49-F238E27FC236}">
                  <a16:creationId xmlns:a16="http://schemas.microsoft.com/office/drawing/2014/main" id="{2CF44DDA-4078-1856-82BA-19788F260E29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3737788" y="6257975"/>
              <a:ext cx="2323865" cy="30542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255965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2999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F3BBB2-FE41-6BAD-B530-7CA48A2B5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397" y="2244726"/>
            <a:ext cx="18290381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72E7599B-3928-6C45-4648-9EB846C7C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397" y="7204076"/>
            <a:ext cx="18290381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6D8B083-F00F-2BC6-DF2C-5057A5F85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A598-96D9-4E79-B8C6-DD11EF328E82}" type="datetimeFigureOut">
              <a:rPr lang="uk-UA" smtClean="0"/>
              <a:t>28.08.26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7F7393A-7470-7B4A-EA1E-82AC74F91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BB967D9-BE15-F127-35B9-BD91100B2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898AF-3DA2-4FC5-8481-7A59CED0FAEC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7718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8" r:id="rId3"/>
    <p:sldLayoutId id="2147483649" r:id="rId4"/>
    <p:sldLayoutId id="2147483655" r:id="rId5"/>
    <p:sldLayoutId id="2147483660" r:id="rId6"/>
    <p:sldLayoutId id="2147483657" r:id="rId7"/>
    <p:sldLayoutId id="2147483656" r:id="rId8"/>
    <p:sldLayoutId id="2147483659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 userDrawn="1">
          <p15:clr>
            <a:srgbClr val="F26B43"/>
          </p15:clr>
        </p15:guide>
        <p15:guide id="2" pos="7681" userDrawn="1">
          <p15:clr>
            <a:srgbClr val="F26B43"/>
          </p15:clr>
        </p15:guide>
        <p15:guide id="3" orient="horz" pos="873" userDrawn="1">
          <p15:clr>
            <a:srgbClr val="F26B43"/>
          </p15:clr>
        </p15:guide>
        <p15:guide id="4" orient="horz" pos="1689" userDrawn="1">
          <p15:clr>
            <a:srgbClr val="F26B43"/>
          </p15:clr>
        </p15:guide>
        <p15:guide id="5" orient="horz" pos="2120" userDrawn="1">
          <p15:clr>
            <a:srgbClr val="F26B43"/>
          </p15:clr>
        </p15:guide>
        <p15:guide id="6" orient="horz" pos="6701" userDrawn="1">
          <p15:clr>
            <a:srgbClr val="F26B43"/>
          </p15:clr>
        </p15:guide>
        <p15:guide id="7" orient="horz" pos="7200" userDrawn="1">
          <p15:clr>
            <a:srgbClr val="F26B43"/>
          </p15:clr>
        </p15:guide>
        <p15:guide id="8" pos="1285" userDrawn="1">
          <p15:clr>
            <a:srgbClr val="F26B43"/>
          </p15:clr>
        </p15:guide>
        <p15:guide id="9" pos="14031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019552" y="4432300"/>
            <a:ext cx="16664483" cy="281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8400"/>
              </a:lnSpc>
            </a:pPr>
            <a:r>
              <a:rPr lang="en-US" sz="7800">
                <a:solidFill>
                  <a:srgbClr val="C00000"/>
                </a:solidFill>
                <a:latin typeface="e-Ukraine Bold"/>
              </a:rPr>
              <a:t>Маржинальність продуктів</a:t>
            </a:r>
            <a:endParaRPr lang="en-US" sz="9000" err="1">
              <a:solidFill>
                <a:srgbClr val="C00000"/>
              </a:solidFill>
              <a:latin typeface="e-Ukraine Bold" pitchFamily="34" charset="0"/>
            </a:endParaRPr>
          </a:p>
          <a:p>
            <a:pPr>
              <a:lnSpc>
                <a:spcPts val="4200"/>
              </a:lnSpc>
              <a:spcBef>
                <a:spcPts val="2400"/>
              </a:spcBef>
            </a:pPr>
            <a:r>
              <a:rPr lang="uk-UA" sz="3200">
                <a:solidFill>
                  <a:srgbClr val="101010">
                    <a:alpha val="100000"/>
                  </a:srgbClr>
                </a:solidFill>
                <a:latin typeface="e-Ukraine Bold"/>
              </a:rPr>
              <a:t>План дій із розрахунку юніт-економіки продуктів</a:t>
            </a:r>
            <a:endParaRPr lang="uk-UA" sz="3200">
              <a:solidFill>
                <a:srgbClr val="101010">
                  <a:alpha val="100000"/>
                </a:srgbClr>
              </a:solidFill>
              <a:latin typeface="e-Ukraine Bold" pitchFamily="34" charset="0"/>
            </a:endParaRPr>
          </a:p>
          <a:p>
            <a:pPr>
              <a:lnSpc>
                <a:spcPts val="3000"/>
              </a:lnSpc>
              <a:spcBef>
                <a:spcPts val="1800"/>
              </a:spcBef>
            </a:pPr>
            <a:r>
              <a:rPr lang="en-US" sz="2200">
                <a:solidFill>
                  <a:srgbClr val="101010">
                    <a:alpha val="100000"/>
                  </a:srgbClr>
                </a:solidFill>
                <a:latin typeface="e-Ukraine Bold"/>
              </a:rPr>
              <a:t>Серпень 2026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Мета і ключові результати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5800" y="3017520"/>
            <a:ext cx="20475575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4000" dirty="0">
                <a:solidFill>
                  <a:srgbClr val="C00000"/>
                </a:solidFill>
                <a:latin typeface="e-Ukraine Bold"/>
              </a:rPr>
              <a:t>Мета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55800" y="3703320"/>
            <a:ext cx="20475575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400"/>
              </a:lnSpc>
              <a:buNone/>
            </a:pPr>
            <a:r>
              <a:rPr lang="uk-UA" sz="2600" dirty="0">
                <a:solidFill>
                  <a:srgbClr val="101010"/>
                </a:solidFill>
                <a:latin typeface="e-Ukraine Light"/>
              </a:rPr>
              <a:t>Кожна витрата компанії — атрибутована до компонентів продуктів і закладена в ціни. </a:t>
            </a:r>
            <a:r>
              <a:rPr lang="uk-UA" sz="2600" dirty="0">
                <a:solidFill>
                  <a:srgbClr val="101010"/>
                </a:solidFill>
                <a:latin typeface="e-Ukraine Bold"/>
              </a:rPr>
              <a:t>Бачимо реальну маржинальність кожного продукту і керуємо цінами свідомо.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55800" y="5989320"/>
            <a:ext cx="20475575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4000" dirty="0">
                <a:solidFill>
                  <a:srgbClr val="C00000"/>
                </a:solidFill>
                <a:latin typeface="e-Ukraine Bold"/>
              </a:rPr>
              <a:t>Ключові результати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55800" y="6903720"/>
            <a:ext cx="3911803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11832" y="7159752"/>
            <a:ext cx="3399739" cy="2880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80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01</a:t>
            </a:r>
          </a:p>
          <a:p>
            <a:pPr>
              <a:lnSpc>
                <a:spcPts val="2300"/>
              </a:lnSpc>
              <a:spcBef>
                <a:spcPts val="500"/>
              </a:spcBef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Методологія атрибуції</a:t>
            </a:r>
          </a:p>
          <a:p>
            <a:pPr>
              <a:lnSpc>
                <a:spcPts val="2000"/>
              </a:lnSpc>
              <a:spcBef>
                <a:spcPts val="400"/>
              </a:spcBef>
              <a:buNone/>
            </a:pPr>
            <a:r>
              <a:rPr lang="uk-UA" sz="1600" dirty="0">
                <a:solidFill>
                  <a:srgbClr val="595959"/>
                </a:solidFill>
                <a:latin typeface="e-Ukraine Light"/>
              </a:rPr>
              <a:t>4 моделі рознесення витрат, погоджені з фінансами та керівниками відділів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203" y="6903720"/>
            <a:ext cx="3911803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2235" y="7159752"/>
            <a:ext cx="3399739" cy="2880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80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02</a:t>
            </a:r>
          </a:p>
          <a:p>
            <a:pPr>
              <a:lnSpc>
                <a:spcPts val="2300"/>
              </a:lnSpc>
              <a:spcBef>
                <a:spcPts val="500"/>
              </a:spcBef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Бейзлайн собівартості</a:t>
            </a:r>
          </a:p>
          <a:p>
            <a:pPr>
              <a:lnSpc>
                <a:spcPts val="2000"/>
              </a:lnSpc>
              <a:spcBef>
                <a:spcPts val="400"/>
              </a:spcBef>
              <a:buNone/>
            </a:pPr>
            <a:r>
              <a:rPr lang="uk-UA" sz="1600" dirty="0">
                <a:solidFill>
                  <a:srgbClr val="595959"/>
                </a:solidFill>
                <a:latin typeface="e-Ukraine Light"/>
              </a:rPr>
              <a:t>Собівартість і маржинальність кожного компонента та продукту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36606" y="6903720"/>
            <a:ext cx="3911803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92638" y="7159752"/>
            <a:ext cx="3399739" cy="2880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80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03</a:t>
            </a:r>
          </a:p>
          <a:p>
            <a:pPr>
              <a:lnSpc>
                <a:spcPts val="2300"/>
              </a:lnSpc>
              <a:spcBef>
                <a:spcPts val="500"/>
              </a:spcBef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Реальна профітабельність</a:t>
            </a:r>
          </a:p>
          <a:p>
            <a:pPr>
              <a:lnSpc>
                <a:spcPts val="2000"/>
              </a:lnSpc>
              <a:spcBef>
                <a:spcPts val="400"/>
              </a:spcBef>
              <a:buNone/>
            </a:pPr>
            <a:r>
              <a:rPr lang="uk-UA" sz="1600" dirty="0">
                <a:solidFill>
                  <a:srgbClr val="595959"/>
                </a:solidFill>
                <a:latin typeface="e-Ukraine Light"/>
              </a:rPr>
              <a:t>Фактична прибутковість продуктів сьогодні — на основі бейзлайну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377009" y="6903720"/>
            <a:ext cx="3911803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633041" y="7159752"/>
            <a:ext cx="3399739" cy="2880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80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04</a:t>
            </a:r>
          </a:p>
          <a:p>
            <a:pPr>
              <a:lnSpc>
                <a:spcPts val="2300"/>
              </a:lnSpc>
              <a:spcBef>
                <a:spcPts val="500"/>
              </a:spcBef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Пропозиції щодо цін</a:t>
            </a:r>
          </a:p>
          <a:p>
            <a:pPr>
              <a:lnSpc>
                <a:spcPts val="2000"/>
              </a:lnSpc>
              <a:spcBef>
                <a:spcPts val="400"/>
              </a:spcBef>
              <a:buNone/>
            </a:pPr>
            <a:r>
              <a:rPr lang="uk-UA" sz="1600" dirty="0">
                <a:solidFill>
                  <a:srgbClr val="595959"/>
                </a:solidFill>
                <a:latin typeface="e-Ukraine Light"/>
              </a:rPr>
              <a:t>Перегляд цін там, де маржа не відповідає цільовій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517412" y="6903720"/>
            <a:ext cx="3911803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773444" y="7159752"/>
            <a:ext cx="3399739" cy="2880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80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05</a:t>
            </a:r>
          </a:p>
          <a:p>
            <a:pPr>
              <a:lnSpc>
                <a:spcPts val="2300"/>
              </a:lnSpc>
              <a:spcBef>
                <a:spcPts val="500"/>
              </a:spcBef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Постійний облік</a:t>
            </a:r>
          </a:p>
          <a:p>
            <a:pPr>
              <a:lnSpc>
                <a:spcPts val="2000"/>
              </a:lnSpc>
              <a:spcBef>
                <a:spcPts val="400"/>
              </a:spcBef>
              <a:buNone/>
            </a:pPr>
            <a:r>
              <a:rPr lang="uk-UA" sz="1600" dirty="0">
                <a:solidFill>
                  <a:srgbClr val="595959"/>
                </a:solidFill>
                <a:latin typeface="e-Ukraine Light"/>
              </a:rPr>
              <a:t>Модель обліку годин і витрат: дашборди, актуальні дані в CRM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Мета і ключові результати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5800" y="2743200"/>
            <a:ext cx="2047557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00"/>
              </a:lnSpc>
              <a:buNone/>
            </a:pPr>
            <a:r>
              <a:rPr lang="uk-UA" sz="2100" dirty="0">
                <a:solidFill>
                  <a:srgbClr val="595959"/>
                </a:solidFill>
                <a:latin typeface="e-Ukraine Light"/>
              </a:rPr>
              <a:t>Вихідний артефакт проєкту — розрахункова таблиця по кожному компоненту: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55800" y="3566160"/>
          <a:ext cx="20473416" cy="27340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08960"/>
                <a:gridCol w="1600200"/>
                <a:gridCol w="1600200"/>
                <a:gridCol w="1600200"/>
                <a:gridCol w="1737360"/>
                <a:gridCol w="1737360"/>
                <a:gridCol w="1600200"/>
                <a:gridCol w="1828800"/>
                <a:gridCol w="1691640"/>
                <a:gridCol w="1554480"/>
                <a:gridCol w="2414016"/>
              </a:tblGrid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101010"/>
                          </a:solidFill>
                          <a:latin typeface="e-Ukraine Bold"/>
                        </a:rPr>
                        <a:t>Компонент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COGS, грн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CAC, грн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Загальні, грн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101010"/>
                          </a:solidFill>
                          <a:latin typeface="e-Ukraine Bold"/>
                        </a:rPr>
                        <a:t>Поточна ціна, грн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Прибуток зараз, грн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Прибуток зараз,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Мін. прибутковість,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1010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Нова ціна, грн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Зміна ціни,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50"/>
                        </a:lnSpc>
                        <a:buNone/>
                      </a:pPr>
                      <a:r>
                        <a:rPr lang="uk-UA" sz="1400" dirty="0">
                          <a:solidFill>
                            <a:srgbClr val="FFFFFF"/>
                          </a:solidFill>
                          <a:latin typeface="e-Ukraine Bold"/>
                        </a:rPr>
                        <a:t>Мін. ціна продажу, грн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Node for Private Cloud on VMware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30 000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4 000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6 000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45 000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5 000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11 %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10 %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Bold"/>
                        </a:rPr>
                        <a:t>50 000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Bold"/>
                        </a:rPr>
                        <a:t>+11 %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44 444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vCPU (Public Cloud), 1 GHz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60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10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14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180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96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53 %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10 %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Bold"/>
                        </a:rPr>
                        <a:t>120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Bold"/>
                        </a:rPr>
                        <a:t>−33 %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93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73152" marR="73152" marT="36576" marB="36576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955800" y="6967728"/>
            <a:ext cx="365760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>
              <a:buNone/>
            </a:pPr>
            <a:r>
              <a:rPr lang="uk-UA" sz="200" dirty="0">
                <a:solidFill>
                  <a:srgbClr val="101010"/>
                </a:solidFill>
                <a:latin typeface="e-Ukraine Light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6152" y="6931152"/>
            <a:ext cx="4478813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800"/>
              </a:lnSpc>
              <a:buNone/>
            </a:pPr>
            <a:r>
              <a:rPr lang="uk-UA" sz="1500" dirty="0">
                <a:solidFill>
                  <a:srgbClr val="101010"/>
                </a:solidFill>
                <a:latin typeface="e-Ukraine Light"/>
              </a:rPr>
              <a:t>Обчислюємо за моделями A1–D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4693" y="6967728"/>
            <a:ext cx="365760" cy="36576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>
              <a:buNone/>
            </a:pPr>
            <a:r>
              <a:rPr lang="uk-UA" sz="200" dirty="0">
                <a:solidFill>
                  <a:srgbClr val="101010"/>
                </a:solidFill>
                <a:latin typeface="e-Ukraine Light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5045" y="6931152"/>
            <a:ext cx="4478813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800"/>
              </a:lnSpc>
              <a:buNone/>
            </a:pPr>
            <a:r>
              <a:rPr lang="uk-UA" sz="1500" dirty="0">
                <a:solidFill>
                  <a:srgbClr val="101010"/>
                </a:solidFill>
                <a:latin typeface="e-Ukraine Light"/>
              </a:rPr>
              <a:t>Вже пораховано — перевіримо повторно</a:t>
            </a:r>
          </a:p>
        </p:txBody>
      </p:sp>
      <p:sp>
        <p:nvSpPr>
          <p:cNvPr id="9" name="Rectangle 8"/>
          <p:cNvSpPr/>
          <p:nvPr/>
        </p:nvSpPr>
        <p:spPr>
          <a:xfrm>
            <a:off x="12193587" y="6967728"/>
            <a:ext cx="365760" cy="36576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>
              <a:buNone/>
            </a:pPr>
            <a:r>
              <a:rPr lang="uk-UA" sz="200" dirty="0">
                <a:solidFill>
                  <a:srgbClr val="101010"/>
                </a:solidFill>
                <a:latin typeface="e-Ukraine Light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23939" y="6931152"/>
            <a:ext cx="4478813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800"/>
              </a:lnSpc>
              <a:buNone/>
            </a:pPr>
            <a:r>
              <a:rPr lang="uk-UA" sz="1500" dirty="0">
                <a:solidFill>
                  <a:srgbClr val="101010"/>
                </a:solidFill>
                <a:latin typeface="e-Ukraine Light"/>
              </a:rPr>
              <a:t>Фіксовано на час проєкту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12481" y="6967728"/>
            <a:ext cx="365760" cy="36576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>
              <a:buNone/>
            </a:pPr>
            <a:r>
              <a:rPr lang="uk-UA" sz="200" dirty="0">
                <a:solidFill>
                  <a:srgbClr val="101010"/>
                </a:solidFill>
                <a:latin typeface="e-Ukraine Light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42833" y="6931152"/>
            <a:ext cx="4478813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800"/>
              </a:lnSpc>
              <a:buNone/>
            </a:pPr>
            <a:r>
              <a:rPr lang="uk-UA" sz="1500" dirty="0">
                <a:solidFill>
                  <a:srgbClr val="101010"/>
                </a:solidFill>
                <a:latin typeface="e-Ukraine Light"/>
              </a:rPr>
              <a:t>Політичне рішення проєкту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5800" y="8092440"/>
            <a:ext cx="20475575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800" dirty="0">
                <a:solidFill>
                  <a:srgbClr val="C00000"/>
                </a:solidFill>
                <a:latin typeface="e-Ukraine Bold"/>
              </a:rPr>
              <a:t>Як читати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5800" y="8641080"/>
            <a:ext cx="20475575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lnSpc>
                <a:spcPts val="2050"/>
              </a:lnSpc>
              <a:spcBef>
                <a:spcPts val="300"/>
              </a:spcBef>
              <a:buFont typeface="Arial"/>
              <a:buChar char="•"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Прибуток зараз = поточна ціна − COGS − CAC − загальні витрати (грн і % від поточної ціни).</a:t>
            </a:r>
          </a:p>
          <a:p>
            <a:pPr marL="342900" indent="-342900">
              <a:lnSpc>
                <a:spcPts val="2050"/>
              </a:lnSpc>
              <a:spcBef>
                <a:spcPts val="300"/>
              </a:spcBef>
              <a:buFont typeface="Arial"/>
              <a:buChar char="•"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CAC і загальні — за моделями атрибуції; one-time частини приведені до місяця через customer lifetime.</a:t>
            </a:r>
          </a:p>
          <a:p>
            <a:pPr marL="342900" indent="-342900">
              <a:lnSpc>
                <a:spcPts val="2050"/>
              </a:lnSpc>
              <a:spcBef>
                <a:spcPts val="300"/>
              </a:spcBef>
              <a:buFont typeface="Arial"/>
              <a:buChar char="•"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Мін. прибутковість — % від фактичної ціни продажу (не прайсової: можливі знижки); погоджують CFO, CEO, CBDO.</a:t>
            </a:r>
          </a:p>
          <a:p>
            <a:pPr marL="342900" indent="-342900">
              <a:lnSpc>
                <a:spcPts val="2050"/>
              </a:lnSpc>
              <a:spcBef>
                <a:spcPts val="300"/>
              </a:spcBef>
              <a:buFont typeface="Arial"/>
              <a:buChar char="•"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Мін. ціна продажу = (COGS + CAC + загальні) ÷ (1 − мін. прибутковість) — нижня межа для будь-якої знижки.</a:t>
            </a:r>
          </a:p>
          <a:p>
            <a:pPr marL="342900" indent="-342900">
              <a:lnSpc>
                <a:spcPts val="2050"/>
              </a:lnSpc>
              <a:spcBef>
                <a:spcPts val="300"/>
              </a:spcBef>
              <a:buFont typeface="Arial"/>
              <a:buChar char="•"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Нова ціна — розрахунок за цільовою прибутковістю; зміна ціни — відносно поточної. Цифри в таблиці ілюстративні.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Складові ціни компонента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81585" y="2687955"/>
            <a:ext cx="923544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uk-UA" sz="2800" dirty="0">
                <a:solidFill>
                  <a:srgbClr val="C00000"/>
                </a:solidFill>
                <a:latin typeface="e-Ukraine Bold"/>
              </a:rPr>
              <a:t>Ціна компонента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456432"/>
            <a:ext cx="374904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uk-UA" b="1" dirty="0">
                <a:solidFill>
                  <a:srgbClr val="595959"/>
                </a:solidFill>
                <a:latin typeface="e-Ukraine Light"/>
              </a:rPr>
              <a:t>Спрощено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3456432"/>
            <a:ext cx="374904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uk-UA" b="1" dirty="0">
                <a:solidFill>
                  <a:srgbClr val="595959"/>
                </a:solidFill>
                <a:latin typeface="e-Ukraine Light"/>
              </a:rPr>
              <a:t>Повна розбивка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8183880"/>
            <a:ext cx="3200400" cy="3291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ts val="1950"/>
              </a:lnSpc>
              <a:buNone/>
            </a:pPr>
            <a:r>
              <a:rPr lang="uk-UA" sz="2000" dirty="0">
                <a:solidFill>
                  <a:srgbClr val="FFFFFF"/>
                </a:solidFill>
                <a:latin typeface="e-Ukraine Bold"/>
              </a:rPr>
              <a:t>Собівартість </a:t>
            </a:r>
          </a:p>
          <a:p>
            <a:pPr algn="ctr">
              <a:lnSpc>
                <a:spcPts val="1950"/>
              </a:lnSpc>
              <a:buNone/>
            </a:pPr>
            <a:r>
              <a:rPr lang="uk-UA" sz="2000" dirty="0">
                <a:solidFill>
                  <a:srgbClr val="FFFFFF"/>
                </a:solidFill>
                <a:latin typeface="e-Ukraine Bold"/>
              </a:rPr>
              <a:t>(COGS)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6336792"/>
            <a:ext cx="3200400" cy="173736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ts val="1950"/>
              </a:lnSpc>
              <a:buNone/>
            </a:pPr>
            <a:r>
              <a:rPr lang="uk-UA" sz="2000" dirty="0">
                <a:solidFill>
                  <a:srgbClr val="FFFFFF"/>
                </a:solidFill>
                <a:latin typeface="e-Ukraine Bold"/>
              </a:rPr>
              <a:t>Витрати на збут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4901184"/>
            <a:ext cx="3200400" cy="13258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ts val="1950"/>
              </a:lnSpc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Загальні витрати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739896"/>
            <a:ext cx="3200400" cy="105156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ts val="1950"/>
              </a:lnSpc>
              <a:buNone/>
            </a:pPr>
            <a:r>
              <a:rPr lang="uk-UA" sz="2000" dirty="0">
                <a:solidFill>
                  <a:srgbClr val="FFFFFF"/>
                </a:solidFill>
                <a:latin typeface="e-Ukraine Bold"/>
              </a:rPr>
              <a:t>Прибуток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442448"/>
            <a:ext cx="3200400" cy="1033271"/>
          </a:xfrm>
          <a:prstGeom prst="rect">
            <a:avLst/>
          </a:prstGeom>
          <a:solidFill>
            <a:srgbClr val="C000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38160" y="9642348"/>
            <a:ext cx="3200400" cy="768096"/>
          </a:xfrm>
          <a:prstGeom prst="rect">
            <a:avLst/>
          </a:prstGeom>
          <a:solidFill>
            <a:srgbClr val="C00000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38160" y="9061704"/>
            <a:ext cx="3200400" cy="548640"/>
          </a:xfrm>
          <a:prstGeom prst="rect">
            <a:avLst/>
          </a:prstGeom>
          <a:solidFill>
            <a:srgbClr val="C00000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38160" y="8645652"/>
            <a:ext cx="3200400" cy="384048"/>
          </a:xfrm>
          <a:prstGeom prst="rect">
            <a:avLst/>
          </a:prstGeom>
          <a:solidFill>
            <a:srgbClr val="C00000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8183880"/>
            <a:ext cx="3200400" cy="429768"/>
          </a:xfrm>
          <a:prstGeom prst="rect">
            <a:avLst/>
          </a:prstGeom>
          <a:solidFill>
            <a:srgbClr val="C0000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7214616"/>
            <a:ext cx="3200400" cy="859535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6725412"/>
            <a:ext cx="3200400" cy="457199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6336792"/>
            <a:ext cx="3200400" cy="356615"/>
          </a:xfrm>
          <a:prstGeom prst="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5665208"/>
            <a:ext cx="3200400" cy="56185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8160" y="5246353"/>
            <a:ext cx="3200400" cy="386851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38160" y="4901184"/>
            <a:ext cx="3200400" cy="313165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8160" y="3739896"/>
            <a:ext cx="3200400" cy="105156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567160" y="10785348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Обладнання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67160" y="9852660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Ліцензії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67160" y="9162288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Колокейшн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67160" y="8663940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Канали звʼязку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67160" y="8225028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ФОТ доставки і супроводу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67160" y="7470648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Sales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67160" y="6780276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Маркетинг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67160" y="6341364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Інше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67160" y="5772400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ФОТ адміністрації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67160" y="5266042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Оренда офісу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67160" y="4884030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Інше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67160" y="4091940"/>
            <a:ext cx="32918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500"/>
              </a:lnSpc>
              <a:buNone/>
            </a:pPr>
            <a:r>
              <a:rPr lang="uk-UA" dirty="0">
                <a:solidFill>
                  <a:srgbClr val="101010"/>
                </a:solidFill>
                <a:latin typeface="e-Ukraine Light"/>
              </a:rPr>
              <a:t>Прибуток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133320" y="3611880"/>
            <a:ext cx="7298055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 sz="2800"/>
          </a:p>
        </p:txBody>
      </p:sp>
      <p:sp>
        <p:nvSpPr>
          <p:cNvPr id="35" name="Rectangle 34"/>
          <p:cNvSpPr/>
          <p:nvPr/>
        </p:nvSpPr>
        <p:spPr>
          <a:xfrm>
            <a:off x="15389352" y="3913632"/>
            <a:ext cx="411480" cy="41148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 sz="2800"/>
          </a:p>
        </p:txBody>
      </p:sp>
      <p:sp>
        <p:nvSpPr>
          <p:cNvPr id="36" name="TextBox 35"/>
          <p:cNvSpPr txBox="1"/>
          <p:nvPr/>
        </p:nvSpPr>
        <p:spPr>
          <a:xfrm>
            <a:off x="16047720" y="3813048"/>
            <a:ext cx="6109335" cy="120700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180"/>
              </a:lnSpc>
              <a:spcAft>
                <a:spcPts val="600"/>
              </a:spcAft>
              <a:buNone/>
            </a:pPr>
            <a:r>
              <a:rPr lang="uk-UA" sz="2400" dirty="0">
                <a:solidFill>
                  <a:srgbClr val="101010"/>
                </a:solidFill>
                <a:latin typeface="e-Ukraine Bold"/>
              </a:rPr>
              <a:t>Прибуток</a:t>
            </a:r>
          </a:p>
          <a:p>
            <a:pPr>
              <a:lnSpc>
                <a:spcPts val="3180"/>
              </a:lnSpc>
              <a:spcBef>
                <a:spcPts val="200"/>
              </a:spcBef>
              <a:spcAft>
                <a:spcPts val="600"/>
              </a:spcAft>
              <a:buNone/>
            </a:pPr>
            <a:r>
              <a:rPr lang="uk-UA" sz="2000" dirty="0">
                <a:solidFill>
                  <a:srgbClr val="595959"/>
                </a:solidFill>
                <a:latin typeface="e-Ukraine Light"/>
              </a:rPr>
              <a:t>цільова маржа компонента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133320" y="5367528"/>
            <a:ext cx="7298055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 sz="2800"/>
          </a:p>
        </p:txBody>
      </p:sp>
      <p:sp>
        <p:nvSpPr>
          <p:cNvPr id="38" name="Rectangle 37"/>
          <p:cNvSpPr/>
          <p:nvPr/>
        </p:nvSpPr>
        <p:spPr>
          <a:xfrm>
            <a:off x="15389352" y="5669280"/>
            <a:ext cx="411480" cy="41148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 sz="2800"/>
          </a:p>
        </p:txBody>
      </p:sp>
      <p:sp>
        <p:nvSpPr>
          <p:cNvPr id="39" name="TextBox 38"/>
          <p:cNvSpPr txBox="1"/>
          <p:nvPr/>
        </p:nvSpPr>
        <p:spPr>
          <a:xfrm>
            <a:off x="16047720" y="5568696"/>
            <a:ext cx="6109335" cy="120700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180"/>
              </a:lnSpc>
              <a:spcAft>
                <a:spcPts val="600"/>
              </a:spcAft>
              <a:buNone/>
            </a:pPr>
            <a:r>
              <a:rPr lang="uk-UA" sz="2400" dirty="0">
                <a:solidFill>
                  <a:srgbClr val="101010"/>
                </a:solidFill>
                <a:latin typeface="e-Ukraine Bold"/>
              </a:rPr>
              <a:t>Загальні витрати (General)</a:t>
            </a:r>
          </a:p>
          <a:p>
            <a:pPr>
              <a:lnSpc>
                <a:spcPts val="3180"/>
              </a:lnSpc>
              <a:spcBef>
                <a:spcPts val="200"/>
              </a:spcBef>
              <a:spcAft>
                <a:spcPts val="600"/>
              </a:spcAft>
              <a:buNone/>
            </a:pPr>
            <a:r>
              <a:rPr lang="uk-UA" sz="2000" dirty="0">
                <a:solidFill>
                  <a:srgbClr val="595959"/>
                </a:solidFill>
                <a:latin typeface="e-Ukraine Light"/>
              </a:rPr>
              <a:t>адміністрація, оренда офісу, інше — модель 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133320" y="7123176"/>
            <a:ext cx="7298055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 sz="2800"/>
          </a:p>
        </p:txBody>
      </p:sp>
      <p:sp>
        <p:nvSpPr>
          <p:cNvPr id="41" name="Rectangle 40"/>
          <p:cNvSpPr/>
          <p:nvPr/>
        </p:nvSpPr>
        <p:spPr>
          <a:xfrm>
            <a:off x="15389352" y="7424927"/>
            <a:ext cx="411480" cy="4114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16047720" y="7324344"/>
            <a:ext cx="6109335" cy="120700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180"/>
              </a:lnSpc>
              <a:spcAft>
                <a:spcPts val="600"/>
              </a:spcAft>
              <a:buNone/>
            </a:pPr>
            <a:r>
              <a:rPr lang="uk-UA" sz="2400" dirty="0">
                <a:solidFill>
                  <a:srgbClr val="101010"/>
                </a:solidFill>
                <a:latin typeface="e-Ukraine Bold"/>
              </a:rPr>
              <a:t>Витрати на збут</a:t>
            </a:r>
          </a:p>
          <a:p>
            <a:pPr>
              <a:lnSpc>
                <a:spcPts val="3180"/>
              </a:lnSpc>
              <a:spcBef>
                <a:spcPts val="200"/>
              </a:spcBef>
              <a:spcAft>
                <a:spcPts val="600"/>
              </a:spcAft>
              <a:buNone/>
            </a:pPr>
            <a:r>
              <a:rPr lang="uk-UA" sz="2000" dirty="0">
                <a:solidFill>
                  <a:srgbClr val="595959"/>
                </a:solidFill>
                <a:latin typeface="e-Ukraine Light"/>
              </a:rPr>
              <a:t>Sales, Маркетинг, інше — моделі B і C; one-time частина — через customer lifetime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5133320" y="8878824"/>
            <a:ext cx="7298055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 sz="2800"/>
          </a:p>
        </p:txBody>
      </p:sp>
      <p:sp>
        <p:nvSpPr>
          <p:cNvPr id="44" name="Rectangle 43"/>
          <p:cNvSpPr/>
          <p:nvPr/>
        </p:nvSpPr>
        <p:spPr>
          <a:xfrm>
            <a:off x="15389352" y="9180576"/>
            <a:ext cx="411480" cy="4114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 sz="2800"/>
          </a:p>
        </p:txBody>
      </p:sp>
      <p:sp>
        <p:nvSpPr>
          <p:cNvPr id="45" name="TextBox 44"/>
          <p:cNvSpPr txBox="1"/>
          <p:nvPr/>
        </p:nvSpPr>
        <p:spPr>
          <a:xfrm>
            <a:off x="16047720" y="9079992"/>
            <a:ext cx="6109335" cy="120700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180"/>
              </a:lnSpc>
              <a:spcAft>
                <a:spcPts val="600"/>
              </a:spcAft>
              <a:buNone/>
            </a:pPr>
            <a:r>
              <a:rPr lang="uk-UA" sz="2400" dirty="0">
                <a:solidFill>
                  <a:srgbClr val="101010"/>
                </a:solidFill>
                <a:latin typeface="e-Ukraine Bold"/>
              </a:rPr>
              <a:t>Собівартість (COGS)</a:t>
            </a:r>
          </a:p>
          <a:p>
            <a:pPr>
              <a:lnSpc>
                <a:spcPts val="3180"/>
              </a:lnSpc>
              <a:spcBef>
                <a:spcPts val="200"/>
              </a:spcBef>
              <a:spcAft>
                <a:spcPts val="600"/>
              </a:spcAft>
              <a:buNone/>
            </a:pPr>
            <a:r>
              <a:rPr lang="uk-UA" sz="2000" dirty="0">
                <a:solidFill>
                  <a:srgbClr val="595959"/>
                </a:solidFill>
                <a:latin typeface="e-Ukraine Light"/>
              </a:rPr>
              <a:t>закупівлі — обладнання, ліцензії, колокейшн, канали (A2) + ФОТ доставки і супроводу (A1)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955800" y="11841480"/>
            <a:ext cx="17282160" cy="1143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74320" bIns="0" rtlCol="0" anchor="ctr"/>
          <a:lstStyle/>
          <a:p>
            <a:pPr>
              <a:lnSpc>
                <a:spcPts val="2100"/>
              </a:lnSpc>
              <a:buNone/>
            </a:pPr>
            <a:r>
              <a:rPr lang="uk-UA" sz="2400" dirty="0">
                <a:solidFill>
                  <a:srgbClr val="C00000"/>
                </a:solidFill>
                <a:latin typeface="e-Ukraine Bold"/>
              </a:rPr>
              <a:t>Важливо: </a:t>
            </a:r>
            <a:r>
              <a:rPr lang="uk-UA" sz="2400" dirty="0">
                <a:solidFill>
                  <a:srgbClr val="101010"/>
                </a:solidFill>
                <a:latin typeface="e-Ukraine Light"/>
              </a:rPr>
              <a:t>one-time витрати (інсталяція, залучення клієнта) розкладаються на customer lifetime; ongoing — напряму в місячну ціну.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Ключові підходи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55800" y="3274828"/>
            <a:ext cx="6580936" cy="345983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321560" y="3836014"/>
            <a:ext cx="5849416" cy="20482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42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01  </a:t>
            </a:r>
            <a:r>
              <a:rPr lang="uk-UA" sz="2800" dirty="0">
                <a:solidFill>
                  <a:srgbClr val="101010"/>
                </a:solidFill>
                <a:latin typeface="e-Ukraine Bold"/>
              </a:rPr>
              <a:t>Рахуємо від точки 0</a:t>
            </a:r>
          </a:p>
          <a:p>
            <a:pPr>
              <a:lnSpc>
                <a:spcPts val="3420"/>
              </a:lnSpc>
              <a:spcBef>
                <a:spcPts val="600"/>
              </a:spcBef>
              <a:buNone/>
            </a:pPr>
            <a:r>
              <a:rPr lang="uk-UA" sz="2800" dirty="0">
                <a:solidFill>
                  <a:srgbClr val="101010"/>
                </a:solidFill>
                <a:latin typeface="e-Ukraine Light"/>
              </a:rPr>
              <a:t>Юніт-економіка продуктів визначається сьогодні — без огляду на попередню історію.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02496" y="3274828"/>
            <a:ext cx="6580936" cy="345983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268256" y="3836014"/>
            <a:ext cx="5849416" cy="20482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42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02  </a:t>
            </a:r>
            <a:r>
              <a:rPr lang="uk-UA" sz="2800" dirty="0">
                <a:solidFill>
                  <a:srgbClr val="101010"/>
                </a:solidFill>
                <a:latin typeface="e-Ukraine Bold"/>
              </a:rPr>
              <a:t>Історичні клієнти — фаза 2</a:t>
            </a:r>
          </a:p>
          <a:p>
            <a:pPr>
              <a:lnSpc>
                <a:spcPts val="3420"/>
              </a:lnSpc>
              <a:spcBef>
                <a:spcPts val="600"/>
              </a:spcBef>
              <a:buNone/>
            </a:pPr>
            <a:r>
              <a:rPr lang="uk-UA" sz="2800" dirty="0">
                <a:solidFill>
                  <a:srgbClr val="101010"/>
                </a:solidFill>
                <a:latin typeface="e-Ukraine Light"/>
              </a:rPr>
              <a:t>Аналіз маржинальності наявної бази — окремий проєкт; не блокує нову модель.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849192" y="3274828"/>
            <a:ext cx="6580936" cy="345983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214952" y="3836014"/>
            <a:ext cx="5849416" cy="20482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42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03  </a:t>
            </a:r>
            <a:r>
              <a:rPr lang="uk-UA" sz="2800" dirty="0">
                <a:solidFill>
                  <a:srgbClr val="101010"/>
                </a:solidFill>
                <a:latin typeface="e-Ukraine Bold"/>
              </a:rPr>
              <a:t>Всі витрати — в компоненти</a:t>
            </a:r>
          </a:p>
          <a:p>
            <a:pPr>
              <a:lnSpc>
                <a:spcPts val="3420"/>
              </a:lnSpc>
              <a:spcBef>
                <a:spcPts val="600"/>
              </a:spcBef>
              <a:buNone/>
            </a:pPr>
            <a:r>
              <a:rPr lang="uk-UA" sz="2800" dirty="0">
                <a:solidFill>
                  <a:srgbClr val="101010"/>
                </a:solidFill>
                <a:latin typeface="e-Ukraine Light"/>
              </a:rPr>
              <a:t>Кожна стаття витрат атрибутується до компонентів і в певній пропорції іде в ціну.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55800" y="7073841"/>
            <a:ext cx="6580936" cy="345983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21560" y="7457463"/>
            <a:ext cx="5849416" cy="20482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42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04  </a:t>
            </a:r>
            <a:r>
              <a:rPr lang="uk-UA" sz="2800" dirty="0">
                <a:solidFill>
                  <a:srgbClr val="101010"/>
                </a:solidFill>
                <a:latin typeface="e-Ukraine Bold"/>
              </a:rPr>
              <a:t>Враховуємо customer lifetime</a:t>
            </a:r>
          </a:p>
          <a:p>
            <a:pPr>
              <a:lnSpc>
                <a:spcPts val="3420"/>
              </a:lnSpc>
              <a:spcBef>
                <a:spcPts val="600"/>
              </a:spcBef>
              <a:buNone/>
            </a:pPr>
            <a:r>
              <a:rPr lang="uk-UA" sz="2800" dirty="0">
                <a:solidFill>
                  <a:srgbClr val="101010"/>
                </a:solidFill>
                <a:latin typeface="e-Ukraine Light"/>
              </a:rPr>
              <a:t>Витрати на залучення й утримання клієнта розносяться на термін його життя.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2496" y="7073841"/>
            <a:ext cx="6580936" cy="345983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68256" y="7457463"/>
            <a:ext cx="5849416" cy="20482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42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05  </a:t>
            </a:r>
            <a:r>
              <a:rPr lang="uk-UA" sz="2800" dirty="0">
                <a:solidFill>
                  <a:srgbClr val="101010"/>
                </a:solidFill>
                <a:latin typeface="e-Ukraine Bold"/>
              </a:rPr>
              <a:t>ФОТ зростає разом із lifetime</a:t>
            </a:r>
          </a:p>
          <a:p>
            <a:pPr>
              <a:lnSpc>
                <a:spcPts val="3420"/>
              </a:lnSpc>
              <a:spcBef>
                <a:spcPts val="600"/>
              </a:spcBef>
              <a:buNone/>
            </a:pPr>
            <a:r>
              <a:rPr lang="uk-UA" sz="2800" dirty="0">
                <a:solidFill>
                  <a:srgbClr val="101010"/>
                </a:solidFill>
                <a:latin typeface="e-Ukraine Light"/>
              </a:rPr>
              <a:t>У lifetime закладаємо зростання ФОТ — готові піднімати ціни в разі зростання курсів.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849192" y="7073841"/>
            <a:ext cx="6580936" cy="345983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214952" y="7457463"/>
            <a:ext cx="5849416" cy="20482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42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06  </a:t>
            </a:r>
            <a:r>
              <a:rPr lang="uk-UA" sz="2800" dirty="0">
                <a:solidFill>
                  <a:srgbClr val="101010"/>
                </a:solidFill>
                <a:latin typeface="e-Ukraine Bold"/>
              </a:rPr>
              <a:t>Бейзлайн, потім точність</a:t>
            </a:r>
          </a:p>
          <a:p>
            <a:pPr>
              <a:lnSpc>
                <a:spcPts val="3420"/>
              </a:lnSpc>
              <a:spcBef>
                <a:spcPts val="600"/>
              </a:spcBef>
              <a:buNone/>
            </a:pPr>
            <a:r>
              <a:rPr lang="uk-UA" sz="2800" dirty="0">
                <a:solidFill>
                  <a:srgbClr val="101010"/>
                </a:solidFill>
                <a:latin typeface="e-Ukraine Light"/>
              </a:rPr>
              <a:t>100% точного обліку немає: фіксуємо бейзлайн, далі покращуємо якість обліку і цифр.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Моделі атрибуції витрат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55800" y="3520440"/>
            <a:ext cx="4937760" cy="7306056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0664" y="3575304"/>
            <a:ext cx="4828032" cy="5486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uk-UA" sz="2000" dirty="0">
                <a:solidFill>
                  <a:srgbClr val="FFFFFF"/>
                </a:solidFill>
                <a:latin typeface="e-Ukraine Bold"/>
              </a:rPr>
              <a:t>Собівартість (COGS)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47267" y="3520440"/>
            <a:ext cx="9692640" cy="7306056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402131" y="3575304"/>
            <a:ext cx="9582912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uk-UA" sz="2000" dirty="0">
                <a:solidFill>
                  <a:srgbClr val="FFFFFF"/>
                </a:solidFill>
                <a:latin typeface="e-Ukraine Bold"/>
              </a:rPr>
              <a:t>Витрати на збут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493614" y="3520440"/>
            <a:ext cx="4937760" cy="7306056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7548478" y="3575304"/>
            <a:ext cx="4828032" cy="54864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Загальні витрати (General)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75867" y="4288536"/>
            <a:ext cx="4480560" cy="6355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13611" y="4471416"/>
            <a:ext cx="400507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70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3611" y="5074920"/>
            <a:ext cx="4005072" cy="8046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450"/>
              </a:lnSpc>
              <a:buNone/>
            </a:pPr>
            <a:r>
              <a:rPr lang="uk-UA" sz="2100" dirty="0">
                <a:solidFill>
                  <a:srgbClr val="101010"/>
                </a:solidFill>
                <a:latin typeface="e-Ukraine Bold"/>
              </a:rPr>
              <a:t>Витрати конкретних продуктів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3611" y="5934455"/>
            <a:ext cx="4005072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50"/>
              </a:lnSpc>
              <a:buNone/>
            </a:pPr>
            <a:r>
              <a:rPr lang="uk-UA" sz="1700" dirty="0">
                <a:solidFill>
                  <a:srgbClr val="595959"/>
                </a:solidFill>
                <a:latin typeface="e-Ukraine Light"/>
              </a:rPr>
              <a:t>Sales — залучення клієнтів (CAC)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3611" y="6684264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Типи витрат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3611" y="7031736"/>
            <a:ext cx="4005072" cy="13167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lnSpc>
                <a:spcPts val="2150"/>
              </a:lnSpc>
              <a:spcBef>
                <a:spcPts val="250"/>
              </a:spcBef>
              <a:buFont typeface="Arial"/>
              <a:buChar char="•"/>
            </a:pPr>
            <a:r>
              <a:rPr lang="uk-UA" sz="1800" dirty="0">
                <a:solidFill>
                  <a:srgbClr val="101010"/>
                </a:solidFill>
                <a:latin typeface="e-Ukraine Light"/>
              </a:rPr>
              <a:t>One-time (новий акаунт) → на lifetime</a:t>
            </a:r>
          </a:p>
          <a:p>
            <a:pPr marL="342900" indent="-342900">
              <a:lnSpc>
                <a:spcPts val="2150"/>
              </a:lnSpc>
              <a:spcBef>
                <a:spcPts val="250"/>
              </a:spcBef>
              <a:buFont typeface="Arial"/>
              <a:buChar char="•"/>
            </a:pPr>
            <a:r>
              <a:rPr lang="en-US" sz="1800" i="1" dirty="0">
                <a:latin typeface="e-Ukraine Light"/>
              </a:rPr>
              <a:t>Growth team – </a:t>
            </a:r>
            <a:r>
              <a:rPr lang="uk-UA" sz="1800" i="1" dirty="0">
                <a:latin typeface="e-Ukraine Light"/>
              </a:rPr>
              <a:t>відкрите питання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3611" y="8421624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У ціну компонента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3611" y="8769096"/>
            <a:ext cx="4005072" cy="8961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50"/>
              </a:lnSpc>
              <a:buNone/>
            </a:pPr>
            <a:r>
              <a:rPr lang="uk-UA" sz="1800" dirty="0">
                <a:solidFill>
                  <a:srgbClr val="101010"/>
                </a:solidFill>
                <a:latin typeface="e-Ukraine Light"/>
              </a:rPr>
              <a:t>CAC продукту → компоненти за середньою вагою COGS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3611" y="9720072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Перевірка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3611" y="10049255"/>
            <a:ext cx="4005072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00"/>
              </a:lnSpc>
              <a:buNone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План продажів × ставки vs ФОТ відділу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30747" y="4288536"/>
            <a:ext cx="4480560" cy="6355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568491" y="4471416"/>
            <a:ext cx="400507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70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68491" y="5074920"/>
            <a:ext cx="4005072" cy="8046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450"/>
              </a:lnSpc>
              <a:buNone/>
            </a:pPr>
            <a:r>
              <a:rPr lang="uk-UA" sz="2100" dirty="0">
                <a:solidFill>
                  <a:srgbClr val="101010"/>
                </a:solidFill>
                <a:latin typeface="e-Ukraine Bold"/>
              </a:rPr>
              <a:t>Витрати груп продуктів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68491" y="5934455"/>
            <a:ext cx="4005072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50"/>
              </a:lnSpc>
              <a:buNone/>
            </a:pPr>
            <a:r>
              <a:rPr lang="uk-UA" sz="1700" dirty="0">
                <a:solidFill>
                  <a:srgbClr val="595959"/>
                </a:solidFill>
                <a:latin typeface="e-Ukraine Light"/>
              </a:rPr>
              <a:t>ВОК → група Resell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68491" y="6684264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Типи витрат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68491" y="7031736"/>
            <a:ext cx="4005072" cy="13167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lnSpc>
                <a:spcPts val="2150"/>
              </a:lnSpc>
              <a:spcBef>
                <a:spcPts val="250"/>
              </a:spcBef>
              <a:buFont typeface="Arial"/>
              <a:buChar char="•"/>
            </a:pPr>
            <a:r>
              <a:rPr lang="uk-UA" sz="1800" dirty="0">
                <a:solidFill>
                  <a:srgbClr val="101010"/>
                </a:solidFill>
                <a:latin typeface="e-Ukraine Light"/>
              </a:rPr>
              <a:t>Ongoing (щомісячні) → у місячну ціну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68491" y="8421624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У ціну компонента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68491" y="8769096"/>
            <a:ext cx="4005072" cy="8961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50"/>
              </a:lnSpc>
              <a:buNone/>
            </a:pPr>
            <a:r>
              <a:rPr lang="uk-UA" sz="1800" dirty="0">
                <a:solidFill>
                  <a:srgbClr val="101010"/>
                </a:solidFill>
                <a:latin typeface="e-Ukraine Light"/>
              </a:rPr>
              <a:t>Пул групи → компоненти за середньою вагою COGS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68491" y="9720072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Перевірка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68491" y="10049255"/>
            <a:ext cx="4005072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00"/>
              </a:lnSpc>
              <a:buNone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Σ по групі за місяць = бюджет відділу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722214" y="4288536"/>
            <a:ext cx="4480560" cy="6355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7959959" y="4471416"/>
            <a:ext cx="400507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3700"/>
              </a:lnSpc>
              <a:buNone/>
            </a:pPr>
            <a:r>
              <a:rPr lang="uk-UA" sz="3600" dirty="0">
                <a:solidFill>
                  <a:srgbClr val="C00000"/>
                </a:solidFill>
                <a:latin typeface="e-Ukraine Bold"/>
              </a:rPr>
              <a:t>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59959" y="5074920"/>
            <a:ext cx="4005072" cy="8046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450"/>
              </a:lnSpc>
              <a:buNone/>
            </a:pPr>
            <a:r>
              <a:rPr lang="uk-UA" sz="2100" dirty="0">
                <a:solidFill>
                  <a:srgbClr val="101010"/>
                </a:solidFill>
                <a:latin typeface="e-Ukraine Bold"/>
              </a:rPr>
              <a:t>Загальні витрати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959959" y="5934455"/>
            <a:ext cx="4005072" cy="6583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50"/>
              </a:lnSpc>
              <a:buNone/>
            </a:pPr>
            <a:r>
              <a:rPr lang="uk-UA" sz="1700" dirty="0">
                <a:solidFill>
                  <a:srgbClr val="595959"/>
                </a:solidFill>
                <a:latin typeface="e-Ukraine Light"/>
              </a:rPr>
              <a:t>CFO, Operations, офіс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959959" y="6684264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Типи витрат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959959" y="7031736"/>
            <a:ext cx="4005072" cy="13167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342900" indent="-342900">
              <a:lnSpc>
                <a:spcPts val="2150"/>
              </a:lnSpc>
              <a:spcBef>
                <a:spcPts val="250"/>
              </a:spcBef>
              <a:buFont typeface="Arial"/>
              <a:buChar char="•"/>
            </a:pPr>
            <a:r>
              <a:rPr lang="uk-UA" sz="1800" dirty="0">
                <a:solidFill>
                  <a:srgbClr val="101010"/>
                </a:solidFill>
                <a:latin typeface="e-Ukraine Light"/>
              </a:rPr>
              <a:t>Ongoing (постійні) → розподіл на всі продукти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959959" y="8421624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У ціну компонента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959959" y="8769096"/>
            <a:ext cx="4005072" cy="8961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50"/>
              </a:lnSpc>
              <a:buNone/>
            </a:pPr>
            <a:r>
              <a:rPr lang="uk-UA" sz="1800" dirty="0">
                <a:solidFill>
                  <a:srgbClr val="101010"/>
                </a:solidFill>
                <a:latin typeface="e-Ukraine Light"/>
              </a:rPr>
              <a:t>Погоджена база (тут — % маржі груп) → далі за вагою COGS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59959" y="9720072"/>
            <a:ext cx="4005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Перевірка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59959" y="10049255"/>
            <a:ext cx="4005072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00"/>
              </a:lnSpc>
              <a:buNone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Σ розподіленого = загальний пул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55800" y="11109960"/>
            <a:ext cx="17282160" cy="11887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74320" bIns="0" rtlCol="0" anchor="ctr"/>
          <a:lstStyle/>
          <a:p>
            <a:pPr>
              <a:lnSpc>
                <a:spcPts val="2006"/>
              </a:lnSpc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 xml:space="preserve">До рівня компонента: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атрибуцію рівня продукту чи групи розкладаємо на компоненти за середньою вагою COGS компонента в середній конфігурації продукту. Окремо проаналізуємо, чи рахувати середні конфігурації за сегментами клієнтів окремо (Enterprise vs менший клієнт).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84318" y="4288536"/>
            <a:ext cx="4480560" cy="3035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>
              <a:buNone/>
            </a:pPr>
            <a:r>
              <a:rPr lang="uk-UA" sz="200" dirty="0">
                <a:solidFill>
                  <a:srgbClr val="101010"/>
                </a:solidFill>
                <a:latin typeface="e-Ukraine Light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22062" y="4453128"/>
            <a:ext cx="4005072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00"/>
              </a:lnSpc>
              <a:buNone/>
            </a:pPr>
            <a:r>
              <a:rPr lang="uk-UA" sz="2800" dirty="0">
                <a:solidFill>
                  <a:srgbClr val="C00000"/>
                </a:solidFill>
                <a:latin typeface="e-Ukraine Bold"/>
              </a:rPr>
              <a:t>A1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22062" y="4946904"/>
            <a:ext cx="40050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200"/>
              </a:lnSpc>
              <a:buNone/>
            </a:pPr>
            <a:r>
              <a:rPr lang="uk-UA" sz="1900" dirty="0">
                <a:solidFill>
                  <a:srgbClr val="101010"/>
                </a:solidFill>
                <a:latin typeface="e-Ukraine Bold"/>
              </a:rPr>
              <a:t>Пряма атрибуція FTE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22062" y="5532120"/>
            <a:ext cx="40050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950"/>
              </a:lnSpc>
              <a:buNone/>
            </a:pPr>
            <a:r>
              <a:rPr lang="uk-UA" sz="1600" dirty="0">
                <a:solidFill>
                  <a:srgbClr val="595959"/>
                </a:solidFill>
                <a:latin typeface="e-Ukraine Light"/>
              </a:rPr>
              <a:t>ФОТ Delivery і Support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2062" y="6135624"/>
            <a:ext cx="400507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У ціну компонента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22062" y="6446520"/>
            <a:ext cx="40050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50"/>
              </a:lnSpc>
              <a:buNone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FTE-частки × ЗП команд = собівартість компонента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84318" y="7607808"/>
            <a:ext cx="4480560" cy="3035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>
              <a:buNone/>
            </a:pPr>
            <a:r>
              <a:rPr lang="uk-UA" sz="200" dirty="0">
                <a:solidFill>
                  <a:srgbClr val="101010"/>
                </a:solidFill>
                <a:latin typeface="e-Ukraine Light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22062" y="7772400"/>
            <a:ext cx="4005072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00"/>
              </a:lnSpc>
              <a:buNone/>
            </a:pPr>
            <a:r>
              <a:rPr lang="uk-UA" sz="2800" dirty="0">
                <a:solidFill>
                  <a:srgbClr val="C00000"/>
                </a:solidFill>
                <a:latin typeface="e-Ukraine Bold"/>
              </a:rPr>
              <a:t>A2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22062" y="8266176"/>
            <a:ext cx="40050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200"/>
              </a:lnSpc>
              <a:buNone/>
            </a:pPr>
            <a:r>
              <a:rPr lang="uk-UA" sz="1900" dirty="0">
                <a:solidFill>
                  <a:srgbClr val="101010"/>
                </a:solidFill>
                <a:latin typeface="e-Ukraine Bold"/>
              </a:rPr>
              <a:t>Закупівлі у постачальника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2062" y="8851392"/>
            <a:ext cx="40050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950"/>
              </a:lnSpc>
              <a:buNone/>
            </a:pPr>
            <a:r>
              <a:rPr lang="uk-UA" sz="1600" dirty="0">
                <a:solidFill>
                  <a:srgbClr val="595959"/>
                </a:solidFill>
                <a:latin typeface="e-Ukraine Light"/>
              </a:rPr>
              <a:t>Cubbit S3 — тарифікація за GB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22062" y="9454896"/>
            <a:ext cx="400507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600" dirty="0">
                <a:solidFill>
                  <a:srgbClr val="C00000"/>
                </a:solidFill>
                <a:latin typeface="e-Ukraine Bold"/>
              </a:rPr>
              <a:t>У ціну компонента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22062" y="9765792"/>
            <a:ext cx="40050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50"/>
              </a:lnSpc>
              <a:buNone/>
            </a:pPr>
            <a:r>
              <a:rPr lang="uk-UA" sz="1700" dirty="0">
                <a:solidFill>
                  <a:srgbClr val="101010"/>
                </a:solidFill>
                <a:latin typeface="e-Ukraine Light"/>
              </a:rPr>
              <a:t>Units included × ціна юніта = собівартість компонента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Зміни у структурі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5800" y="2743200"/>
            <a:ext cx="20475575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00"/>
              </a:lnSpc>
              <a:buNone/>
            </a:pPr>
            <a:r>
              <a:rPr lang="uk-UA" sz="2000" dirty="0">
                <a:solidFill>
                  <a:srgbClr val="101010"/>
                </a:solidFill>
                <a:latin typeface="e-Ukraine Light"/>
              </a:rPr>
              <a:t>Один рядок P&amp;L може містити витрати різних типів атрибуції. Приклад — </a:t>
            </a:r>
            <a:r>
              <a:rPr lang="uk-UA" sz="2000" dirty="0">
                <a:solidFill>
                  <a:srgbClr val="101010"/>
                </a:solidFill>
                <a:latin typeface="e-Ukraine Bold"/>
              </a:rPr>
              <a:t>2.1.3 «ЗП Відділ Інформаційної Безпеки»</a:t>
            </a:r>
            <a:r>
              <a:rPr lang="uk-UA" sz="2000" dirty="0">
                <a:solidFill>
                  <a:srgbClr val="101010"/>
                </a:solidFill>
                <a:latin typeface="e-Ukraine Light"/>
              </a:rPr>
              <a:t>: проєктні години на продукти безпеки — модель B, загальна безпека компанії — модель 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55800" y="3840480"/>
            <a:ext cx="20475575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800" dirty="0">
                <a:solidFill>
                  <a:srgbClr val="595959"/>
                </a:solidFill>
                <a:latin typeface="e-Ukraine Bold"/>
              </a:rPr>
              <a:t>Зараз у файлі — один рядок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55800" y="4370832"/>
          <a:ext cx="20473416" cy="2231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9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1401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РАЗОМ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АПРЕЛЬ 26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МАЙ 26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ИЮНЬ 26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Attribution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2.1.2   ЗП Департамент розвитку продуктів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2 439 518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797 000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815 000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827 518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2.1.3   ЗП Відділ Інформаційної Безпеки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1 912 936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610 682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580 000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722 254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C00000"/>
                          </a:solidFill>
                          <a:latin typeface="Calibri"/>
                        </a:rPr>
                        <a:t>COGS + GENERAL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C00000"/>
                          </a:solidFill>
                          <a:latin typeface="Calibri"/>
                        </a:rPr>
                        <a:t>B + D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2.1.4   ЗП Відділ білінгу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1 211 460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405 760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402 420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403 280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Down Arrow 5"/>
          <p:cNvSpPr/>
          <p:nvPr/>
        </p:nvSpPr>
        <p:spPr>
          <a:xfrm>
            <a:off x="11557000" y="6711696"/>
            <a:ext cx="685800" cy="594360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55800" y="7406640"/>
            <a:ext cx="20475575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1800" dirty="0">
                <a:solidFill>
                  <a:srgbClr val="595959"/>
                </a:solidFill>
                <a:latin typeface="e-Ukraine Bold"/>
              </a:rPr>
              <a:t>Після — рядок розщеплено за моделями атрибуції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955800" y="7936992"/>
          <a:ext cx="20473416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92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1401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РАЗОМ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АПРЕЛЬ 26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МАЙ 26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ИЮНЬ 26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Attribution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2.1.2   ЗП Департамент розвитку продуктів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2 439 518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797 000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815 000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827 518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2.1.3.1   ЗП ВІБ — проєкти (продукти безпеки)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·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·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·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C00000"/>
                          </a:solidFill>
                          <a:latin typeface="Calibri"/>
                        </a:rPr>
                        <a:t>COGS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C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101010"/>
                          </a:solidFill>
                          <a:latin typeface="Calibri"/>
                        </a:rPr>
                        <a:t>2.1.3.2   ЗП ВІБ — загальна безпека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1 912 936 − X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·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·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Calibri"/>
                        </a:rPr>
                        <a:t>·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C00000"/>
                          </a:solidFill>
                          <a:latin typeface="Calibri"/>
                        </a:rPr>
                        <a:t>GENERAL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b="1" dirty="0">
                          <a:solidFill>
                            <a:srgbClr val="C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B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2.1.4   ЗП Відділ білінгу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1 211 460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405 760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402 420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Calibri"/>
                        </a:rPr>
                        <a:t>403 280</a:t>
                      </a:r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6350" cap="flat">
                      <a:solidFill>
                        <a:srgbClr val="BFBFBF"/>
                      </a:solidFill>
                    </a:lnL>
                    <a:lnR w="6350" cap="flat">
                      <a:solidFill>
                        <a:srgbClr val="BFBFBF"/>
                      </a:solidFill>
                    </a:lnR>
                    <a:lnT w="6350" cap="flat">
                      <a:solidFill>
                        <a:srgbClr val="BFBFBF"/>
                      </a:solidFill>
                    </a:lnT>
                    <a:lnB w="6350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55800" y="10927080"/>
            <a:ext cx="20475575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050"/>
              </a:lnSpc>
              <a:buNone/>
            </a:pPr>
            <a:r>
              <a:rPr lang="uk-UA" sz="1700" dirty="0">
                <a:solidFill>
                  <a:srgbClr val="101010"/>
                </a:solidFill>
                <a:latin typeface="e-Ukraine Bold"/>
              </a:rPr>
              <a:t>X </a:t>
            </a:r>
            <a:r>
              <a:rPr lang="uk-UA" sz="1700" dirty="0">
                <a:solidFill>
                  <a:srgbClr val="595959"/>
                </a:solidFill>
                <a:latin typeface="e-Ukraine Light"/>
              </a:rPr>
              <a:t>— пропорція з обліку годин відділу; сьогодні цих даних немає → запроваджуємо облік годин (крок 4 наступних кроків).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55800" y="11567160"/>
            <a:ext cx="17282160" cy="1143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74320" bIns="0" rtlCol="0" anchor="ctr"/>
          <a:lstStyle/>
          <a:p>
            <a:pPr>
              <a:lnSpc>
                <a:spcPts val="2200"/>
              </a:lnSpc>
              <a:buNone/>
            </a:pPr>
            <a:r>
              <a:rPr lang="uk-UA" sz="1800" dirty="0">
                <a:solidFill>
                  <a:srgbClr val="C00000"/>
                </a:solidFill>
                <a:latin typeface="e-Ukraine Bold"/>
              </a:rPr>
              <a:t>Висновок: </a:t>
            </a:r>
            <a:r>
              <a:rPr lang="uk-UA" sz="1800" dirty="0">
                <a:solidFill>
                  <a:srgbClr val="101010"/>
                </a:solidFill>
                <a:latin typeface="e-Ukraine Light"/>
              </a:rPr>
              <a:t>структуру P&amp;L треба розщепити за типами атрибуції — інакше модель не звести з фінансовою звітністю.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Модель A1 — приклад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5800" y="2788920"/>
            <a:ext cx="20475575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00"/>
              </a:lnSpc>
              <a:buNone/>
            </a:pPr>
            <a:r>
              <a:rPr lang="uk-UA" sz="2100" dirty="0">
                <a:solidFill>
                  <a:srgbClr val="595959"/>
                </a:solidFill>
                <a:latin typeface="e-Ukraine Light"/>
              </a:rPr>
              <a:t>Витрати</a:t>
            </a:r>
            <a:r>
              <a:rPr lang="uk-UA" sz="2100" b="1" dirty="0">
                <a:solidFill>
                  <a:schemeClr val="bg2">
                    <a:lumMod val="90000"/>
                  </a:schemeClr>
                </a:solidFill>
                <a:latin typeface="e-Ukraine Bold"/>
              </a:rPr>
              <a:t> </a:t>
            </a:r>
            <a:r>
              <a:rPr lang="uk-UA" sz="2100" dirty="0">
                <a:solidFill>
                  <a:srgbClr val="595959"/>
                </a:solidFill>
                <a:latin typeface="e-Ukraine Light"/>
              </a:rPr>
              <a:t>атрибутується на компоненти через частки FTE.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55800" y="3794760"/>
          <a:ext cx="20656295" cy="6309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776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7007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901337">
                <a:tc>
                  <a:txBody>
                    <a:bodyPr/>
                    <a:lstStyle/>
                    <a:p>
                      <a:pPr algn="ctr">
                        <a:lnSpc>
                          <a:spcPts val="1456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56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56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>
                        <a:lnSpc>
                          <a:spcPts val="1792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Delivery — FTE на компонент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792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Support — FTE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792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Собівартість ФОТ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Компонент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Категорія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LT, міс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VMware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Openstack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Network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Capacity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Monitoring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Coord &amp; Ops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L1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L2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COGS без LT, у.о.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COGS з LT, у.о./міс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ЗП, у.о./міс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12 000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10 000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8 000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4 000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4 000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4 000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3 000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4 000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L2 Private Line Kyiv–Lviv, 1 Mbit/s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Internet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48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0,70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0,30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0,70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11 200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233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Node for Private Cloud on VMware (2×16 cores, 256 GB)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VMware nodes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60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0,60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0,30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0,70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12 900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215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1337">
                <a:tc>
                  <a:txBody>
                    <a:bodyPr/>
                    <a:lstStyle/>
                    <a:p>
                      <a:pPr algn="l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101010"/>
                          </a:solidFill>
                          <a:latin typeface="e-Ukraine Light"/>
                        </a:rPr>
                        <a:t>vCPU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E-Cloud resources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48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0,60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0,50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0,50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12 700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265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1338">
                <a:tc>
                  <a:txBody>
                    <a:bodyPr/>
                    <a:lstStyle/>
                    <a:p>
                      <a:pPr algn="l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955800" y="11841480"/>
            <a:ext cx="17282160" cy="12344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74320" bIns="0" rtlCol="0" anchor="ctr"/>
          <a:lstStyle/>
          <a:p>
            <a:pPr>
              <a:lnSpc>
                <a:spcPts val="1950"/>
              </a:lnSpc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>Механіка: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COGS без LT = Σ (FTE × ЗП команди). One-time частина (інсталяція) розкладається на customer lifetime → колонка «з LT». Цифри ілюстративні (аркуш Models, блок Model 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Модель A2 — приклад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5800" y="2788920"/>
            <a:ext cx="20475575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00"/>
              </a:lnSpc>
              <a:buNone/>
            </a:pPr>
            <a:r>
              <a:rPr lang="uk-UA" sz="2100" dirty="0">
                <a:solidFill>
                  <a:srgbClr val="595959"/>
                </a:solidFill>
                <a:latin typeface="e-Ukraine Light"/>
              </a:rPr>
              <a:t>Прямі закупівлі в собівартість: скільки юнітів постачальника входить в один проданий компонент.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55800" y="3931920"/>
          <a:ext cx="20473416" cy="2377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3200400"/>
                <a:gridCol w="3291840"/>
                <a:gridCol w="2286000"/>
                <a:gridCol w="3108960"/>
                <a:gridCol w="2377440"/>
                <a:gridCol w="2276856"/>
              </a:tblGrid>
              <a:tr h="792480">
                <a:tc>
                  <a:txBody>
                    <a:bodyPr/>
                    <a:lstStyle/>
                    <a:p>
                      <a:pPr algn="l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Компонент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Юніт постачальника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Units included, на 1 компонент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Ціна юніта, ₴/міс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COGS = units × ціна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Ціна компонента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50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Маржа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Light"/>
                        </a:rPr>
                        <a:t>Cubbit S3 Storage, 10 TB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Light"/>
                        </a:rPr>
                        <a:t>1 GB — погігабайтна тарифікація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Light"/>
                        </a:rPr>
                        <a:t>10 000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Light"/>
                        </a:rPr>
                        <a:t>0,35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3 500 ₴ ≈ €72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Light"/>
                        </a:rPr>
                        <a:t>€85,00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≈ €13 · 15 %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anchor="ctr" marL="91440" marR="91440" marT="41148" marB="41148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5800" y="7589520"/>
            <a:ext cx="17275175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50"/>
              </a:lnSpc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 xml:space="preserve">Механіка: </a:t>
            </a:r>
            <a:r>
              <a:rPr lang="uk-UA" sz="2000" dirty="0">
                <a:solidFill>
                  <a:srgbClr val="101010"/>
                </a:solidFill>
                <a:latin typeface="e-Ukraine Light"/>
              </a:rPr>
              <a:t>компонент = 10 TB = 10 000 GB, постачальник тарифікує кожен GB → units included = 10 000. COGS = 10 000 × 0,35 = 3 500 ₴/міс.</a:t>
            </a:r>
          </a:p>
          <a:p>
            <a:pPr>
              <a:lnSpc>
                <a:spcPts val="2550"/>
              </a:lnSpc>
              <a:spcBef>
                <a:spcPts val="550"/>
              </a:spcBef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 xml:space="preserve">Перевірка: </a:t>
            </a:r>
            <a:r>
              <a:rPr lang="uk-UA" sz="2000" dirty="0">
                <a:solidFill>
                  <a:srgbClr val="101010"/>
                </a:solidFill>
                <a:latin typeface="e-Ukraine Light"/>
              </a:rPr>
              <a:t>Σ (units × ціна юніта) по проданих компонентах ≈ рахунки постачальника за період.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55800" y="11704320"/>
            <a:ext cx="17282160" cy="13716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0" rIns="274320" bIns="0" wrap="square"/>
          <a:lstStyle/>
          <a:p>
            <a:pPr>
              <a:lnSpc>
                <a:spcPts val="1950"/>
              </a:lnSpc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 xml:space="preserve">Джерело: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CRM — Cubbit S3 Storage, 10 TB (у CRM поле зберігає обернене співвідношення 0,0001 компонента на 1 GB; у розрахунку — 10 000 юнітів на компонент). Курс 48,5 ₴/€ — ілюстративний; правило приведення валют фіксується з фінансами.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Модель B — приклад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5800" y="2788920"/>
            <a:ext cx="20475575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00"/>
              </a:lnSpc>
              <a:buNone/>
            </a:pPr>
            <a:r>
              <a:rPr lang="uk-UA" sz="2100" dirty="0">
                <a:solidFill>
                  <a:srgbClr val="595959"/>
                </a:solidFill>
                <a:latin typeface="e-Ukraine Light"/>
              </a:rPr>
              <a:t>Витрати атрибутуються на продукти і розкладається на кількість продажів (Jul’25–Jul’26).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55800" y="3794760"/>
          <a:ext cx="20473416" cy="6675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126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06829">
                <a:tc>
                  <a:txBody>
                    <a:bodyPr/>
                    <a:lstStyle/>
                    <a:p>
                      <a:pPr algn="ctr">
                        <a:lnSpc>
                          <a:spcPts val="1456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56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792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Inbound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792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Outbound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792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Enterprise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792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FFFFFF"/>
                          </a:solidFill>
                          <a:latin typeface="e-Ukraine Bold"/>
                        </a:rPr>
                        <a:t>Вартість залучення (CAC)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Продукт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LT, міс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FTE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Продажі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FTE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Продажі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FTE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Продажі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CAC без LT, у.о.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CAC з LT, у.о./міс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ЗП каналу, у.о./міс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12 000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24 000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r>
                        <a:rPr lang="uk-UA" sz="1600" dirty="0">
                          <a:solidFill>
                            <a:srgbClr val="595959"/>
                          </a:solidFill>
                          <a:latin typeface="e-Ukraine Light"/>
                        </a:rPr>
                        <a:t>18 000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39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Private Cloud on VMware / vSAN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60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0,40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320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5,3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Private Cloud on Azure Local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60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0,20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350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5,8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Private Cloud on Openstack HCI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60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0,20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150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2,5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Public Cloud on VMware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48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0,35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24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0,40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30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56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1,2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Public Cloud on Openstack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36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0,50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50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0,20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44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1,2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MS365 license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24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0,10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35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1,5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06829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Architect services, 1 год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0,03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65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65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06830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595959"/>
                          </a:solidFill>
                          <a:latin typeface="e-Ukraine Light"/>
                        </a:rPr>
                        <a:t>…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955800" y="11475720"/>
            <a:ext cx="17282160" cy="1600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74320" bIns="0" rtlCol="0" anchor="ctr"/>
          <a:lstStyle/>
          <a:p>
            <a:pPr>
              <a:lnSpc>
                <a:spcPts val="2000"/>
              </a:lnSpc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 xml:space="preserve">Механіка: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CAC = ФОТ каналу, віднесений на продажі продукту; «CAC з LT» = CAC ÷ LT — щомісячна складова ціни. Цифри ілюстративні (аркуш Models).</a:t>
            </a:r>
          </a:p>
          <a:p>
            <a:pPr>
              <a:lnSpc>
                <a:spcPts val="2006"/>
              </a:lnSpc>
              <a:spcBef>
                <a:spcPts val="350"/>
              </a:spcBef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 xml:space="preserve">До рівня компонента: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атрибуцію рівня продукту чи групи розкладаємо на компоненти за середньою вагою COGS компонента в середній конфігурації продукту. Окремо проаналізуємо, чи рахувати середні конфігурації за сегментами клієнтів окремо (Enterprise vs менший клієнт).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Модель C — приклад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5800" y="2788920"/>
            <a:ext cx="20475575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00"/>
              </a:lnSpc>
              <a:buNone/>
            </a:pPr>
            <a:r>
              <a:rPr lang="uk-UA" sz="2100" dirty="0">
                <a:solidFill>
                  <a:srgbClr val="595959"/>
                </a:solidFill>
                <a:latin typeface="e-Ukraine Light"/>
              </a:rPr>
              <a:t>Витрати відділу атрибутуються на групу продуктів і розкладаються всередині групи пропорційно доходу.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55800" y="3657600"/>
            <a:ext cx="20475575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buNone/>
            </a:pPr>
            <a:r>
              <a:rPr lang="uk-UA" sz="2200" dirty="0">
                <a:solidFill>
                  <a:srgbClr val="101010"/>
                </a:solidFill>
                <a:latin typeface="e-Ukraine Bold"/>
              </a:rPr>
              <a:t>ВОК → група Resell (ongoing, щомісяця)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955800" y="4389120"/>
          <a:ext cx="20473416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52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69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190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FFFFFF"/>
                          </a:solidFill>
                          <a:latin typeface="e-Ukraine Bold"/>
                        </a:rPr>
                        <a:t>Продукт групи Resell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FFFFFF"/>
                          </a:solidFill>
                          <a:latin typeface="e-Ukraine Bold"/>
                        </a:rPr>
                        <a:t>Дохід, ₴/міс (чер’26)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FFFFFF"/>
                          </a:solidFill>
                          <a:latin typeface="e-Ukraine Bold"/>
                        </a:rPr>
                        <a:t>Частка групи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FFFFFF"/>
                          </a:solidFill>
                          <a:latin typeface="e-Ukraine Bold"/>
                        </a:rPr>
                        <a:t>Атрибутовано ВОК, ₴/міс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0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FFFFFF"/>
                          </a:solidFill>
                          <a:latin typeface="e-Ukraine Bold"/>
                        </a:rPr>
                        <a:t>% до ціни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Licences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5 138 332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51,6 %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177 300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+3,45 %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Backup Licences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4 820 151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48,4 %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166 271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Light"/>
                        </a:rPr>
                        <a:t>+3,45 %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Разом — група Resell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9 958 483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100 %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343 571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955800" y="8412480"/>
            <a:ext cx="17275175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50"/>
              </a:lnSpc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Ставка групи: </a:t>
            </a:r>
            <a:r>
              <a:rPr lang="uk-UA" sz="2000" dirty="0">
                <a:solidFill>
                  <a:srgbClr val="101010"/>
                </a:solidFill>
                <a:latin typeface="e-Ukraine Light"/>
              </a:rPr>
              <a:t>343 571 ÷ 9 958 483 = 3,45 % від місячної ціни кожного продукту групи.</a:t>
            </a:r>
          </a:p>
          <a:p>
            <a:pPr>
              <a:lnSpc>
                <a:spcPts val="2550"/>
              </a:lnSpc>
              <a:spcBef>
                <a:spcPts val="550"/>
              </a:spcBef>
              <a:buNone/>
            </a:pPr>
            <a:r>
              <a:rPr lang="uk-UA" sz="2000" dirty="0">
                <a:solidFill>
                  <a:srgbClr val="101010"/>
                </a:solidFill>
                <a:latin typeface="e-Ukraine Bold"/>
              </a:rPr>
              <a:t>Перевірка: </a:t>
            </a:r>
            <a:r>
              <a:rPr lang="uk-UA" sz="2000" dirty="0">
                <a:solidFill>
                  <a:srgbClr val="101010"/>
                </a:solidFill>
                <a:latin typeface="e-Ukraine Light"/>
              </a:rPr>
              <a:t>сума атрибутованого по групі за місяць = бюджет відділу (343 571 ₴).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55800" y="11475720"/>
            <a:ext cx="17282160" cy="1600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74320" bIns="0" rtlCol="0" anchor="ctr"/>
          <a:lstStyle/>
          <a:p>
            <a:pPr>
              <a:lnSpc>
                <a:spcPts val="2000"/>
              </a:lnSpc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 xml:space="preserve">Приклад: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ЗП ВОК — факт Q2’26 (1 030 714 ₴/кв → 343 571 ₴/міс), доходи груп — аркуш «Продукти». Частку ВОК на Resell для ілюстрації взято 100 % — реальну дасть FTE-опитування.</a:t>
            </a:r>
          </a:p>
          <a:p>
            <a:pPr>
              <a:lnSpc>
                <a:spcPts val="2006"/>
              </a:lnSpc>
              <a:spcBef>
                <a:spcPts val="350"/>
              </a:spcBef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 xml:space="preserve">До рівня компонента: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атрибуцію рівня продукту чи групи розкладаємо на компоненти за середньою вагою COGS компонента в середній конфігурації продукту. Окремо проаналізуємо, чи рахувати середні конфігурації за сегментами клієнтів окремо (Enterprise vs менший клієнт).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Модель D — приклад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5800" y="2788920"/>
            <a:ext cx="20475575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00"/>
              </a:lnSpc>
              <a:buNone/>
            </a:pPr>
            <a:r>
              <a:rPr lang="uk-UA" sz="2100" dirty="0">
                <a:solidFill>
                  <a:srgbClr val="595959"/>
                </a:solidFill>
                <a:latin typeface="e-Ukraine Light"/>
              </a:rPr>
              <a:t>Пул загальних витрат розподіляється на групи продуктів за погодженою базою — тут % прогнозної маржі FY2026.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55800" y="3931920"/>
            <a:ext cx="603504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>
              <a:buNone/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75840" y="4224528"/>
            <a:ext cx="5394960" cy="5212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500"/>
              </a:lnSpc>
              <a:buNone/>
            </a:pPr>
            <a:r>
              <a:rPr lang="uk-UA" sz="2100" dirty="0">
                <a:solidFill>
                  <a:srgbClr val="101010"/>
                </a:solidFill>
                <a:latin typeface="e-Ukraine Bold"/>
              </a:rPr>
              <a:t>Пул загальних витрат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Internal IT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Operations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HR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Legal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Finance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Адмін-госп. відділ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Оренда офісу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Банківські послуги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Страховка</a:t>
            </a:r>
          </a:p>
          <a:p>
            <a:pPr marL="342900" indent="-342900">
              <a:lnSpc>
                <a:spcPts val="2100"/>
              </a:lnSpc>
              <a:spcBef>
                <a:spcPts val="250"/>
              </a:spcBef>
              <a:buFont typeface="Arial"/>
              <a:buChar char="•"/>
            </a:pPr>
            <a:r>
              <a:rPr lang="uk-UA" sz="1750" dirty="0">
                <a:solidFill>
                  <a:srgbClr val="101010"/>
                </a:solidFill>
                <a:latin typeface="e-Ukraine Light"/>
              </a:rPr>
              <a:t>ПО для персоналу</a:t>
            </a:r>
          </a:p>
          <a:p>
            <a:pPr>
              <a:lnSpc>
                <a:spcPts val="2100"/>
              </a:lnSpc>
              <a:spcBef>
                <a:spcPts val="250"/>
              </a:spcBef>
              <a:buNone/>
            </a:pPr>
            <a:r>
              <a:rPr lang="uk-UA" sz="1750" dirty="0">
                <a:solidFill>
                  <a:srgbClr val="595959"/>
                </a:solidFill>
                <a:latin typeface="e-Ukraine Light"/>
              </a:rPr>
              <a:t>… разом 18 статей × 10 000</a:t>
            </a:r>
          </a:p>
          <a:p>
            <a:pPr>
              <a:lnSpc>
                <a:spcPts val="2350"/>
              </a:lnSpc>
              <a:spcBef>
                <a:spcPts val="550"/>
              </a:spcBef>
              <a:buNone/>
            </a:pPr>
            <a:r>
              <a:rPr lang="uk-UA" sz="1900" dirty="0">
                <a:solidFill>
                  <a:srgbClr val="101010"/>
                </a:solidFill>
                <a:latin typeface="e-Ukraine Light"/>
              </a:rPr>
              <a:t>180 000 у.о./міс = </a:t>
            </a:r>
            <a:r>
              <a:rPr lang="uk-UA" sz="1900" dirty="0">
                <a:solidFill>
                  <a:srgbClr val="C00000"/>
                </a:solidFill>
                <a:latin typeface="e-Ukraine Bold"/>
              </a:rPr>
              <a:t>2 160 000 у.о./рік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48040" y="3931920"/>
          <a:ext cx="13981176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63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453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algn="l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Група продуктів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Маржа FY26, у.о.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% маржі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Алоковано, у.о./рік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Продажів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На продаж, у.о./рік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80"/>
                        </a:lnSpc>
                        <a:buNone/>
                      </a:pPr>
                      <a:r>
                        <a:rPr lang="uk-UA" sz="1500" dirty="0">
                          <a:solidFill>
                            <a:srgbClr val="FFFFFF"/>
                          </a:solidFill>
                          <a:latin typeface="e-Ukraine Bold"/>
                        </a:rPr>
                        <a:t>у.о./міс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IaaS — Public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15 000 000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30 %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648 000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139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4 662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388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IaaS — Private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25 000 000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50 %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1 080 000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98 182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8 182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Resell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6 000 000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12 %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259 200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27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9 600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800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Prof. services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4 000 000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8 %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172 800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9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19 200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1 600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Разом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50 000 000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100 %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2 160 000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Bold"/>
                        </a:rPr>
                        <a:t>186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54"/>
                        </a:lnSpc>
                        <a:buNone/>
                      </a:pPr>
                      <a:endParaRPr/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48040" y="8869680"/>
            <a:ext cx="13983335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400"/>
              </a:lnSpc>
              <a:buNone/>
            </a:pPr>
            <a:r>
              <a:rPr lang="uk-UA" sz="1900" dirty="0">
                <a:solidFill>
                  <a:srgbClr val="101010"/>
                </a:solidFill>
                <a:latin typeface="e-Ukraine Bold"/>
              </a:rPr>
              <a:t>Механіка: </a:t>
            </a:r>
            <a:r>
              <a:rPr lang="uk-UA" sz="1900" dirty="0">
                <a:solidFill>
                  <a:srgbClr val="101010"/>
                </a:solidFill>
                <a:latin typeface="e-Ukraine Light"/>
              </a:rPr>
              <a:t>пул × % маржі групи → алокація на групу; далі ÷ кількість продажів групи → навантаження на один продаж, у.о./рік і у.о./міс.</a:t>
            </a:r>
          </a:p>
          <a:p>
            <a:pPr>
              <a:lnSpc>
                <a:spcPts val="2400"/>
              </a:lnSpc>
              <a:spcBef>
                <a:spcPts val="500"/>
              </a:spcBef>
              <a:buNone/>
            </a:pPr>
            <a:r>
              <a:rPr lang="uk-UA" sz="1900" dirty="0">
                <a:solidFill>
                  <a:srgbClr val="101010"/>
                </a:solidFill>
                <a:latin typeface="e-Ukraine Bold"/>
              </a:rPr>
              <a:t>База розподілу — рішення: </a:t>
            </a:r>
            <a:r>
              <a:rPr lang="uk-UA" sz="1900" dirty="0">
                <a:solidFill>
                  <a:srgbClr val="101010"/>
                </a:solidFill>
                <a:latin typeface="e-Ukraine Light"/>
              </a:rPr>
              <a:t>% маржі, % доходу або інша база — узгоджується з фінансами.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5800" y="11475720"/>
            <a:ext cx="17282160" cy="1600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0" rIns="274320" bIns="0" rtlCol="0" anchor="ctr"/>
          <a:lstStyle/>
          <a:p>
            <a:pPr>
              <a:lnSpc>
                <a:spcPts val="2000"/>
              </a:lnSpc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 xml:space="preserve">Джерело: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аркуш Models — прогноз FY2026 (маржа 50 млн у.о.), кількість продажів з прикладу моделі B. Цифри ілюстративні.</a:t>
            </a:r>
          </a:p>
          <a:p>
            <a:pPr>
              <a:lnSpc>
                <a:spcPts val="2006"/>
              </a:lnSpc>
              <a:spcBef>
                <a:spcPts val="350"/>
              </a:spcBef>
              <a:buNone/>
            </a:pPr>
            <a:r>
              <a:rPr lang="uk-UA" sz="1700" dirty="0">
                <a:solidFill>
                  <a:srgbClr val="C00000"/>
                </a:solidFill>
                <a:latin typeface="e-Ukraine Bold"/>
              </a:rPr>
              <a:t xml:space="preserve">До рівня компонента: </a:t>
            </a:r>
            <a:r>
              <a:rPr lang="uk-UA" sz="1700" dirty="0">
                <a:solidFill>
                  <a:srgbClr val="101010"/>
                </a:solidFill>
                <a:latin typeface="e-Ukraine Light"/>
              </a:rPr>
              <a:t>атрибуцію рівня продукту чи групи розкладаємо на компоненти за середньою вагою COGS компонента в середній конфігурації продукту. Окремо проаналізуємо, чи рахувати середні конфігурації за сегментами клієнтів окремо (Enterprise vs менший клієнт).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55800" y="1133475"/>
            <a:ext cx="20475575" cy="160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9600"/>
              </a:lnSpc>
              <a:buNone/>
            </a:pPr>
            <a:r>
              <a:rPr lang="uk-UA" sz="9600" dirty="0">
                <a:solidFill>
                  <a:srgbClr val="101010"/>
                </a:solidFill>
                <a:latin typeface="e-Ukraine Bold"/>
              </a:rPr>
              <a:t>Наступні кроки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955800" y="3017520"/>
          <a:ext cx="20473416" cy="8010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26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 gridSpan="3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uk-UA" sz="1800" dirty="0">
                          <a:solidFill>
                            <a:srgbClr val="C00000"/>
                          </a:solidFill>
                          <a:latin typeface="e-Ukraine Bold"/>
                        </a:rPr>
                        <a:t>Узгодження</a:t>
                      </a:r>
                    </a:p>
                  </a:txBody>
                  <a:tcPr marL="228600"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7008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1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Алокація бюджетів з керівниками відділів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Оцінка, якою моделлю йде відділ, + стартова механіка атрибуції: Delivery · InfoSec · Support · R&amp;D · Internal IT · Finance · ВОК · Operations · Product · Sales (Corp, Ent) · Sales (BizDev) · Sales (Growth) · Marketing · HR · Legal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2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Розбиття витрат за типами атрибуції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Узгодження з фінансами: кожен рядок P&amp;L → модель A1 / A2 / B / C / D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3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Узгодження принципів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Підходи зі слайда «Ключові підходи» — зафіксувати з CEO та CFO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4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Модель обліку годин надалі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Action plan по відділах: як рахуємо й атрибутуємо години, де дашборди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 gridSpan="3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uk-UA" sz="1800" dirty="0">
                          <a:solidFill>
                            <a:srgbClr val="C00000"/>
                          </a:solidFill>
                          <a:latin typeface="e-Ukraine Bold"/>
                        </a:rPr>
                        <a:t>Розрахунок і дані</a:t>
                      </a:r>
                    </a:p>
                  </a:txBody>
                  <a:tcPr marL="228600"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5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Розрахунки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Собівартість і маржинальність компонентів за моделями A1–D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6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Контрольні звірки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Атрибутовані суми ↔ фактичні бюджети відділів і P&amp;L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7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Актуалізація даних у CRM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Компоненти, ціни, привʼязки продуктів — синхронно з розрахунком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 gridSpan="3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uk-UA" sz="1800" dirty="0">
                          <a:solidFill>
                            <a:srgbClr val="C00000"/>
                          </a:solidFill>
                          <a:latin typeface="e-Ukraine Bold"/>
                        </a:rPr>
                        <a:t>Результат</a:t>
                      </a:r>
                    </a:p>
                  </a:txBody>
                  <a:tcPr marL="228600"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4F4F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8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Поточна профітабельність продуктів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Реальна маржа кожного продукту на розрахованому бейзлайні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185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9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7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Пропозиції щодо перегляду цін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954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Там, де маржа нижча за цільову — нові ціни та умови</a:t>
                      </a:r>
                    </a:p>
                  </a:txBody>
                  <a:tcPr marT="41148" marB="41148" anchor="ctr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ts val="2200"/>
                        </a:lnSpc>
                        <a:buNone/>
                      </a:pPr>
                      <a:r>
                        <a:rPr lang="uk-UA" sz="1900" dirty="0">
                          <a:solidFill>
                            <a:srgbClr val="101010"/>
                          </a:solidFill>
                          <a:latin typeface="e-Ukraine Bold"/>
                        </a:rPr>
                        <a:t>10</a:t>
                      </a:r>
                    </a:p>
                  </a:txBody>
                  <a:tcPr marT="36576" marB="36576" anchor="ctr" marL="91440" marR="91440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100"/>
                        </a:lnSpc>
                        <a:buNone/>
                      </a:pPr>
                      <a:r>
                        <a:rPr lang="uk-UA" sz="1800" dirty="0">
                          <a:solidFill>
                            <a:srgbClr val="101010"/>
                          </a:solidFill>
                          <a:latin typeface="e-Ukraine Bold"/>
                        </a:rPr>
                        <a:t>Мінімальна прибутковість</a:t>
                      </a:r>
                    </a:p>
                  </a:txBody>
                  <a:tcPr marT="36576" marB="36576" anchor="ctr" marL="91440" marR="91440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000"/>
                        </a:lnSpc>
                        <a:buNone/>
                      </a:pPr>
                      <a:r>
                        <a:rPr lang="uk-UA" sz="1700" dirty="0">
                          <a:solidFill>
                            <a:srgbClr val="101010"/>
                          </a:solidFill>
                          <a:latin typeface="e-Ukraine Light"/>
                        </a:rPr>
                        <a:t>Закладаємо мінімально допустиму прибутковість — «в нуль» не продаємо; погоджують CFO, CEO, CBDO</a:t>
                      </a:r>
                    </a:p>
                  </a:txBody>
                  <a:tcPr marT="36576" marB="36576" anchor="ctr" marL="91440" marR="91440">
                    <a:lnL w="9525" cap="flat">
                      <a:solidFill>
                        <a:srgbClr val="E3E3E3"/>
                      </a:solidFill>
                    </a:lnL>
                    <a:lnR w="9525" cap="flat">
                      <a:solidFill>
                        <a:srgbClr val="E3E3E3"/>
                      </a:solidFill>
                    </a:lnR>
                    <a:lnT w="9525" cap="flat">
                      <a:solidFill>
                        <a:srgbClr val="E3E3E3"/>
                      </a:solidFill>
                    </a:lnT>
                    <a:lnB w="9525" cap="flat">
                      <a:solidFill>
                        <a:srgbClr val="E3E3E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GigaTemplate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70FBE58B9BF8041BF2611F39FA1E387" ma:contentTypeVersion="4" ma:contentTypeDescription="Створення нового документа." ma:contentTypeScope="" ma:versionID="902a5390e806234ff893da3d5a721b74">
  <xsd:schema xmlns:xsd="http://www.w3.org/2001/XMLSchema" xmlns:xs="http://www.w3.org/2001/XMLSchema" xmlns:p="http://schemas.microsoft.com/office/2006/metadata/properties" xmlns:ns2="1daf032c-a57b-4372-9a1d-f54b349859c6" targetNamespace="http://schemas.microsoft.com/office/2006/metadata/properties" ma:root="true" ma:fieldsID="dbc80d54133f8dfcb5dc4aa08646bd57" ns2:_="">
    <xsd:import namespace="1daf032c-a57b-4372-9a1d-f54b349859c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af032c-a57b-4372-9a1d-f54b349859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вмісту"/>
        <xsd:element ref="dc:title" minOccurs="0" maxOccurs="1" ma:index="4" ma:displayName="Заголовок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891810B-34F8-475C-B627-7B241BBDC4AB}">
  <ds:schemaRefs>
    <ds:schemaRef ds:uri="1daf032c-a57b-4372-9a1d-f54b349859c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DE9C661-84A1-467E-9BAA-12AD180CF771}">
  <ds:schemaRefs>
    <ds:schemaRef ds:uri="1daf032c-a57b-4372-9a1d-f54b349859c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2789334-90D4-4EBF-A1C6-EF78E9549DE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1820</Words>
  <Application>Microsoft Macintosh PowerPoint</Application>
  <PresentationFormat>Custom</PresentationFormat>
  <Paragraphs>462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e-Ukraine Bold</vt:lpstr>
      <vt:lpstr>e-Ukraine Light</vt:lpstr>
      <vt:lpstr>Arial</vt:lpstr>
      <vt:lpstr>Calibri</vt:lpstr>
      <vt:lpstr>GigaTemplatePPTX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Oleksii Orlov</cp:lastModifiedBy>
  <cp:revision>2</cp:revision>
  <dcterms:created xsi:type="dcterms:W3CDTF">2025-02-28T09:48:10Z</dcterms:created>
  <dcterms:modified xsi:type="dcterms:W3CDTF">2026-08-28T06:36:37Z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0x010100070FBE58B9BF8041BF2611F39FA1E387</vt:lpwstr>
  </property>
</Properties>
</file>