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jpg"/><Relationship Id="rId6" Type="http://schemas.openxmlformats.org/officeDocument/2006/relationships/image" Target="../media/image3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 shipper's news — a new plant, a new market, a supplier strike — becomes a forwarding, warehousing or contract-logistics opportunity for the team that serves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News about a borrower is traced across its group and returns two answers: the deal it opens for the relationship team, and the exposure it puts at risk for credit.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An event at a supplier or an OEM customer is traced to every affected company on the list, with the supply, reallocation or partnership move it opens for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News about a market, a regulator or a competitor is matched to the portfolio companies it touches and to the levers the fund actually pulls to grow them.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55847"/>
            <a:ext cx="11807952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opportunities instead of researching them?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a logistics operator's key-account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first engagement in delivery — results to follow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 global logistics and supply-chain operator — A contracted proof of value on NVIDIA AI-Q over OCI: news and filings from seven external sources, read together with the client's own account records, become one scored, source-cited opportunity-and-risk record per account, which the team approves or rejects in a reviewer screen built for the purpose.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THE PACK DOES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HOW IT RUNS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1 Set the scope  →  2 Pick up the signal  →  3 Work out what it means  →  4 Map it to your next move  →  5 Score it, evidence it, review it  →  6 Deliver it and learn from it   ·   a person stays in the loop at steps 1 and 5.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IT DOES NOT CLAIM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Not the first client's results or set-up: their sources, their list of companies and their own catalog of moves are configured for each client; what every client gets is the reasoning that finds which companies a piece of news touches and the move it opens for each.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a global logistics and supply-chain operator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Configured per client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Account list and tiers, reasoning and ripple rules, the catalog of moves, scoring thresholds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In every tier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Oracle Customer Experience (CX)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 any CRM the team already works in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scheduled and on-demand runs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A standing watch per account, reporting what changed since last time — or that nothing did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Deadline-driven triggers; sources gated by reliability class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routed to separate owners; map to offerings, levers or mitigations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a 'nothing found' verdict recorded like any other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Tuning from reviewer feedback, kept as a learning loop; replay of any past day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