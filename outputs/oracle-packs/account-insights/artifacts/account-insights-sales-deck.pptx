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8.svg" ContentType="image/svg+xml"/>
  <Override PartName="/ppt/media/image19.svg" ContentType="image/svg+xml"/>
  <Override PartName="/ppt/media/image3.svg" ContentType="image/svg+xml"/>
  <Override PartName="/ppt/media/image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3" r:id="rId4"/>
  </p:sldMasterIdLst>
  <p:notesMasterIdLst>
    <p:notesMasterId r:id="rId15"/>
  </p:notesMasterIdLst>
  <p:handoutMasterIdLst>
    <p:handoutMasterId r:id="rId16"/>
  </p:handoutMasterIdLst>
  <p:sldIdLst>
    <p:sldId id="256" r:id="rId5"/>
    <p:sldId id="258" r:id="rId6"/>
    <p:sldId id="269" r:id="rId7"/>
    <p:sldId id="276" r:id="rId8"/>
    <p:sldId id="277" r:id="rId9"/>
    <p:sldId id="280" r:id="rId24"/>
    <p:sldId id="260" r:id="rId10"/>
    <p:sldId id="279" r:id="rId11"/>
    <p:sldId id="278" r:id="rId13"/>
    <p:sldId id="275" r:id="rId14"/>
  </p:sldIdLst>
  <p:sldSz cx="12192000" cy="6858000"/>
  <p:notesSz cx="13716000" cy="243871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989E37-B850-1D40-C287-E7457D095939}" name="Taras Lopushanskyi" initials="" userId="S::tlopu@softserveinc.com::7b479547-1ac6-4c3e-bfc7-6a03fe16e469" providerId="AD"/>
  <p188:author id="{DC511251-FA26-9433-1173-3030CF824937}" name="Neill Furmston" initials="" userId="S::nfurm@softserveinc.com::1f7bb88b-ebba-4afe-b2d3-53cd9fd2713d" providerId="AD"/>
  <p188:author id="{F3764051-4701-B8D2-F2FF-086436182B31}" name="Helga Kuklieva" initials="HK" userId="S::okukl@softserveinc.com::8058d566-3e94-4190-bb8d-b787b7329c88" providerId="AD"/>
  <p188:author id="{FC195F60-30CD-1CEB-73C0-F626030225A3}" name="Vika Shemet" initials="" userId="S::vsheme@softserveinc.com::db0cc8c0-0552-412f-b1bb-b7d23224c7a0" providerId="AD"/>
  <p188:author id="{7ED644DC-D3AC-75B6-36A0-CC58848AD126}" name="Iryna Sukhotska" initials="" userId="S::isukh@softserveinc.com::57b3c95b-473f-45db-abc5-73044ff921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515A"/>
    <a:srgbClr val="F36849"/>
    <a:srgbClr val="F95050"/>
    <a:srgbClr val="1285C3"/>
    <a:srgbClr val="26282B"/>
    <a:srgbClr val="44515A"/>
    <a:srgbClr val="FFC62B"/>
    <a:srgbClr val="90F0BB"/>
    <a:srgbClr val="20E077"/>
    <a:srgbClr val="FCA8A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56B622-4C32-BC4B-AC9D-770347841BF1}" v="171" dt="2026-06-23T13:29:49.48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168"/>
    <p:restoredTop sz="94641"/>
  </p:normalViewPr>
  <p:slideViewPr>
    <p:cSldViewPr>
      <p:cViewPr>
        <p:scale>
          <a:sx n="125" d="100"/>
          <a:sy n="125" d="100"/>
        </p:scale>
        <p:origin x="1592" y="5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7.xml"/><Relationship Id="rId11"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microsoft.com/office/2018/10/relationships/authors" Target="authors.xml"/><Relationship Id="rId24"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leksii Orlov" userId="aa7c47d8-364d-4293-a702-65622216b23c" providerId="ADAL" clId="{CA9AFEDF-167F-5D53-A2B9-7E9A8E547BD0}"/>
    <pc:docChg chg="undo redo custSel addSld delSld modSld sldOrd">
      <pc:chgData name="Oleksii Orlov" userId="aa7c47d8-364d-4293-a702-65622216b23c" providerId="ADAL" clId="{CA9AFEDF-167F-5D53-A2B9-7E9A8E547BD0}" dt="2026-06-23T14:37:26.226" v="4145" actId="20577"/>
      <pc:docMkLst>
        <pc:docMk/>
      </pc:docMkLst>
      <pc:sldChg chg="modSp mod">
        <pc:chgData name="Oleksii Orlov" userId="aa7c47d8-364d-4293-a702-65622216b23c" providerId="ADAL" clId="{CA9AFEDF-167F-5D53-A2B9-7E9A8E547BD0}" dt="2026-06-21T19:47:20.183" v="86" actId="2710"/>
        <pc:sldMkLst>
          <pc:docMk/>
          <pc:sldMk cId="0" sldId="256"/>
        </pc:sldMkLst>
        <pc:spChg chg="mod">
          <ac:chgData name="Oleksii Orlov" userId="aa7c47d8-364d-4293-a702-65622216b23c" providerId="ADAL" clId="{CA9AFEDF-167F-5D53-A2B9-7E9A8E547BD0}" dt="2026-06-21T19:47:20.183" v="86" actId="2710"/>
          <ac:spMkLst>
            <pc:docMk/>
            <pc:sldMk cId="0" sldId="256"/>
            <ac:spMk id="2" creationId="{00000000-0000-0000-0000-000000000000}"/>
          </ac:spMkLst>
        </pc:spChg>
        <pc:spChg chg="mod">
          <ac:chgData name="Oleksii Orlov" userId="aa7c47d8-364d-4293-a702-65622216b23c" providerId="ADAL" clId="{CA9AFEDF-167F-5D53-A2B9-7E9A8E547BD0}" dt="2026-06-21T19:46:35.731" v="75" actId="14100"/>
          <ac:spMkLst>
            <pc:docMk/>
            <pc:sldMk cId="0" sldId="256"/>
            <ac:spMk id="3" creationId="{00000000-0000-0000-0000-000000000000}"/>
          </ac:spMkLst>
        </pc:spChg>
      </pc:sldChg>
      <pc:sldChg chg="modSp mod">
        <pc:chgData name="Oleksii Orlov" userId="aa7c47d8-364d-4293-a702-65622216b23c" providerId="ADAL" clId="{CA9AFEDF-167F-5D53-A2B9-7E9A8E547BD0}" dt="2026-06-21T19:44:15.147" v="64" actId="403"/>
        <pc:sldMkLst>
          <pc:docMk/>
          <pc:sldMk cId="0" sldId="257"/>
        </pc:sldMkLst>
        <pc:spChg chg="mod">
          <ac:chgData name="Oleksii Orlov" userId="aa7c47d8-364d-4293-a702-65622216b23c" providerId="ADAL" clId="{CA9AFEDF-167F-5D53-A2B9-7E9A8E547BD0}" dt="2026-06-21T19:44:05.134" v="61" actId="2711"/>
          <ac:spMkLst>
            <pc:docMk/>
            <pc:sldMk cId="0" sldId="257"/>
            <ac:spMk id="2" creationId="{00000000-0000-0000-0000-000000000000}"/>
          </ac:spMkLst>
        </pc:spChg>
        <pc:spChg chg="mod">
          <ac:chgData name="Oleksii Orlov" userId="aa7c47d8-364d-4293-a702-65622216b23c" providerId="ADAL" clId="{CA9AFEDF-167F-5D53-A2B9-7E9A8E547BD0}" dt="2026-06-21T19:44:11.543" v="62" actId="2711"/>
          <ac:spMkLst>
            <pc:docMk/>
            <pc:sldMk cId="0" sldId="257"/>
            <ac:spMk id="4" creationId="{00000000-0000-0000-0000-000000000000}"/>
          </ac:spMkLst>
        </pc:spChg>
        <pc:spChg chg="mod">
          <ac:chgData name="Oleksii Orlov" userId="aa7c47d8-364d-4293-a702-65622216b23c" providerId="ADAL" clId="{CA9AFEDF-167F-5D53-A2B9-7E9A8E547BD0}" dt="2026-06-21T19:44:15.147" v="64" actId="403"/>
          <ac:spMkLst>
            <pc:docMk/>
            <pc:sldMk cId="0" sldId="257"/>
            <ac:spMk id="5" creationId="{00000000-0000-0000-0000-000000000000}"/>
          </ac:spMkLst>
        </pc:spChg>
      </pc:sldChg>
      <pc:sldChg chg="modSp mod modShow">
        <pc:chgData name="Oleksii Orlov" userId="aa7c47d8-364d-4293-a702-65622216b23c" providerId="ADAL" clId="{CA9AFEDF-167F-5D53-A2B9-7E9A8E547BD0}" dt="2026-06-23T07:53:52.282" v="2401" actId="729"/>
        <pc:sldMkLst>
          <pc:docMk/>
          <pc:sldMk cId="0" sldId="258"/>
        </pc:sldMkLst>
        <pc:spChg chg="mod">
          <ac:chgData name="Oleksii Orlov" userId="aa7c47d8-364d-4293-a702-65622216b23c" providerId="ADAL" clId="{CA9AFEDF-167F-5D53-A2B9-7E9A8E547BD0}" dt="2026-06-22T16:31:49.147" v="378" actId="114"/>
          <ac:spMkLst>
            <pc:docMk/>
            <pc:sldMk cId="0" sldId="258"/>
            <ac:spMk id="12" creationId="{00000000-0000-0000-0000-000000000000}"/>
          </ac:spMkLst>
        </pc:spChg>
        <pc:spChg chg="mod">
          <ac:chgData name="Oleksii Orlov" userId="aa7c47d8-364d-4293-a702-65622216b23c" providerId="ADAL" clId="{CA9AFEDF-167F-5D53-A2B9-7E9A8E547BD0}" dt="2026-06-22T16:30:54.461" v="329" actId="20577"/>
          <ac:spMkLst>
            <pc:docMk/>
            <pc:sldMk cId="0" sldId="258"/>
            <ac:spMk id="22" creationId="{00000000-0000-0000-0000-000000000000}"/>
          </ac:spMkLst>
        </pc:spChg>
      </pc:sldChg>
      <pc:sldChg chg="addSp modSp mod ord modShow">
        <pc:chgData name="Oleksii Orlov" userId="aa7c47d8-364d-4293-a702-65622216b23c" providerId="ADAL" clId="{CA9AFEDF-167F-5D53-A2B9-7E9A8E547BD0}" dt="2026-06-23T13:39:27.984" v="4095" actId="20578"/>
        <pc:sldMkLst>
          <pc:docMk/>
          <pc:sldMk cId="0" sldId="259"/>
        </pc:sldMkLst>
        <pc:spChg chg="mod">
          <ac:chgData name="Oleksii Orlov" userId="aa7c47d8-364d-4293-a702-65622216b23c" providerId="ADAL" clId="{CA9AFEDF-167F-5D53-A2B9-7E9A8E547BD0}" dt="2026-06-22T16:32:25.237" v="379" actId="20577"/>
          <ac:spMkLst>
            <pc:docMk/>
            <pc:sldMk cId="0" sldId="259"/>
            <ac:spMk id="3" creationId="{00000000-0000-0000-0000-000000000000}"/>
          </ac:spMkLst>
        </pc:spChg>
        <pc:spChg chg="mod">
          <ac:chgData name="Oleksii Orlov" userId="aa7c47d8-364d-4293-a702-65622216b23c" providerId="ADAL" clId="{CA9AFEDF-167F-5D53-A2B9-7E9A8E547BD0}" dt="2026-06-22T16:32:29.401" v="381" actId="20577"/>
          <ac:spMkLst>
            <pc:docMk/>
            <pc:sldMk cId="0" sldId="259"/>
            <ac:spMk id="9" creationId="{00000000-0000-0000-0000-000000000000}"/>
          </ac:spMkLst>
        </pc:spChg>
        <pc:spChg chg="mod">
          <ac:chgData name="Oleksii Orlov" userId="aa7c47d8-364d-4293-a702-65622216b23c" providerId="ADAL" clId="{CA9AFEDF-167F-5D53-A2B9-7E9A8E547BD0}" dt="2026-06-23T13:21:37.834" v="3698" actId="20577"/>
          <ac:spMkLst>
            <pc:docMk/>
            <pc:sldMk cId="0" sldId="259"/>
            <ac:spMk id="11" creationId="{00000000-0000-0000-0000-000000000000}"/>
          </ac:spMkLst>
        </pc:spChg>
        <pc:spChg chg="add mod">
          <ac:chgData name="Oleksii Orlov" userId="aa7c47d8-364d-4293-a702-65622216b23c" providerId="ADAL" clId="{CA9AFEDF-167F-5D53-A2B9-7E9A8E547BD0}" dt="2026-06-23T08:38:28.265" v="2402"/>
          <ac:spMkLst>
            <pc:docMk/>
            <pc:sldMk cId="0" sldId="259"/>
            <ac:spMk id="30" creationId="{A2544974-6A30-C508-7699-478C4D32516D}"/>
          </ac:spMkLst>
        </pc:spChg>
      </pc:sldChg>
      <pc:sldChg chg="addSp modSp mod modShow">
        <pc:chgData name="Oleksii Orlov" userId="aa7c47d8-364d-4293-a702-65622216b23c" providerId="ADAL" clId="{CA9AFEDF-167F-5D53-A2B9-7E9A8E547BD0}" dt="2026-06-23T07:53:52.282" v="2401" actId="729"/>
        <pc:sldMkLst>
          <pc:docMk/>
          <pc:sldMk cId="0" sldId="260"/>
        </pc:sldMkLst>
        <pc:spChg chg="mod">
          <ac:chgData name="Oleksii Orlov" userId="aa7c47d8-364d-4293-a702-65622216b23c" providerId="ADAL" clId="{CA9AFEDF-167F-5D53-A2B9-7E9A8E547BD0}" dt="2026-06-21T19:41:43.517" v="9" actId="20577"/>
          <ac:spMkLst>
            <pc:docMk/>
            <pc:sldMk cId="0" sldId="260"/>
            <ac:spMk id="11" creationId="{00000000-0000-0000-0000-000000000000}"/>
          </ac:spMkLst>
        </pc:spChg>
        <pc:spChg chg="mod">
          <ac:chgData name="Oleksii Orlov" userId="aa7c47d8-364d-4293-a702-65622216b23c" providerId="ADAL" clId="{CA9AFEDF-167F-5D53-A2B9-7E9A8E547BD0}" dt="2026-06-22T16:29:47.498" v="268" actId="20577"/>
          <ac:spMkLst>
            <pc:docMk/>
            <pc:sldMk cId="0" sldId="260"/>
            <ac:spMk id="13" creationId="{00000000-0000-0000-0000-000000000000}"/>
          </ac:spMkLst>
        </pc:spChg>
        <pc:spChg chg="mod">
          <ac:chgData name="Oleksii Orlov" userId="aa7c47d8-364d-4293-a702-65622216b23c" providerId="ADAL" clId="{CA9AFEDF-167F-5D53-A2B9-7E9A8E547BD0}" dt="2026-06-22T16:30:06.109" v="310" actId="20577"/>
          <ac:spMkLst>
            <pc:docMk/>
            <pc:sldMk cId="0" sldId="260"/>
            <ac:spMk id="16" creationId="{00000000-0000-0000-0000-000000000000}"/>
          </ac:spMkLst>
        </pc:spChg>
        <pc:cxnChg chg="add mod">
          <ac:chgData name="Oleksii Orlov" userId="aa7c47d8-364d-4293-a702-65622216b23c" providerId="ADAL" clId="{CA9AFEDF-167F-5D53-A2B9-7E9A8E547BD0}" dt="2026-06-21T19:41:34.334" v="5" actId="1582"/>
          <ac:cxnSpMkLst>
            <pc:docMk/>
            <pc:sldMk cId="0" sldId="260"/>
            <ac:cxnSpMk id="25" creationId="{94211567-61D9-4FB4-EC44-66D87251A2CA}"/>
          </ac:cxnSpMkLst>
        </pc:cxnChg>
      </pc:sldChg>
      <pc:sldChg chg="modSp mod modShow">
        <pc:chgData name="Oleksii Orlov" userId="aa7c47d8-364d-4293-a702-65622216b23c" providerId="ADAL" clId="{CA9AFEDF-167F-5D53-A2B9-7E9A8E547BD0}" dt="2026-06-23T09:52:56.629" v="3122" actId="20577"/>
        <pc:sldMkLst>
          <pc:docMk/>
          <pc:sldMk cId="0" sldId="261"/>
        </pc:sldMkLst>
        <pc:spChg chg="mod">
          <ac:chgData name="Oleksii Orlov" userId="aa7c47d8-364d-4293-a702-65622216b23c" providerId="ADAL" clId="{CA9AFEDF-167F-5D53-A2B9-7E9A8E547BD0}" dt="2026-06-21T19:42:47.177" v="55" actId="20577"/>
          <ac:spMkLst>
            <pc:docMk/>
            <pc:sldMk cId="0" sldId="261"/>
            <ac:spMk id="6" creationId="{00000000-0000-0000-0000-000000000000}"/>
          </ac:spMkLst>
        </pc:spChg>
        <pc:graphicFrameChg chg="mod modGraphic">
          <ac:chgData name="Oleksii Orlov" userId="aa7c47d8-364d-4293-a702-65622216b23c" providerId="ADAL" clId="{CA9AFEDF-167F-5D53-A2B9-7E9A8E547BD0}" dt="2026-06-23T09:52:56.629" v="3122" actId="20577"/>
          <ac:graphicFrameMkLst>
            <pc:docMk/>
            <pc:sldMk cId="0" sldId="261"/>
            <ac:graphicFrameMk id="7" creationId="{00000000-0000-0000-0000-000000000000}"/>
          </ac:graphicFrameMkLst>
        </pc:graphicFrameChg>
      </pc:sldChg>
      <pc:sldChg chg="addSp delSp modSp del mod">
        <pc:chgData name="Oleksii Orlov" userId="aa7c47d8-364d-4293-a702-65622216b23c" providerId="ADAL" clId="{CA9AFEDF-167F-5D53-A2B9-7E9A8E547BD0}" dt="2026-06-23T07:44:11.898" v="2041" actId="2696"/>
        <pc:sldMkLst>
          <pc:docMk/>
          <pc:sldMk cId="0" sldId="262"/>
        </pc:sldMkLst>
        <pc:spChg chg="del mod">
          <ac:chgData name="Oleksii Orlov" userId="aa7c47d8-364d-4293-a702-65622216b23c" providerId="ADAL" clId="{CA9AFEDF-167F-5D53-A2B9-7E9A8E547BD0}" dt="2026-06-23T07:40:53.461" v="1980" actId="478"/>
          <ac:spMkLst>
            <pc:docMk/>
            <pc:sldMk cId="0" sldId="262"/>
            <ac:spMk id="6"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7"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8"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9"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0"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1" creationId="{00000000-0000-0000-0000-000000000000}"/>
          </ac:spMkLst>
        </pc:spChg>
        <pc:spChg chg="mod">
          <ac:chgData name="Oleksii Orlov" userId="aa7c47d8-364d-4293-a702-65622216b23c" providerId="ADAL" clId="{CA9AFEDF-167F-5D53-A2B9-7E9A8E547BD0}" dt="2026-06-23T07:41:16.382" v="1982" actId="1076"/>
          <ac:spMkLst>
            <pc:docMk/>
            <pc:sldMk cId="0" sldId="262"/>
            <ac:spMk id="12"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3"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4"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5"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6"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7"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8"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19"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20" creationId="{00000000-0000-0000-0000-000000000000}"/>
          </ac:spMkLst>
        </pc:spChg>
        <pc:spChg chg="mod">
          <ac:chgData name="Oleksii Orlov" userId="aa7c47d8-364d-4293-a702-65622216b23c" providerId="ADAL" clId="{CA9AFEDF-167F-5D53-A2B9-7E9A8E547BD0}" dt="2026-06-23T07:41:23.175" v="1983" actId="1076"/>
          <ac:spMkLst>
            <pc:docMk/>
            <pc:sldMk cId="0" sldId="262"/>
            <ac:spMk id="21" creationId="{00000000-0000-0000-0000-000000000000}"/>
          </ac:spMkLst>
        </pc:spChg>
        <pc:spChg chg="add mod">
          <ac:chgData name="Oleksii Orlov" userId="aa7c47d8-364d-4293-a702-65622216b23c" providerId="ADAL" clId="{CA9AFEDF-167F-5D53-A2B9-7E9A8E547BD0}" dt="2026-06-23T07:41:10.531" v="1981" actId="1076"/>
          <ac:spMkLst>
            <pc:docMk/>
            <pc:sldMk cId="0" sldId="262"/>
            <ac:spMk id="22" creationId="{7269425D-E9E3-E6B5-2DEA-5FD2FA5653F9}"/>
          </ac:spMkLst>
        </pc:spChg>
        <pc:spChg chg="add mod">
          <ac:chgData name="Oleksii Orlov" userId="aa7c47d8-364d-4293-a702-65622216b23c" providerId="ADAL" clId="{CA9AFEDF-167F-5D53-A2B9-7E9A8E547BD0}" dt="2026-06-23T07:41:10.531" v="1981" actId="1076"/>
          <ac:spMkLst>
            <pc:docMk/>
            <pc:sldMk cId="0" sldId="262"/>
            <ac:spMk id="23" creationId="{227C5E94-3D6D-9E53-78F3-5F897EF13AEC}"/>
          </ac:spMkLst>
        </pc:spChg>
      </pc:sldChg>
      <pc:sldChg chg="addSp delSp modSp mod">
        <pc:chgData name="Oleksii Orlov" userId="aa7c47d8-364d-4293-a702-65622216b23c" providerId="ADAL" clId="{CA9AFEDF-167F-5D53-A2B9-7E9A8E547BD0}" dt="2026-06-23T09:32:11.688" v="3107" actId="20577"/>
        <pc:sldMkLst>
          <pc:docMk/>
          <pc:sldMk cId="0" sldId="263"/>
        </pc:sldMkLst>
        <pc:spChg chg="mod">
          <ac:chgData name="Oleksii Orlov" userId="aa7c47d8-364d-4293-a702-65622216b23c" providerId="ADAL" clId="{CA9AFEDF-167F-5D53-A2B9-7E9A8E547BD0}" dt="2026-06-23T07:42:58.529" v="2031" actId="20577"/>
          <ac:spMkLst>
            <pc:docMk/>
            <pc:sldMk cId="0" sldId="263"/>
            <ac:spMk id="3" creationId="{00000000-0000-0000-0000-000000000000}"/>
          </ac:spMkLst>
        </pc:spChg>
        <pc:spChg chg="mod">
          <ac:chgData name="Oleksii Orlov" userId="aa7c47d8-364d-4293-a702-65622216b23c" providerId="ADAL" clId="{CA9AFEDF-167F-5D53-A2B9-7E9A8E547BD0}" dt="2026-06-23T07:46:01.012" v="2131" actId="20577"/>
          <ac:spMkLst>
            <pc:docMk/>
            <pc:sldMk cId="0" sldId="263"/>
            <ac:spMk id="5" creationId="{00000000-0000-0000-0000-000000000000}"/>
          </ac:spMkLst>
        </pc:spChg>
        <pc:spChg chg="mod">
          <ac:chgData name="Oleksii Orlov" userId="aa7c47d8-364d-4293-a702-65622216b23c" providerId="ADAL" clId="{CA9AFEDF-167F-5D53-A2B9-7E9A8E547BD0}" dt="2026-06-22T18:59:07.191" v="1131" actId="20577"/>
          <ac:spMkLst>
            <pc:docMk/>
            <pc:sldMk cId="0" sldId="263"/>
            <ac:spMk id="10" creationId="{00000000-0000-0000-0000-000000000000}"/>
          </ac:spMkLst>
        </pc:spChg>
        <pc:spChg chg="mod">
          <ac:chgData name="Oleksii Orlov" userId="aa7c47d8-364d-4293-a702-65622216b23c" providerId="ADAL" clId="{CA9AFEDF-167F-5D53-A2B9-7E9A8E547BD0}" dt="2026-06-23T09:32:11.688" v="3107" actId="20577"/>
          <ac:spMkLst>
            <pc:docMk/>
            <pc:sldMk cId="0" sldId="263"/>
            <ac:spMk id="19" creationId="{00000000-0000-0000-0000-000000000000}"/>
          </ac:spMkLst>
        </pc:spChg>
        <pc:spChg chg="mod">
          <ac:chgData name="Oleksii Orlov" userId="aa7c47d8-364d-4293-a702-65622216b23c" providerId="ADAL" clId="{CA9AFEDF-167F-5D53-A2B9-7E9A8E547BD0}" dt="2026-06-22T17:03:29.966" v="536" actId="20577"/>
          <ac:spMkLst>
            <pc:docMk/>
            <pc:sldMk cId="0" sldId="263"/>
            <ac:spMk id="21" creationId="{00000000-0000-0000-0000-000000000000}"/>
          </ac:spMkLst>
        </pc:spChg>
        <pc:spChg chg="mod">
          <ac:chgData name="Oleksii Orlov" userId="aa7c47d8-364d-4293-a702-65622216b23c" providerId="ADAL" clId="{CA9AFEDF-167F-5D53-A2B9-7E9A8E547BD0}" dt="2026-06-22T17:03:30.137" v="537" actId="1076"/>
          <ac:spMkLst>
            <pc:docMk/>
            <pc:sldMk cId="0" sldId="263"/>
            <ac:spMk id="22" creationId="{00000000-0000-0000-0000-000000000000}"/>
          </ac:spMkLst>
        </pc:spChg>
        <pc:spChg chg="mod">
          <ac:chgData name="Oleksii Orlov" userId="aa7c47d8-364d-4293-a702-65622216b23c" providerId="ADAL" clId="{CA9AFEDF-167F-5D53-A2B9-7E9A8E547BD0}" dt="2026-06-22T17:03:31.142" v="541" actId="20577"/>
          <ac:spMkLst>
            <pc:docMk/>
            <pc:sldMk cId="0" sldId="263"/>
            <ac:spMk id="23" creationId="{00000000-0000-0000-0000-000000000000}"/>
          </ac:spMkLst>
        </pc:spChg>
        <pc:spChg chg="mod">
          <ac:chgData name="Oleksii Orlov" userId="aa7c47d8-364d-4293-a702-65622216b23c" providerId="ADAL" clId="{CA9AFEDF-167F-5D53-A2B9-7E9A8E547BD0}" dt="2026-06-22T17:03:30.310" v="538" actId="1076"/>
          <ac:spMkLst>
            <pc:docMk/>
            <pc:sldMk cId="0" sldId="263"/>
            <ac:spMk id="24" creationId="{00000000-0000-0000-0000-000000000000}"/>
          </ac:spMkLst>
        </pc:spChg>
        <pc:spChg chg="mod">
          <ac:chgData name="Oleksii Orlov" userId="aa7c47d8-364d-4293-a702-65622216b23c" providerId="ADAL" clId="{CA9AFEDF-167F-5D53-A2B9-7E9A8E547BD0}" dt="2026-06-22T16:49:50.584" v="456" actId="20577"/>
          <ac:spMkLst>
            <pc:docMk/>
            <pc:sldMk cId="0" sldId="263"/>
            <ac:spMk id="30" creationId="{00000000-0000-0000-0000-000000000000}"/>
          </ac:spMkLst>
        </pc:spChg>
        <pc:spChg chg="mod">
          <ac:chgData name="Oleksii Orlov" userId="aa7c47d8-364d-4293-a702-65622216b23c" providerId="ADAL" clId="{CA9AFEDF-167F-5D53-A2B9-7E9A8E547BD0}" dt="2026-06-22T17:03:30.460" v="539" actId="1076"/>
          <ac:spMkLst>
            <pc:docMk/>
            <pc:sldMk cId="0" sldId="263"/>
            <ac:spMk id="33" creationId="{00000000-0000-0000-0000-000000000000}"/>
          </ac:spMkLst>
        </pc:spChg>
        <pc:spChg chg="mod">
          <ac:chgData name="Oleksii Orlov" userId="aa7c47d8-364d-4293-a702-65622216b23c" providerId="ADAL" clId="{CA9AFEDF-167F-5D53-A2B9-7E9A8E547BD0}" dt="2026-06-22T17:03:30.636" v="540" actId="1076"/>
          <ac:spMkLst>
            <pc:docMk/>
            <pc:sldMk cId="0" sldId="263"/>
            <ac:spMk id="35" creationId="{00000000-0000-0000-0000-000000000000}"/>
          </ac:spMkLst>
        </pc:spChg>
        <pc:spChg chg="mod">
          <ac:chgData name="Oleksii Orlov" userId="aa7c47d8-364d-4293-a702-65622216b23c" providerId="ADAL" clId="{CA9AFEDF-167F-5D53-A2B9-7E9A8E547BD0}" dt="2026-06-22T16:44:30.647" v="427" actId="20577"/>
          <ac:spMkLst>
            <pc:docMk/>
            <pc:sldMk cId="0" sldId="263"/>
            <ac:spMk id="40" creationId="{00000000-0000-0000-0000-000000000000}"/>
          </ac:spMkLst>
        </pc:spChg>
        <pc:spChg chg="mod">
          <ac:chgData name="Oleksii Orlov" userId="aa7c47d8-364d-4293-a702-65622216b23c" providerId="ADAL" clId="{CA9AFEDF-167F-5D53-A2B9-7E9A8E547BD0}" dt="2026-06-22T16:44:34.123" v="429" actId="20577"/>
          <ac:spMkLst>
            <pc:docMk/>
            <pc:sldMk cId="0" sldId="263"/>
            <ac:spMk id="49" creationId="{00000000-0000-0000-0000-000000000000}"/>
          </ac:spMkLst>
        </pc:spChg>
        <pc:spChg chg="mod">
          <ac:chgData name="Oleksii Orlov" userId="aa7c47d8-364d-4293-a702-65622216b23c" providerId="ADAL" clId="{CA9AFEDF-167F-5D53-A2B9-7E9A8E547BD0}" dt="2026-06-23T07:42:06.208" v="2010" actId="20577"/>
          <ac:spMkLst>
            <pc:docMk/>
            <pc:sldMk cId="0" sldId="263"/>
            <ac:spMk id="50" creationId="{00000000-0000-0000-0000-000000000000}"/>
          </ac:spMkLst>
        </pc:spChg>
        <pc:spChg chg="add mod">
          <ac:chgData name="Oleksii Orlov" userId="aa7c47d8-364d-4293-a702-65622216b23c" providerId="ADAL" clId="{CA9AFEDF-167F-5D53-A2B9-7E9A8E547BD0}" dt="2026-06-23T07:43:56.377" v="2038"/>
          <ac:spMkLst>
            <pc:docMk/>
            <pc:sldMk cId="0" sldId="263"/>
            <ac:spMk id="55" creationId="{576D8A8F-94FD-4228-1126-56AD7BE189E8}"/>
          </ac:spMkLst>
        </pc:spChg>
        <pc:spChg chg="add mod">
          <ac:chgData name="Oleksii Orlov" userId="aa7c47d8-364d-4293-a702-65622216b23c" providerId="ADAL" clId="{CA9AFEDF-167F-5D53-A2B9-7E9A8E547BD0}" dt="2026-06-23T09:29:39.557" v="3063" actId="115"/>
          <ac:spMkLst>
            <pc:docMk/>
            <pc:sldMk cId="0" sldId="263"/>
            <ac:spMk id="56" creationId="{E59AB0C1-29D7-CD39-27C9-00F72122EA86}"/>
          </ac:spMkLst>
        </pc:spChg>
        <pc:spChg chg="add mod">
          <ac:chgData name="Oleksii Orlov" userId="aa7c47d8-364d-4293-a702-65622216b23c" providerId="ADAL" clId="{CA9AFEDF-167F-5D53-A2B9-7E9A8E547BD0}" dt="2026-06-23T07:44:07.463" v="2040" actId="113"/>
          <ac:spMkLst>
            <pc:docMk/>
            <pc:sldMk cId="0" sldId="263"/>
            <ac:spMk id="57" creationId="{5126717A-8ADE-1AE2-E4B1-6CAD88DE25B1}"/>
          </ac:spMkLst>
        </pc:spChg>
        <pc:spChg chg="add del">
          <ac:chgData name="Oleksii Orlov" userId="aa7c47d8-364d-4293-a702-65622216b23c" providerId="ADAL" clId="{CA9AFEDF-167F-5D53-A2B9-7E9A8E547BD0}" dt="2026-06-23T09:29:05.082" v="3011" actId="22"/>
          <ac:spMkLst>
            <pc:docMk/>
            <pc:sldMk cId="0" sldId="263"/>
            <ac:spMk id="59" creationId="{9CE4BA64-0492-FF38-7A5C-D4D5CDD6BE19}"/>
          </ac:spMkLst>
        </pc:spChg>
        <pc:spChg chg="add mod">
          <ac:chgData name="Oleksii Orlov" userId="aa7c47d8-364d-4293-a702-65622216b23c" providerId="ADAL" clId="{CA9AFEDF-167F-5D53-A2B9-7E9A8E547BD0}" dt="2026-06-23T09:31:01.455" v="3097" actId="1076"/>
          <ac:spMkLst>
            <pc:docMk/>
            <pc:sldMk cId="0" sldId="263"/>
            <ac:spMk id="60" creationId="{3E147628-B8A4-EFFF-077B-A6D2B5A4A395}"/>
          </ac:spMkLst>
        </pc:spChg>
      </pc:sldChg>
      <pc:sldChg chg="addSp delSp modSp mod">
        <pc:chgData name="Oleksii Orlov" userId="aa7c47d8-364d-4293-a702-65622216b23c" providerId="ADAL" clId="{CA9AFEDF-167F-5D53-A2B9-7E9A8E547BD0}" dt="2026-06-23T13:07:48.084" v="3406" actId="404"/>
        <pc:sldMkLst>
          <pc:docMk/>
          <pc:sldMk cId="0" sldId="264"/>
        </pc:sldMkLst>
        <pc:spChg chg="mod">
          <ac:chgData name="Oleksii Orlov" userId="aa7c47d8-364d-4293-a702-65622216b23c" providerId="ADAL" clId="{CA9AFEDF-167F-5D53-A2B9-7E9A8E547BD0}" dt="2026-06-23T07:45:32.105" v="2076" actId="313"/>
          <ac:spMkLst>
            <pc:docMk/>
            <pc:sldMk cId="0" sldId="264"/>
            <ac:spMk id="3" creationId="{00000000-0000-0000-0000-000000000000}"/>
          </ac:spMkLst>
        </pc:spChg>
        <pc:spChg chg="mod">
          <ac:chgData name="Oleksii Orlov" userId="aa7c47d8-364d-4293-a702-65622216b23c" providerId="ADAL" clId="{CA9AFEDF-167F-5D53-A2B9-7E9A8E547BD0}" dt="2026-06-23T07:46:04.533" v="2132" actId="20577"/>
          <ac:spMkLst>
            <pc:docMk/>
            <pc:sldMk cId="0" sldId="264"/>
            <ac:spMk id="5" creationId="{00000000-0000-0000-0000-000000000000}"/>
          </ac:spMkLst>
        </pc:spChg>
        <pc:spChg chg="mod">
          <ac:chgData name="Oleksii Orlov" userId="aa7c47d8-364d-4293-a702-65622216b23c" providerId="ADAL" clId="{CA9AFEDF-167F-5D53-A2B9-7E9A8E547BD0}" dt="2026-06-23T12:55:30.940" v="3214" actId="1076"/>
          <ac:spMkLst>
            <pc:docMk/>
            <pc:sldMk cId="0" sldId="264"/>
            <ac:spMk id="9" creationId="{00000000-0000-0000-0000-000000000000}"/>
          </ac:spMkLst>
        </pc:spChg>
        <pc:spChg chg="mod">
          <ac:chgData name="Oleksii Orlov" userId="aa7c47d8-364d-4293-a702-65622216b23c" providerId="ADAL" clId="{CA9AFEDF-167F-5D53-A2B9-7E9A8E547BD0}" dt="2026-06-23T12:55:30.940" v="3214" actId="1076"/>
          <ac:spMkLst>
            <pc:docMk/>
            <pc:sldMk cId="0" sldId="264"/>
            <ac:spMk id="10" creationId="{00000000-0000-0000-0000-000000000000}"/>
          </ac:spMkLst>
        </pc:spChg>
        <pc:spChg chg="mod">
          <ac:chgData name="Oleksii Orlov" userId="aa7c47d8-364d-4293-a702-65622216b23c" providerId="ADAL" clId="{CA9AFEDF-167F-5D53-A2B9-7E9A8E547BD0}" dt="2026-06-23T13:06:58.140" v="3399" actId="20577"/>
          <ac:spMkLst>
            <pc:docMk/>
            <pc:sldMk cId="0" sldId="264"/>
            <ac:spMk id="14" creationId="{00000000-0000-0000-0000-000000000000}"/>
          </ac:spMkLst>
        </pc:spChg>
        <pc:spChg chg="del">
          <ac:chgData name="Oleksii Orlov" userId="aa7c47d8-364d-4293-a702-65622216b23c" providerId="ADAL" clId="{CA9AFEDF-167F-5D53-A2B9-7E9A8E547BD0}" dt="2026-06-23T12:55:20.627" v="3211" actId="21"/>
          <ac:spMkLst>
            <pc:docMk/>
            <pc:sldMk cId="0" sldId="264"/>
            <ac:spMk id="19" creationId="{00000000-0000-0000-0000-000000000000}"/>
          </ac:spMkLst>
        </pc:spChg>
        <pc:spChg chg="del">
          <ac:chgData name="Oleksii Orlov" userId="aa7c47d8-364d-4293-a702-65622216b23c" providerId="ADAL" clId="{CA9AFEDF-167F-5D53-A2B9-7E9A8E547BD0}" dt="2026-06-23T12:55:20.627" v="3211" actId="21"/>
          <ac:spMkLst>
            <pc:docMk/>
            <pc:sldMk cId="0" sldId="264"/>
            <ac:spMk id="20" creationId="{00000000-0000-0000-0000-000000000000}"/>
          </ac:spMkLst>
        </pc:spChg>
        <pc:spChg chg="add mod">
          <ac:chgData name="Oleksii Orlov" userId="aa7c47d8-364d-4293-a702-65622216b23c" providerId="ADAL" clId="{CA9AFEDF-167F-5D53-A2B9-7E9A8E547BD0}" dt="2026-06-23T13:07:48.084" v="3406" actId="404"/>
          <ac:spMkLst>
            <pc:docMk/>
            <pc:sldMk cId="0" sldId="264"/>
            <ac:spMk id="21" creationId="{75223CCD-B591-EF29-35DA-37CA0828D96A}"/>
          </ac:spMkLst>
        </pc:spChg>
        <pc:spChg chg="add mod">
          <ac:chgData name="Oleksii Orlov" userId="aa7c47d8-364d-4293-a702-65622216b23c" providerId="ADAL" clId="{CA9AFEDF-167F-5D53-A2B9-7E9A8E547BD0}" dt="2026-06-23T07:44:28.439" v="2043"/>
          <ac:spMkLst>
            <pc:docMk/>
            <pc:sldMk cId="0" sldId="264"/>
            <ac:spMk id="21" creationId="{853D9821-096C-E4B2-57DE-BF8FE4CD9F98}"/>
          </ac:spMkLst>
        </pc:spChg>
        <pc:spChg chg="add mod">
          <ac:chgData name="Oleksii Orlov" userId="aa7c47d8-364d-4293-a702-65622216b23c" providerId="ADAL" clId="{CA9AFEDF-167F-5D53-A2B9-7E9A8E547BD0}" dt="2026-06-23T12:55:36.399" v="3216" actId="1076"/>
          <ac:spMkLst>
            <pc:docMk/>
            <pc:sldMk cId="0" sldId="264"/>
            <ac:spMk id="22" creationId="{07154737-1DD1-4B44-ABB4-02EF7C31C6BB}"/>
          </ac:spMkLst>
        </pc:spChg>
        <pc:spChg chg="add mod">
          <ac:chgData name="Oleksii Orlov" userId="aa7c47d8-364d-4293-a702-65622216b23c" providerId="ADAL" clId="{CA9AFEDF-167F-5D53-A2B9-7E9A8E547BD0}" dt="2026-06-23T07:44:32.351" v="2045"/>
          <ac:spMkLst>
            <pc:docMk/>
            <pc:sldMk cId="0" sldId="264"/>
            <ac:spMk id="22" creationId="{2E096CC5-A7BC-8F74-C44B-255CDAFB55D5}"/>
          </ac:spMkLst>
        </pc:spChg>
        <pc:spChg chg="add del mod">
          <ac:chgData name="Oleksii Orlov" userId="aa7c47d8-364d-4293-a702-65622216b23c" providerId="ADAL" clId="{CA9AFEDF-167F-5D53-A2B9-7E9A8E547BD0}" dt="2026-06-23T07:44:38.403" v="2048" actId="478"/>
          <ac:spMkLst>
            <pc:docMk/>
            <pc:sldMk cId="0" sldId="264"/>
            <ac:spMk id="23" creationId="{A4EDC916-E77C-BB6F-B9AB-31AF80A163C5}"/>
          </ac:spMkLst>
        </pc:spChg>
      </pc:sldChg>
      <pc:sldChg chg="modSp mod">
        <pc:chgData name="Oleksii Orlov" userId="aa7c47d8-364d-4293-a702-65622216b23c" providerId="ADAL" clId="{CA9AFEDF-167F-5D53-A2B9-7E9A8E547BD0}" dt="2026-06-21T19:44:35.235" v="70" actId="2711"/>
        <pc:sldMkLst>
          <pc:docMk/>
          <pc:sldMk cId="0" sldId="265"/>
        </pc:sldMkLst>
        <pc:spChg chg="mod">
          <ac:chgData name="Oleksii Orlov" userId="aa7c47d8-364d-4293-a702-65622216b23c" providerId="ADAL" clId="{CA9AFEDF-167F-5D53-A2B9-7E9A8E547BD0}" dt="2026-06-21T19:43:56.278" v="60" actId="2711"/>
          <ac:spMkLst>
            <pc:docMk/>
            <pc:sldMk cId="0" sldId="265"/>
            <ac:spMk id="2" creationId="{00000000-0000-0000-0000-000000000000}"/>
          </ac:spMkLst>
        </pc:spChg>
        <pc:spChg chg="mod">
          <ac:chgData name="Oleksii Orlov" userId="aa7c47d8-364d-4293-a702-65622216b23c" providerId="ADAL" clId="{CA9AFEDF-167F-5D53-A2B9-7E9A8E547BD0}" dt="2026-06-21T19:44:35.235" v="70" actId="2711"/>
          <ac:spMkLst>
            <pc:docMk/>
            <pc:sldMk cId="0" sldId="265"/>
            <ac:spMk id="4" creationId="{00000000-0000-0000-0000-000000000000}"/>
          </ac:spMkLst>
        </pc:spChg>
        <pc:spChg chg="mod">
          <ac:chgData name="Oleksii Orlov" userId="aa7c47d8-364d-4293-a702-65622216b23c" providerId="ADAL" clId="{CA9AFEDF-167F-5D53-A2B9-7E9A8E547BD0}" dt="2026-06-21T19:44:23.866" v="66" actId="403"/>
          <ac:spMkLst>
            <pc:docMk/>
            <pc:sldMk cId="0" sldId="265"/>
            <ac:spMk id="5" creationId="{00000000-0000-0000-0000-000000000000}"/>
          </ac:spMkLst>
        </pc:spChg>
      </pc:sldChg>
      <pc:sldChg chg="modSp mod">
        <pc:chgData name="Oleksii Orlov" userId="aa7c47d8-364d-4293-a702-65622216b23c" providerId="ADAL" clId="{CA9AFEDF-167F-5D53-A2B9-7E9A8E547BD0}" dt="2026-06-23T11:43:22.953" v="3210" actId="20577"/>
        <pc:sldMkLst>
          <pc:docMk/>
          <pc:sldMk cId="0" sldId="266"/>
        </pc:sldMkLst>
        <pc:spChg chg="mod">
          <ac:chgData name="Oleksii Orlov" userId="aa7c47d8-364d-4293-a702-65622216b23c" providerId="ADAL" clId="{CA9AFEDF-167F-5D53-A2B9-7E9A8E547BD0}" dt="2026-06-23T07:35:30.755" v="1837" actId="20577"/>
          <ac:spMkLst>
            <pc:docMk/>
            <pc:sldMk cId="0" sldId="266"/>
            <ac:spMk id="5" creationId="{00000000-0000-0000-0000-000000000000}"/>
          </ac:spMkLst>
        </pc:spChg>
        <pc:spChg chg="mod">
          <ac:chgData name="Oleksii Orlov" userId="aa7c47d8-364d-4293-a702-65622216b23c" providerId="ADAL" clId="{CA9AFEDF-167F-5D53-A2B9-7E9A8E547BD0}" dt="2026-06-23T07:32:52.397" v="1682" actId="20577"/>
          <ac:spMkLst>
            <pc:docMk/>
            <pc:sldMk cId="0" sldId="266"/>
            <ac:spMk id="6" creationId="{00000000-0000-0000-0000-000000000000}"/>
          </ac:spMkLst>
        </pc:spChg>
        <pc:graphicFrameChg chg="mod modGraphic">
          <ac:chgData name="Oleksii Orlov" userId="aa7c47d8-364d-4293-a702-65622216b23c" providerId="ADAL" clId="{CA9AFEDF-167F-5D53-A2B9-7E9A8E547BD0}" dt="2026-06-23T11:43:22.953" v="3210" actId="20577"/>
          <ac:graphicFrameMkLst>
            <pc:docMk/>
            <pc:sldMk cId="0" sldId="266"/>
            <ac:graphicFrameMk id="7" creationId="{00000000-0000-0000-0000-000000000000}"/>
          </ac:graphicFrameMkLst>
        </pc:graphicFrameChg>
      </pc:sldChg>
      <pc:sldChg chg="addSp delSp modSp mod">
        <pc:chgData name="Oleksii Orlov" userId="aa7c47d8-364d-4293-a702-65622216b23c" providerId="ADAL" clId="{CA9AFEDF-167F-5D53-A2B9-7E9A8E547BD0}" dt="2026-06-23T09:31:27.487" v="3105" actId="1076"/>
        <pc:sldMkLst>
          <pc:docMk/>
          <pc:sldMk cId="0" sldId="267"/>
        </pc:sldMkLst>
        <pc:spChg chg="mod">
          <ac:chgData name="Oleksii Orlov" userId="aa7c47d8-364d-4293-a702-65622216b23c" providerId="ADAL" clId="{CA9AFEDF-167F-5D53-A2B9-7E9A8E547BD0}" dt="2026-06-23T07:35:16.552" v="1799" actId="20577"/>
          <ac:spMkLst>
            <pc:docMk/>
            <pc:sldMk cId="0" sldId="267"/>
            <ac:spMk id="5" creationId="{00000000-0000-0000-0000-000000000000}"/>
          </ac:spMkLst>
        </pc:spChg>
        <pc:spChg chg="del mod">
          <ac:chgData name="Oleksii Orlov" userId="aa7c47d8-364d-4293-a702-65622216b23c" providerId="ADAL" clId="{CA9AFEDF-167F-5D53-A2B9-7E9A8E547BD0}" dt="2026-06-23T07:49:41.694" v="2233" actId="21"/>
          <ac:spMkLst>
            <pc:docMk/>
            <pc:sldMk cId="0" sldId="267"/>
            <ac:spMk id="6" creationId="{00000000-0000-0000-0000-000000000000}"/>
          </ac:spMkLst>
        </pc:spChg>
        <pc:spChg chg="add mod">
          <ac:chgData name="Oleksii Orlov" userId="aa7c47d8-364d-4293-a702-65622216b23c" providerId="ADAL" clId="{CA9AFEDF-167F-5D53-A2B9-7E9A8E547BD0}" dt="2026-06-23T07:52:22.604" v="2398" actId="404"/>
          <ac:spMkLst>
            <pc:docMk/>
            <pc:sldMk cId="0" sldId="267"/>
            <ac:spMk id="8" creationId="{92E1552A-D904-C6F8-782C-9E548E71A18E}"/>
          </ac:spMkLst>
        </pc:spChg>
        <pc:spChg chg="add mod">
          <ac:chgData name="Oleksii Orlov" userId="aa7c47d8-364d-4293-a702-65622216b23c" providerId="ADAL" clId="{CA9AFEDF-167F-5D53-A2B9-7E9A8E547BD0}" dt="2026-06-23T09:31:27.487" v="3105" actId="1076"/>
          <ac:spMkLst>
            <pc:docMk/>
            <pc:sldMk cId="0" sldId="267"/>
            <ac:spMk id="9" creationId="{BB5CBCAD-43E3-82E6-13C7-1BFF995F4EF7}"/>
          </ac:spMkLst>
        </pc:spChg>
        <pc:graphicFrameChg chg="mod modGraphic">
          <ac:chgData name="Oleksii Orlov" userId="aa7c47d8-364d-4293-a702-65622216b23c" providerId="ADAL" clId="{CA9AFEDF-167F-5D53-A2B9-7E9A8E547BD0}" dt="2026-06-23T07:49:51.982" v="2234" actId="1076"/>
          <ac:graphicFrameMkLst>
            <pc:docMk/>
            <pc:sldMk cId="0" sldId="267"/>
            <ac:graphicFrameMk id="7" creationId="{00000000-0000-0000-0000-000000000000}"/>
          </ac:graphicFrameMkLst>
        </pc:graphicFrameChg>
      </pc:sldChg>
      <pc:sldChg chg="modSp mod modShow">
        <pc:chgData name="Oleksii Orlov" userId="aa7c47d8-364d-4293-a702-65622216b23c" providerId="ADAL" clId="{CA9AFEDF-167F-5D53-A2B9-7E9A8E547BD0}" dt="2026-06-23T07:53:36.767" v="2399" actId="729"/>
        <pc:sldMkLst>
          <pc:docMk/>
          <pc:sldMk cId="0" sldId="268"/>
        </pc:sldMkLst>
        <pc:spChg chg="mod">
          <ac:chgData name="Oleksii Orlov" userId="aa7c47d8-364d-4293-a702-65622216b23c" providerId="ADAL" clId="{CA9AFEDF-167F-5D53-A2B9-7E9A8E547BD0}" dt="2026-06-23T07:35:51.372" v="1839"/>
          <ac:spMkLst>
            <pc:docMk/>
            <pc:sldMk cId="0" sldId="268"/>
            <ac:spMk id="5" creationId="{00000000-0000-0000-0000-000000000000}"/>
          </ac:spMkLst>
        </pc:spChg>
      </pc:sldChg>
      <pc:sldChg chg="mod modShow">
        <pc:chgData name="Oleksii Orlov" userId="aa7c47d8-364d-4293-a702-65622216b23c" providerId="ADAL" clId="{CA9AFEDF-167F-5D53-A2B9-7E9A8E547BD0}" dt="2026-06-23T07:53:40.175" v="2400" actId="729"/>
        <pc:sldMkLst>
          <pc:docMk/>
          <pc:sldMk cId="0" sldId="269"/>
        </pc:sldMkLst>
      </pc:sldChg>
      <pc:sldChg chg="modSp add del mod">
        <pc:chgData name="Oleksii Orlov" userId="aa7c47d8-364d-4293-a702-65622216b23c" providerId="ADAL" clId="{CA9AFEDF-167F-5D53-A2B9-7E9A8E547BD0}" dt="2026-06-23T13:39:02.080" v="4092" actId="2696"/>
        <pc:sldMkLst>
          <pc:docMk/>
          <pc:sldMk cId="2148568396" sldId="270"/>
        </pc:sldMkLst>
        <pc:spChg chg="mod">
          <ac:chgData name="Oleksii Orlov" userId="aa7c47d8-364d-4293-a702-65622216b23c" providerId="ADAL" clId="{CA9AFEDF-167F-5D53-A2B9-7E9A8E547BD0}" dt="2026-06-23T08:38:38.700" v="2425" actId="20577"/>
          <ac:spMkLst>
            <pc:docMk/>
            <pc:sldMk cId="2148568396" sldId="270"/>
            <ac:spMk id="3" creationId="{90186EF6-145C-3B6D-4DBE-C008EDC02D76}"/>
          </ac:spMkLst>
        </pc:spChg>
      </pc:sldChg>
      <pc:sldChg chg="delSp modSp add mod">
        <pc:chgData name="Oleksii Orlov" userId="aa7c47d8-364d-4293-a702-65622216b23c" providerId="ADAL" clId="{CA9AFEDF-167F-5D53-A2B9-7E9A8E547BD0}" dt="2026-06-23T13:05:22.934" v="3334" actId="20577"/>
        <pc:sldMkLst>
          <pc:docMk/>
          <pc:sldMk cId="0" sldId="271"/>
        </pc:sldMkLst>
        <pc:spChg chg="mod">
          <ac:chgData name="Oleksii Orlov" userId="aa7c47d8-364d-4293-a702-65622216b23c" providerId="ADAL" clId="{CA9AFEDF-167F-5D53-A2B9-7E9A8E547BD0}" dt="2026-06-23T08:51:52.790" v="2474" actId="1076"/>
          <ac:spMkLst>
            <pc:docMk/>
            <pc:sldMk cId="0" sldId="271"/>
            <ac:spMk id="5"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6"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7"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8"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9" creationId="{00000000-0000-0000-0000-000000000000}"/>
          </ac:spMkLst>
        </pc:spChg>
        <pc:spChg chg="mod">
          <ac:chgData name="Oleksii Orlov" userId="aa7c47d8-364d-4293-a702-65622216b23c" providerId="ADAL" clId="{CA9AFEDF-167F-5D53-A2B9-7E9A8E547BD0}" dt="2026-06-23T09:08:42.283" v="2621" actId="1035"/>
          <ac:spMkLst>
            <pc:docMk/>
            <pc:sldMk cId="0" sldId="271"/>
            <ac:spMk id="10"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1" creationId="{00000000-0000-0000-0000-000000000000}"/>
          </ac:spMkLst>
        </pc:spChg>
        <pc:spChg chg="mod">
          <ac:chgData name="Oleksii Orlov" userId="aa7c47d8-364d-4293-a702-65622216b23c" providerId="ADAL" clId="{CA9AFEDF-167F-5D53-A2B9-7E9A8E547BD0}" dt="2026-06-23T13:04:28.722" v="3291" actId="1076"/>
          <ac:spMkLst>
            <pc:docMk/>
            <pc:sldMk cId="0" sldId="271"/>
            <ac:spMk id="12" creationId="{00000000-0000-0000-0000-000000000000}"/>
          </ac:spMkLst>
        </pc:spChg>
        <pc:spChg chg="mod">
          <ac:chgData name="Oleksii Orlov" userId="aa7c47d8-364d-4293-a702-65622216b23c" providerId="ADAL" clId="{CA9AFEDF-167F-5D53-A2B9-7E9A8E547BD0}" dt="2026-06-23T09:10:03.205" v="2630" actId="1076"/>
          <ac:spMkLst>
            <pc:docMk/>
            <pc:sldMk cId="0" sldId="271"/>
            <ac:spMk id="14" creationId="{00000000-0000-0000-0000-000000000000}"/>
          </ac:spMkLst>
        </pc:spChg>
        <pc:spChg chg="del mod">
          <ac:chgData name="Oleksii Orlov" userId="aa7c47d8-364d-4293-a702-65622216b23c" providerId="ADAL" clId="{CA9AFEDF-167F-5D53-A2B9-7E9A8E547BD0}" dt="2026-06-23T09:09:02.981" v="2625" actId="478"/>
          <ac:spMkLst>
            <pc:docMk/>
            <pc:sldMk cId="0" sldId="271"/>
            <ac:spMk id="15"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7"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19"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0"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1"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3" creationId="{00000000-0000-0000-0000-000000000000}"/>
          </ac:spMkLst>
        </pc:spChg>
        <pc:spChg chg="mod">
          <ac:chgData name="Oleksii Orlov" userId="aa7c47d8-364d-4293-a702-65622216b23c" providerId="ADAL" clId="{CA9AFEDF-167F-5D53-A2B9-7E9A8E547BD0}" dt="2026-06-23T09:08:55.917" v="2624" actId="1036"/>
          <ac:spMkLst>
            <pc:docMk/>
            <pc:sldMk cId="0" sldId="271"/>
            <ac:spMk id="24" creationId="{00000000-0000-0000-0000-000000000000}"/>
          </ac:spMkLst>
        </pc:spChg>
        <pc:graphicFrameChg chg="mod modGraphic">
          <ac:chgData name="Oleksii Orlov" userId="aa7c47d8-364d-4293-a702-65622216b23c" providerId="ADAL" clId="{CA9AFEDF-167F-5D53-A2B9-7E9A8E547BD0}" dt="2026-06-23T13:05:22.934" v="3334" actId="20577"/>
          <ac:graphicFrameMkLst>
            <pc:docMk/>
            <pc:sldMk cId="0" sldId="271"/>
            <ac:graphicFrameMk id="13" creationId="{00000000-0000-0000-0000-000000000000}"/>
          </ac:graphicFrameMkLst>
        </pc:graphicFrameChg>
      </pc:sldChg>
      <pc:sldChg chg="modSp add mod">
        <pc:chgData name="Oleksii Orlov" userId="aa7c47d8-364d-4293-a702-65622216b23c" providerId="ADAL" clId="{CA9AFEDF-167F-5D53-A2B9-7E9A8E547BD0}" dt="2026-06-23T08:54:47.846" v="2603" actId="20577"/>
        <pc:sldMkLst>
          <pc:docMk/>
          <pc:sldMk cId="3513997798" sldId="272"/>
        </pc:sldMkLst>
        <pc:spChg chg="mod">
          <ac:chgData name="Oleksii Orlov" userId="aa7c47d8-364d-4293-a702-65622216b23c" providerId="ADAL" clId="{CA9AFEDF-167F-5D53-A2B9-7E9A8E547BD0}" dt="2026-06-23T08:51:18.933" v="2430" actId="20577"/>
          <ac:spMkLst>
            <pc:docMk/>
            <pc:sldMk cId="3513997798" sldId="272"/>
            <ac:spMk id="2" creationId="{73301DA7-EEDC-BAFA-BDE7-C86608597D2A}"/>
          </ac:spMkLst>
        </pc:spChg>
        <pc:spChg chg="mod">
          <ac:chgData name="Oleksii Orlov" userId="aa7c47d8-364d-4293-a702-65622216b23c" providerId="ADAL" clId="{CA9AFEDF-167F-5D53-A2B9-7E9A8E547BD0}" dt="2026-06-23T08:54:47.846" v="2603" actId="20577"/>
          <ac:spMkLst>
            <pc:docMk/>
            <pc:sldMk cId="3513997798" sldId="272"/>
            <ac:spMk id="4" creationId="{9AFBD2B2-8194-6D7A-DA2F-970F0D8B25A0}"/>
          </ac:spMkLst>
        </pc:spChg>
        <pc:spChg chg="mod">
          <ac:chgData name="Oleksii Orlov" userId="aa7c47d8-364d-4293-a702-65622216b23c" providerId="ADAL" clId="{CA9AFEDF-167F-5D53-A2B9-7E9A8E547BD0}" dt="2026-06-23T08:51:36.876" v="2449" actId="20577"/>
          <ac:spMkLst>
            <pc:docMk/>
            <pc:sldMk cId="3513997798" sldId="272"/>
            <ac:spMk id="5" creationId="{62880578-1D41-DC1C-4B08-CF12A16F8207}"/>
          </ac:spMkLst>
        </pc:spChg>
      </pc:sldChg>
      <pc:sldChg chg="modSp add mod ord modShow">
        <pc:chgData name="Oleksii Orlov" userId="aa7c47d8-364d-4293-a702-65622216b23c" providerId="ADAL" clId="{CA9AFEDF-167F-5D53-A2B9-7E9A8E547BD0}" dt="2026-06-23T14:37:26.226" v="4145" actId="20577"/>
        <pc:sldMkLst>
          <pc:docMk/>
          <pc:sldMk cId="0" sldId="273"/>
        </pc:sldMkLst>
        <pc:spChg chg="mod">
          <ac:chgData name="Oleksii Orlov" userId="aa7c47d8-364d-4293-a702-65622216b23c" providerId="ADAL" clId="{CA9AFEDF-167F-5D53-A2B9-7E9A8E547BD0}" dt="2026-06-23T09:18:25.921" v="2633" actId="20577"/>
          <ac:spMkLst>
            <pc:docMk/>
            <pc:sldMk cId="0" sldId="273"/>
            <ac:spMk id="5" creationId="{00000000-0000-0000-0000-000000000000}"/>
          </ac:spMkLst>
        </pc:spChg>
        <pc:graphicFrameChg chg="mod modGraphic">
          <ac:chgData name="Oleksii Orlov" userId="aa7c47d8-364d-4293-a702-65622216b23c" providerId="ADAL" clId="{CA9AFEDF-167F-5D53-A2B9-7E9A8E547BD0}" dt="2026-06-23T14:37:26.226" v="4145" actId="20577"/>
          <ac:graphicFrameMkLst>
            <pc:docMk/>
            <pc:sldMk cId="0" sldId="273"/>
            <ac:graphicFrameMk id="6" creationId="{00000000-0000-0000-0000-000000000000}"/>
          </ac:graphicFrameMkLst>
        </pc:graphicFrameChg>
      </pc:sldChg>
      <pc:sldChg chg="addSp delSp modSp add mod ord modShow">
        <pc:chgData name="Oleksii Orlov" userId="aa7c47d8-364d-4293-a702-65622216b23c" providerId="ADAL" clId="{CA9AFEDF-167F-5D53-A2B9-7E9A8E547BD0}" dt="2026-06-23T14:27:44.181" v="4132" actId="5793"/>
        <pc:sldMkLst>
          <pc:docMk/>
          <pc:sldMk cId="0" sldId="274"/>
        </pc:sldMkLst>
        <pc:spChg chg="mod">
          <ac:chgData name="Oleksii Orlov" userId="aa7c47d8-364d-4293-a702-65622216b23c" providerId="ADAL" clId="{CA9AFEDF-167F-5D53-A2B9-7E9A8E547BD0}" dt="2026-06-23T14:27:35.642" v="4119" actId="20577"/>
          <ac:spMkLst>
            <pc:docMk/>
            <pc:sldMk cId="0" sldId="274"/>
            <ac:spMk id="6" creationId="{00000000-0000-0000-0000-000000000000}"/>
          </ac:spMkLst>
        </pc:spChg>
        <pc:spChg chg="mod">
          <ac:chgData name="Oleksii Orlov" userId="aa7c47d8-364d-4293-a702-65622216b23c" providerId="ADAL" clId="{CA9AFEDF-167F-5D53-A2B9-7E9A8E547BD0}" dt="2026-06-23T14:27:38.398" v="4120" actId="20577"/>
          <ac:spMkLst>
            <pc:docMk/>
            <pc:sldMk cId="0" sldId="274"/>
            <ac:spMk id="7" creationId="{00000000-0000-0000-0000-000000000000}"/>
          </ac:spMkLst>
        </pc:spChg>
        <pc:spChg chg="mod">
          <ac:chgData name="Oleksii Orlov" userId="aa7c47d8-364d-4293-a702-65622216b23c" providerId="ADAL" clId="{CA9AFEDF-167F-5D53-A2B9-7E9A8E547BD0}" dt="2026-06-23T14:27:44.181" v="4132" actId="5793"/>
          <ac:spMkLst>
            <pc:docMk/>
            <pc:sldMk cId="0" sldId="274"/>
            <ac:spMk id="8" creationId="{00000000-0000-0000-0000-000000000000}"/>
          </ac:spMkLst>
        </pc:spChg>
        <pc:spChg chg="mod">
          <ac:chgData name="Oleksii Orlov" userId="aa7c47d8-364d-4293-a702-65622216b23c" providerId="ADAL" clId="{CA9AFEDF-167F-5D53-A2B9-7E9A8E547BD0}" dt="2026-06-23T09:20:48.479" v="2726" actId="1076"/>
          <ac:spMkLst>
            <pc:docMk/>
            <pc:sldMk cId="0" sldId="274"/>
            <ac:spMk id="9" creationId="{00000000-0000-0000-0000-000000000000}"/>
          </ac:spMkLst>
        </pc:spChg>
        <pc:spChg chg="mod">
          <ac:chgData name="Oleksii Orlov" userId="aa7c47d8-364d-4293-a702-65622216b23c" providerId="ADAL" clId="{CA9AFEDF-167F-5D53-A2B9-7E9A8E547BD0}" dt="2026-06-23T13:27:12.023" v="3961" actId="113"/>
          <ac:spMkLst>
            <pc:docMk/>
            <pc:sldMk cId="0" sldId="274"/>
            <ac:spMk id="10" creationId="{00000000-0000-0000-0000-000000000000}"/>
          </ac:spMkLst>
        </pc:spChg>
        <pc:spChg chg="mod">
          <ac:chgData name="Oleksii Orlov" userId="aa7c47d8-364d-4293-a702-65622216b23c" providerId="ADAL" clId="{CA9AFEDF-167F-5D53-A2B9-7E9A8E547BD0}" dt="2026-06-23T13:27:20.071" v="3974" actId="20577"/>
          <ac:spMkLst>
            <pc:docMk/>
            <pc:sldMk cId="0" sldId="274"/>
            <ac:spMk id="11" creationId="{00000000-0000-0000-0000-000000000000}"/>
          </ac:spMkLst>
        </pc:spChg>
        <pc:spChg chg="del">
          <ac:chgData name="Oleksii Orlov" userId="aa7c47d8-364d-4293-a702-65622216b23c" providerId="ADAL" clId="{CA9AFEDF-167F-5D53-A2B9-7E9A8E547BD0}" dt="2026-06-23T09:18:43.744" v="2636" actId="478"/>
          <ac:spMkLst>
            <pc:docMk/>
            <pc:sldMk cId="0" sldId="274"/>
            <ac:spMk id="14" creationId="{00000000-0000-0000-0000-000000000000}"/>
          </ac:spMkLst>
        </pc:spChg>
        <pc:spChg chg="mod">
          <ac:chgData name="Oleksii Orlov" userId="aa7c47d8-364d-4293-a702-65622216b23c" providerId="ADAL" clId="{CA9AFEDF-167F-5D53-A2B9-7E9A8E547BD0}" dt="2026-06-23T13:35:31.316" v="4091" actId="1076"/>
          <ac:spMkLst>
            <pc:docMk/>
            <pc:sldMk cId="0" sldId="274"/>
            <ac:spMk id="15"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6"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7"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8" creationId="{00000000-0000-0000-0000-000000000000}"/>
          </ac:spMkLst>
        </pc:spChg>
        <pc:spChg chg="mod">
          <ac:chgData name="Oleksii Orlov" userId="aa7c47d8-364d-4293-a702-65622216b23c" providerId="ADAL" clId="{CA9AFEDF-167F-5D53-A2B9-7E9A8E547BD0}" dt="2026-06-23T13:23:31.597" v="3743" actId="1076"/>
          <ac:spMkLst>
            <pc:docMk/>
            <pc:sldMk cId="0" sldId="274"/>
            <ac:spMk id="19" creationId="{00000000-0000-0000-0000-000000000000}"/>
          </ac:spMkLst>
        </pc:spChg>
        <pc:spChg chg="del">
          <ac:chgData name="Oleksii Orlov" userId="aa7c47d8-364d-4293-a702-65622216b23c" providerId="ADAL" clId="{CA9AFEDF-167F-5D53-A2B9-7E9A8E547BD0}" dt="2026-06-23T13:23:25.130" v="3742" actId="478"/>
          <ac:spMkLst>
            <pc:docMk/>
            <pc:sldMk cId="0" sldId="274"/>
            <ac:spMk id="20" creationId="{00000000-0000-0000-0000-000000000000}"/>
          </ac:spMkLst>
        </pc:spChg>
        <pc:spChg chg="del">
          <ac:chgData name="Oleksii Orlov" userId="aa7c47d8-364d-4293-a702-65622216b23c" providerId="ADAL" clId="{CA9AFEDF-167F-5D53-A2B9-7E9A8E547BD0}" dt="2026-06-23T13:23:25.130" v="3742" actId="478"/>
          <ac:spMkLst>
            <pc:docMk/>
            <pc:sldMk cId="0" sldId="274"/>
            <ac:spMk id="21" creationId="{00000000-0000-0000-0000-000000000000}"/>
          </ac:spMkLst>
        </pc:spChg>
        <pc:spChg chg="add mod">
          <ac:chgData name="Oleksii Orlov" userId="aa7c47d8-364d-4293-a702-65622216b23c" providerId="ADAL" clId="{CA9AFEDF-167F-5D53-A2B9-7E9A8E547BD0}" dt="2026-06-23T13:29:27.821" v="4036" actId="113"/>
          <ac:spMkLst>
            <pc:docMk/>
            <pc:sldMk cId="0" sldId="274"/>
            <ac:spMk id="23" creationId="{5FAFF524-A6DA-8C91-48CD-4E04146FFA4A}"/>
          </ac:spMkLst>
        </pc:spChg>
        <pc:spChg chg="add mod">
          <ac:chgData name="Oleksii Orlov" userId="aa7c47d8-364d-4293-a702-65622216b23c" providerId="ADAL" clId="{CA9AFEDF-167F-5D53-A2B9-7E9A8E547BD0}" dt="2026-06-23T13:30:34.764" v="4089" actId="20577"/>
          <ac:spMkLst>
            <pc:docMk/>
            <pc:sldMk cId="0" sldId="274"/>
            <ac:spMk id="27" creationId="{31B722E2-F4C5-9642-A730-C1CBEA342C8B}"/>
          </ac:spMkLst>
        </pc:spChg>
        <pc:spChg chg="add del mod">
          <ac:chgData name="Oleksii Orlov" userId="aa7c47d8-364d-4293-a702-65622216b23c" providerId="ADAL" clId="{CA9AFEDF-167F-5D53-A2B9-7E9A8E547BD0}" dt="2026-06-23T09:24:51.955" v="2983" actId="478"/>
          <ac:spMkLst>
            <pc:docMk/>
            <pc:sldMk cId="0" sldId="274"/>
            <ac:spMk id="29" creationId="{D65607A7-73B0-373F-B57C-CA2DE80F5D1E}"/>
          </ac:spMkLst>
        </pc:spChg>
        <pc:cxnChg chg="mod">
          <ac:chgData name="Oleksii Orlov" userId="aa7c47d8-364d-4293-a702-65622216b23c" providerId="ADAL" clId="{CA9AFEDF-167F-5D53-A2B9-7E9A8E547BD0}" dt="2026-06-23T09:20:48.479" v="2726" actId="1076"/>
          <ac:cxnSpMkLst>
            <pc:docMk/>
            <pc:sldMk cId="0" sldId="274"/>
            <ac:cxnSpMk id="12" creationId="{00000000-0000-0000-0000-000000000000}"/>
          </ac:cxnSpMkLst>
        </pc:cxnChg>
        <pc:cxnChg chg="mod">
          <ac:chgData name="Oleksii Orlov" userId="aa7c47d8-364d-4293-a702-65622216b23c" providerId="ADAL" clId="{CA9AFEDF-167F-5D53-A2B9-7E9A8E547BD0}" dt="2026-06-23T09:24:18.234" v="2977" actId="14100"/>
          <ac:cxnSpMkLst>
            <pc:docMk/>
            <pc:sldMk cId="0" sldId="274"/>
            <ac:cxnSpMk id="13" creationId="{00000000-0000-0000-0000-000000000000}"/>
          </ac:cxnSpMkLst>
        </pc:cxnChg>
        <pc:cxnChg chg="add mod">
          <ac:chgData name="Oleksii Orlov" userId="aa7c47d8-364d-4293-a702-65622216b23c" providerId="ADAL" clId="{CA9AFEDF-167F-5D53-A2B9-7E9A8E547BD0}" dt="2026-06-23T13:08:50.031" v="3409" actId="693"/>
          <ac:cxnSpMkLst>
            <pc:docMk/>
            <pc:sldMk cId="0" sldId="274"/>
            <ac:cxnSpMk id="22" creationId="{8F1634C8-8B65-1823-C545-F86E3F8CF800}"/>
          </ac:cxnSpMkLst>
        </pc:cxnChg>
        <pc:cxnChg chg="add mod">
          <ac:chgData name="Oleksii Orlov" userId="aa7c47d8-364d-4293-a702-65622216b23c" providerId="ADAL" clId="{CA9AFEDF-167F-5D53-A2B9-7E9A8E547BD0}" dt="2026-06-23T09:20:48.479" v="2726" actId="1076"/>
          <ac:cxnSpMkLst>
            <pc:docMk/>
            <pc:sldMk cId="0" sldId="274"/>
            <ac:cxnSpMk id="24" creationId="{48AD2E93-0C5A-E638-8A49-A5B06C20790D}"/>
          </ac:cxnSpMkLst>
        </pc:cxnChg>
        <pc:cxnChg chg="add mod">
          <ac:chgData name="Oleksii Orlov" userId="aa7c47d8-364d-4293-a702-65622216b23c" providerId="ADAL" clId="{CA9AFEDF-167F-5D53-A2B9-7E9A8E547BD0}" dt="2026-06-23T13:10:54.617" v="3554" actId="14100"/>
          <ac:cxnSpMkLst>
            <pc:docMk/>
            <pc:sldMk cId="0" sldId="274"/>
            <ac:cxnSpMk id="25" creationId="{D4B6625D-B6C9-EA26-5FEF-5F1EEB9426E3}"/>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0B680F3-DD1E-2F10-DC7E-0F75713A06A3}"/>
              </a:ext>
            </a:extLst>
          </p:cNvPr>
          <p:cNvSpPr>
            <a:spLocks noGrp="1"/>
          </p:cNvSpPr>
          <p:nvPr>
            <p:ph type="hdr" sz="quarter"/>
          </p:nvPr>
        </p:nvSpPr>
        <p:spPr>
          <a:xfrm>
            <a:off x="0" y="0"/>
            <a:ext cx="5943600" cy="1222375"/>
          </a:xfrm>
          <a:prstGeom prst="rect">
            <a:avLst/>
          </a:prstGeom>
        </p:spPr>
        <p:txBody>
          <a:bodyPr vert="horz" lIns="91440" tIns="45720" rIns="91440" bIns="45720" rtlCol="0"/>
          <a:lstStyle>
            <a:lvl1pPr algn="l">
              <a:defRPr sz="1200"/>
            </a:lvl1pPr>
          </a:lstStyle>
          <a:p>
            <a:endParaRPr lang="en-US">
              <a:latin typeface="Replica LL TT" panose="020B0504010101010104" pitchFamily="34" charset="77"/>
            </a:endParaRPr>
          </a:p>
        </p:txBody>
      </p:sp>
      <p:sp>
        <p:nvSpPr>
          <p:cNvPr id="3" name="Date Placeholder 2">
            <a:extLst>
              <a:ext uri="{FF2B5EF4-FFF2-40B4-BE49-F238E27FC236}">
                <a16:creationId xmlns:a16="http://schemas.microsoft.com/office/drawing/2014/main" id="{9A3F4D9F-E224-EC65-6891-0836CE2DB586}"/>
              </a:ext>
            </a:extLst>
          </p:cNvPr>
          <p:cNvSpPr>
            <a:spLocks noGrp="1"/>
          </p:cNvSpPr>
          <p:nvPr>
            <p:ph type="dt" sz="quarter" idx="1"/>
          </p:nvPr>
        </p:nvSpPr>
        <p:spPr>
          <a:xfrm>
            <a:off x="7769225" y="0"/>
            <a:ext cx="5943600" cy="1222375"/>
          </a:xfrm>
          <a:prstGeom prst="rect">
            <a:avLst/>
          </a:prstGeom>
        </p:spPr>
        <p:txBody>
          <a:bodyPr vert="horz" lIns="91440" tIns="45720" rIns="91440" bIns="45720" rtlCol="0"/>
          <a:lstStyle>
            <a:lvl1pPr algn="r">
              <a:defRPr sz="1200"/>
            </a:lvl1pPr>
          </a:lstStyle>
          <a:p>
            <a:fld id="{7FAD74B5-A0C2-784A-8B79-F49806F2F400}" type="datetimeFigureOut">
              <a:rPr lang="en-US" smtClean="0">
                <a:latin typeface="Replica LL TT" panose="020B0504010101010104" pitchFamily="34" charset="77"/>
              </a:rPr>
              <a:t>7/11/26</a:t>
            </a:fld>
            <a:endParaRPr lang="en-US">
              <a:latin typeface="Replica LL TT" panose="020B0504010101010104" pitchFamily="34" charset="77"/>
            </a:endParaRPr>
          </a:p>
        </p:txBody>
      </p:sp>
      <p:sp>
        <p:nvSpPr>
          <p:cNvPr id="4" name="Footer Placeholder 3">
            <a:extLst>
              <a:ext uri="{FF2B5EF4-FFF2-40B4-BE49-F238E27FC236}">
                <a16:creationId xmlns:a16="http://schemas.microsoft.com/office/drawing/2014/main" id="{4EE25027-960B-0D77-E2EA-8CA65A6DC58C}"/>
              </a:ext>
            </a:extLst>
          </p:cNvPr>
          <p:cNvSpPr>
            <a:spLocks noGrp="1"/>
          </p:cNvSpPr>
          <p:nvPr>
            <p:ph type="ftr" sz="quarter" idx="2"/>
          </p:nvPr>
        </p:nvSpPr>
        <p:spPr>
          <a:xfrm>
            <a:off x="0" y="23164800"/>
            <a:ext cx="5943600" cy="1222375"/>
          </a:xfrm>
          <a:prstGeom prst="rect">
            <a:avLst/>
          </a:prstGeom>
        </p:spPr>
        <p:txBody>
          <a:bodyPr vert="horz" lIns="91440" tIns="45720" rIns="91440" bIns="45720" rtlCol="0" anchor="b"/>
          <a:lstStyle>
            <a:lvl1pPr algn="l">
              <a:defRPr sz="1200"/>
            </a:lvl1pPr>
          </a:lstStyle>
          <a:p>
            <a:endParaRPr lang="en-US">
              <a:latin typeface="Replica LL TT" panose="020B0504010101010104" pitchFamily="34" charset="77"/>
            </a:endParaRPr>
          </a:p>
        </p:txBody>
      </p:sp>
      <p:sp>
        <p:nvSpPr>
          <p:cNvPr id="5" name="Slide Number Placeholder 4">
            <a:extLst>
              <a:ext uri="{FF2B5EF4-FFF2-40B4-BE49-F238E27FC236}">
                <a16:creationId xmlns:a16="http://schemas.microsoft.com/office/drawing/2014/main" id="{774681D8-F754-61ED-C9B7-7CCEB164E161}"/>
              </a:ext>
            </a:extLst>
          </p:cNvPr>
          <p:cNvSpPr>
            <a:spLocks noGrp="1"/>
          </p:cNvSpPr>
          <p:nvPr>
            <p:ph type="sldNum" sz="quarter" idx="3"/>
          </p:nvPr>
        </p:nvSpPr>
        <p:spPr>
          <a:xfrm>
            <a:off x="7769225" y="23164800"/>
            <a:ext cx="5943600" cy="1222375"/>
          </a:xfrm>
          <a:prstGeom prst="rect">
            <a:avLst/>
          </a:prstGeom>
        </p:spPr>
        <p:txBody>
          <a:bodyPr vert="horz" lIns="91440" tIns="45720" rIns="91440" bIns="45720" rtlCol="0" anchor="b"/>
          <a:lstStyle>
            <a:lvl1pPr algn="r">
              <a:defRPr sz="1200"/>
            </a:lvl1pPr>
          </a:lstStyle>
          <a:p>
            <a:fld id="{F5856655-A3FC-734D-870A-74EA14882906}" type="slidenum">
              <a:rPr lang="en-US" smtClean="0">
                <a:latin typeface="Replica LL TT" panose="020B0504010101010104" pitchFamily="34" charset="77"/>
              </a:rPr>
              <a:t>‹#›</a:t>
            </a:fld>
            <a:endParaRPr lang="en-US">
              <a:latin typeface="Replica LL TT" panose="020B0504010101010104" pitchFamily="34" charset="77"/>
            </a:endParaRPr>
          </a:p>
        </p:txBody>
      </p:sp>
    </p:spTree>
    <p:extLst>
      <p:ext uri="{BB962C8B-B14F-4D97-AF65-F5344CB8AC3E}">
        <p14:creationId xmlns:p14="http://schemas.microsoft.com/office/powerpoint/2010/main" val="35998313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2280358"/>
      </p:ext>
    </p:extLst>
  </p:cSld>
  <p:clrMap bg1="lt1" tx1="dk1" bg2="lt2" tx2="dk2" accent1="accent1" accent2="accent2" accent3="accent3" accent4="accent4" accent5="accent5" accent6="accent6" hlink="hlink" folHlink="folHlink"/>
  <p:notesStyle>
    <a:lvl1pPr marL="0" algn="l" defTabSz="457017" rtl="0" eaLnBrk="1" latinLnBrk="0" hangingPunct="1">
      <a:defRPr sz="600" kern="1200">
        <a:solidFill>
          <a:schemeClr val="tx1"/>
        </a:solidFill>
        <a:latin typeface="+mn-lt"/>
        <a:ea typeface="+mn-ea"/>
        <a:cs typeface="+mn-cs"/>
      </a:defRPr>
    </a:lvl1pPr>
    <a:lvl2pPr marL="228509" algn="l" defTabSz="457017" rtl="0" eaLnBrk="1" latinLnBrk="0" hangingPunct="1">
      <a:defRPr sz="600" kern="1200">
        <a:solidFill>
          <a:schemeClr val="tx1"/>
        </a:solidFill>
        <a:latin typeface="+mn-lt"/>
        <a:ea typeface="+mn-ea"/>
        <a:cs typeface="+mn-cs"/>
      </a:defRPr>
    </a:lvl2pPr>
    <a:lvl3pPr marL="457017" algn="l" defTabSz="457017" rtl="0" eaLnBrk="1" latinLnBrk="0" hangingPunct="1">
      <a:defRPr sz="600" kern="1200">
        <a:solidFill>
          <a:schemeClr val="tx1"/>
        </a:solidFill>
        <a:latin typeface="+mn-lt"/>
        <a:ea typeface="+mn-ea"/>
        <a:cs typeface="+mn-cs"/>
      </a:defRPr>
    </a:lvl3pPr>
    <a:lvl4pPr marL="685526" algn="l" defTabSz="457017" rtl="0" eaLnBrk="1" latinLnBrk="0" hangingPunct="1">
      <a:defRPr sz="600" kern="1200">
        <a:solidFill>
          <a:schemeClr val="tx1"/>
        </a:solidFill>
        <a:latin typeface="+mn-lt"/>
        <a:ea typeface="+mn-ea"/>
        <a:cs typeface="+mn-cs"/>
      </a:defRPr>
    </a:lvl4pPr>
    <a:lvl5pPr marL="914034" algn="l" defTabSz="457017" rtl="0" eaLnBrk="1" latinLnBrk="0" hangingPunct="1">
      <a:defRPr sz="600" kern="1200">
        <a:solidFill>
          <a:schemeClr val="tx1"/>
        </a:solidFill>
        <a:latin typeface="+mn-lt"/>
        <a:ea typeface="+mn-ea"/>
        <a:cs typeface="+mn-cs"/>
      </a:defRPr>
    </a:lvl5pPr>
    <a:lvl6pPr marL="1142543" algn="l" defTabSz="457017" rtl="0" eaLnBrk="1" latinLnBrk="0" hangingPunct="1">
      <a:defRPr sz="600" kern="1200">
        <a:solidFill>
          <a:schemeClr val="tx1"/>
        </a:solidFill>
        <a:latin typeface="+mn-lt"/>
        <a:ea typeface="+mn-ea"/>
        <a:cs typeface="+mn-cs"/>
      </a:defRPr>
    </a:lvl6pPr>
    <a:lvl7pPr marL="1371051" algn="l" defTabSz="457017" rtl="0" eaLnBrk="1" latinLnBrk="0" hangingPunct="1">
      <a:defRPr sz="600" kern="1200">
        <a:solidFill>
          <a:schemeClr val="tx1"/>
        </a:solidFill>
        <a:latin typeface="+mn-lt"/>
        <a:ea typeface="+mn-ea"/>
        <a:cs typeface="+mn-cs"/>
      </a:defRPr>
    </a:lvl7pPr>
    <a:lvl8pPr marL="1599560" algn="l" defTabSz="457017" rtl="0" eaLnBrk="1" latinLnBrk="0" hangingPunct="1">
      <a:defRPr sz="600" kern="1200">
        <a:solidFill>
          <a:schemeClr val="tx1"/>
        </a:solidFill>
        <a:latin typeface="+mn-lt"/>
        <a:ea typeface="+mn-ea"/>
        <a:cs typeface="+mn-cs"/>
      </a:defRPr>
    </a:lvl8pPr>
    <a:lvl9pPr marL="1828068" algn="l" defTabSz="457017" rtl="0" eaLnBrk="1" latinLnBrk="0" hangingPunct="1">
      <a:defRP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2652364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0757615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33643049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2651F-2EB5-0FC4-6452-50550E87D9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4E744D-B5A4-49CE-5C21-B5229D554C22}"/>
              </a:ext>
            </a:extLst>
          </p:cNvPr>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75ED0C-22C6-E6DE-4AA6-DA62A2887747}"/>
              </a:ext>
            </a:extLst>
          </p:cNvPr>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3074791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2BAA1-25D6-ECC3-FCAF-72CE47D827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D86DC-6AB6-769D-0BC2-FDA185C79F3C}"/>
              </a:ext>
            </a:extLst>
          </p:cNvPr>
          <p:cNvSpPr>
            <a:spLocks noGrp="1" noRot="1" noChangeAspect="1"/>
          </p:cNvSpPr>
          <p:nvPr>
            <p:ph type="sldImg"/>
          </p:nvPr>
        </p:nvSpPr>
        <p:spPr>
          <a:xfrm>
            <a:off x="-457200" y="3048000"/>
            <a:ext cx="14630400"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DBBD8024-3790-8524-33B0-3D263DEDAE56}"/>
              </a:ext>
            </a:extLst>
          </p:cNvPr>
          <p:cNvSpPr>
            <a:spLocks noGrp="1"/>
          </p:cNvSpPr>
          <p:nvPr>
            <p:ph type="body" idx="1"/>
          </p:nvPr>
        </p:nvSpPr>
        <p:spPr>
          <a:xfrm>
            <a:off x="1371600" y="11736388"/>
            <a:ext cx="10972800" cy="9602787"/>
          </a:xfrm>
          <a:prstGeom prst="rect">
            <a:avLst/>
          </a:prstGeom>
        </p:spPr>
        <p:txBody>
          <a:bodyPr/>
          <a:lstStyle/>
          <a:p/>
        </p:txBody>
      </p:sp>
    </p:spTree>
    <p:extLst>
      <p:ext uri="{BB962C8B-B14F-4D97-AF65-F5344CB8AC3E}">
        <p14:creationId xmlns:p14="http://schemas.microsoft.com/office/powerpoint/2010/main" val="1302807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13.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14.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svg"/><Relationship Id="rId3" Type="http://schemas.openxmlformats.org/officeDocument/2006/relationships/image" Target="../media/image14.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svg"/><Relationship Id="rId3"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6.svg"/><Relationship Id="rId4"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 Id="rId3" Type="http://schemas.openxmlformats.org/officeDocument/2006/relationships/image" Target="../media/image17.png"/><Relationship Id="rId4"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2.svg"/><Relationship Id="rId4" Type="http://schemas.openxmlformats.org/officeDocument/2006/relationships/image" Target="../media/image3.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Cloud">
    <p:bg>
      <p:bgPr>
        <a:solidFill>
          <a:schemeClr val="tx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B621342-69C1-3D90-E2F5-761C4E5FDA4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2666106" y="0"/>
            <a:ext cx="9525894"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03" y="2554"/>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2" name="Straight Connector 1">
            <a:extLst>
              <a:ext uri="{FF2B5EF4-FFF2-40B4-BE49-F238E27FC236}">
                <a16:creationId xmlns:a16="http://schemas.microsoft.com/office/drawing/2014/main" id="{8DA2522F-9A62-01D9-4DD9-AA0D0FAA9B10}"/>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pic>
        <p:nvPicPr>
          <p:cNvPr id="4" name="Logo">
            <a:extLst>
              <a:ext uri="{FF2B5EF4-FFF2-40B4-BE49-F238E27FC236}">
                <a16:creationId xmlns:a16="http://schemas.microsoft.com/office/drawing/2014/main" id="{14EB26AF-4085-566B-40DB-612F0654CDA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Tree>
    <p:extLst>
      <p:ext uri="{BB962C8B-B14F-4D97-AF65-F5344CB8AC3E}">
        <p14:creationId xmlns:p14="http://schemas.microsoft.com/office/powerpoint/2010/main" val="30089756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Data">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B403184B-EAAC-1E04-6E09-73E9D37659C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4496947" y="1"/>
            <a:ext cx="7696637"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7" y="1340"/>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6" name="Straight Connector 5">
            <a:extLst>
              <a:ext uri="{FF2B5EF4-FFF2-40B4-BE49-F238E27FC236}">
                <a16:creationId xmlns:a16="http://schemas.microsoft.com/office/drawing/2014/main" id="{0BD7AD73-7828-8C74-7168-964E0634C440}"/>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Logo">
            <a:extLst>
              <a:ext uri="{FF2B5EF4-FFF2-40B4-BE49-F238E27FC236}">
                <a16:creationId xmlns:a16="http://schemas.microsoft.com/office/drawing/2014/main" id="{F9DC907B-1DF1-3F39-187E-3440862EA69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
        <p:nvSpPr>
          <p:cNvPr id="8" name="Text Placeholder 2">
            <a:extLst>
              <a:ext uri="{FF2B5EF4-FFF2-40B4-BE49-F238E27FC236}">
                <a16:creationId xmlns:a16="http://schemas.microsoft.com/office/drawing/2014/main" id="{52339B43-95E0-4D61-9947-C4B07D23C5E8}"/>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9" name="Title 1">
            <a:extLst>
              <a:ext uri="{FF2B5EF4-FFF2-40B4-BE49-F238E27FC236}">
                <a16:creationId xmlns:a16="http://schemas.microsoft.com/office/drawing/2014/main" id="{AAB649FA-11FA-9519-663F-C953C5322A24}"/>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dirty="0"/>
              <a:t>Click to edit Master</a:t>
            </a:r>
            <a:br>
              <a:rPr lang="en-US" dirty="0"/>
            </a:br>
            <a:r>
              <a:rPr lang="en-US" dirty="0"/>
              <a:t>text</a:t>
            </a:r>
          </a:p>
        </p:txBody>
      </p:sp>
    </p:spTree>
    <p:extLst>
      <p:ext uri="{BB962C8B-B14F-4D97-AF65-F5344CB8AC3E}">
        <p14:creationId xmlns:p14="http://schemas.microsoft.com/office/powerpoint/2010/main" val="1632174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AI">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65064B3-BFC2-1DF4-281D-F0E67448FC28}"/>
              </a:ext>
            </a:extLst>
          </p:cNvPr>
          <p:cNvPicPr>
            <a:picLocks noChangeAspect="1"/>
          </p:cNvPicPr>
          <p:nvPr userDrawn="1"/>
        </p:nvPicPr>
        <p:blipFill>
          <a:blip r:embed="rId2" cstate="screen">
            <a:extLst>
              <a:ext uri="{28A0092B-C50C-407E-A947-70E740481C1C}">
                <a14:useLocalDpi xmlns:a14="http://schemas.microsoft.com/office/drawing/2010/main"/>
              </a:ext>
            </a:extLst>
          </a:blip>
          <a:srcRect l="-8436"/>
          <a:stretch>
            <a:fillRect/>
          </a:stretch>
        </p:blipFill>
        <p:spPr>
          <a:xfrm>
            <a:off x="3847841" y="0"/>
            <a:ext cx="8344160" cy="6858000"/>
          </a:xfrm>
          <a:prstGeom prst="rect">
            <a:avLst/>
          </a:prstGeom>
        </p:spPr>
      </p:pic>
      <p:sp>
        <p:nvSpPr>
          <p:cNvPr id="3" name="Image 2" descr=" ">
            <a:extLst>
              <a:ext uri="{FF2B5EF4-FFF2-40B4-BE49-F238E27FC236}">
                <a16:creationId xmlns:a16="http://schemas.microsoft.com/office/drawing/2014/main" id="{5A4E547D-4590-1DA3-B1BB-A0939DC3EE83}"/>
              </a:ext>
            </a:extLst>
          </p:cNvPr>
          <p:cNvSpPr/>
          <p:nvPr userDrawn="1"/>
        </p:nvSpPr>
        <p:spPr>
          <a:xfrm>
            <a:off x="-477" y="1340"/>
            <a:ext cx="7696637" cy="6855446"/>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solidFill>
            <a:srgbClr val="000000"/>
          </a:solidFill>
          <a:ln w="6342" cap="flat">
            <a:noFill/>
            <a:prstDash val="solid"/>
            <a:miter/>
          </a:ln>
        </p:spPr>
        <p:txBody>
          <a:bodyPr/>
          <a:lstStyle/>
          <a:p>
            <a:endParaRPr lang="en-US" sz="1801" b="0" i="0">
              <a:latin typeface="Replica LL TT" panose="020B0504010101010104" pitchFamily="34" charset="77"/>
            </a:endParaRPr>
          </a:p>
        </p:txBody>
      </p:sp>
      <p:cxnSp>
        <p:nvCxnSpPr>
          <p:cNvPr id="7" name="Straight Connector 6">
            <a:extLst>
              <a:ext uri="{FF2B5EF4-FFF2-40B4-BE49-F238E27FC236}">
                <a16:creationId xmlns:a16="http://schemas.microsoft.com/office/drawing/2014/main" id="{5FBCD894-BFEE-22BC-24CC-C06E945C7BB5}"/>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Logo">
            <a:extLst>
              <a:ext uri="{FF2B5EF4-FFF2-40B4-BE49-F238E27FC236}">
                <a16:creationId xmlns:a16="http://schemas.microsoft.com/office/drawing/2014/main" id="{10079879-409D-2EB8-60A5-5C9E76C4EA9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15842" y="226115"/>
            <a:ext cx="2154887" cy="638319"/>
          </a:xfrm>
          <a:prstGeom prst="rect">
            <a:avLst/>
          </a:prstGeom>
        </p:spPr>
      </p:pic>
      <p:sp>
        <p:nvSpPr>
          <p:cNvPr id="9" name="Text Placeholder 2">
            <a:extLst>
              <a:ext uri="{FF2B5EF4-FFF2-40B4-BE49-F238E27FC236}">
                <a16:creationId xmlns:a16="http://schemas.microsoft.com/office/drawing/2014/main" id="{BA458526-DC44-F7EE-ED18-86B34453C935}"/>
              </a:ext>
            </a:extLst>
          </p:cNvPr>
          <p:cNvSpPr>
            <a:spLocks noGrp="1"/>
          </p:cNvSpPr>
          <p:nvPr>
            <p:ph type="body" sz="quarter" idx="12"/>
          </p:nvPr>
        </p:nvSpPr>
        <p:spPr>
          <a:xfrm>
            <a:off x="342900" y="4114654"/>
            <a:ext cx="2757975" cy="706438"/>
          </a:xfrm>
          <a:prstGeom prst="rect">
            <a:avLst/>
          </a:prstGeom>
        </p:spPr>
        <p:txBody>
          <a:bodyPr>
            <a:noAutofit/>
          </a:bodyPr>
          <a:lstStyle>
            <a:lvl1pPr marL="0" indent="0">
              <a:spcBef>
                <a:spcPts val="0"/>
              </a:spcBef>
              <a:buNone/>
              <a:defRPr sz="12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12" name="Title 1">
            <a:extLst>
              <a:ext uri="{FF2B5EF4-FFF2-40B4-BE49-F238E27FC236}">
                <a16:creationId xmlns:a16="http://schemas.microsoft.com/office/drawing/2014/main" id="{18B82E0E-E9D0-7D9F-507E-5430130C3421}"/>
              </a:ext>
            </a:extLst>
          </p:cNvPr>
          <p:cNvSpPr>
            <a:spLocks noGrp="1"/>
          </p:cNvSpPr>
          <p:nvPr>
            <p:ph type="body" sz="quarter" idx="10" hasCustomPrompt="1"/>
          </p:nvPr>
        </p:nvSpPr>
        <p:spPr>
          <a:xfrm>
            <a:off x="334571" y="1499647"/>
            <a:ext cx="5704534" cy="1671072"/>
          </a:xfrm>
          <a:prstGeom prst="rect">
            <a:avLst/>
          </a:prstGeom>
        </p:spPr>
        <p:txBody>
          <a:bodyPr>
            <a:noAutofit/>
          </a:bodyPr>
          <a:lstStyle>
            <a:lvl1pPr marL="0" indent="0">
              <a:spcBef>
                <a:spcPts val="0"/>
              </a:spcBef>
              <a:buNone/>
              <a:tabLst/>
              <a:defRPr sz="4401">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4410007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Grid-1">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1FF8ECD2-D229-CAAA-58CD-07181C1C81A6}"/>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36" name="Logo">
            <a:extLst>
              <a:ext uri="{FF2B5EF4-FFF2-40B4-BE49-F238E27FC236}">
                <a16:creationId xmlns:a16="http://schemas.microsoft.com/office/drawing/2014/main" id="{5F0DCC2D-1C0E-2359-F1C3-0E54E51E48C9}"/>
              </a:ext>
            </a:extLst>
          </p:cNvPr>
          <p:cNvGrpSpPr/>
          <p:nvPr/>
        </p:nvGrpSpPr>
        <p:grpSpPr>
          <a:xfrm>
            <a:off x="341595" y="348853"/>
            <a:ext cx="1462330" cy="249742"/>
            <a:chOff x="379074" y="6225521"/>
            <a:chExt cx="1461949" cy="249742"/>
          </a:xfrm>
          <a:solidFill>
            <a:schemeClr val="tx1"/>
          </a:solidFill>
        </p:grpSpPr>
        <p:sp>
          <p:nvSpPr>
            <p:cNvPr id="37" name="Freeform 36">
              <a:extLst>
                <a:ext uri="{FF2B5EF4-FFF2-40B4-BE49-F238E27FC236}">
                  <a16:creationId xmlns:a16="http://schemas.microsoft.com/office/drawing/2014/main" id="{6AFA5C72-B2A0-DEE8-F3A3-289DD45CBB29}"/>
                </a:ext>
              </a:extLst>
            </p:cNvPr>
            <p:cNvSpPr/>
            <p:nvPr/>
          </p:nvSpPr>
          <p:spPr>
            <a:xfrm>
              <a:off x="379074"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8" name="Freeform 37">
              <a:extLst>
                <a:ext uri="{FF2B5EF4-FFF2-40B4-BE49-F238E27FC236}">
                  <a16:creationId xmlns:a16="http://schemas.microsoft.com/office/drawing/2014/main" id="{95657A5D-F56B-C68B-BD18-D1C90ED4DB1B}"/>
                </a:ext>
              </a:extLst>
            </p:cNvPr>
            <p:cNvSpPr/>
            <p:nvPr/>
          </p:nvSpPr>
          <p:spPr>
            <a:xfrm>
              <a:off x="588189" y="6294938"/>
              <a:ext cx="166361" cy="180325"/>
            </a:xfrm>
            <a:custGeom>
              <a:avLst/>
              <a:gdLst>
                <a:gd name="csX0" fmla="*/ 83181 w 166361"/>
                <a:gd name="csY0" fmla="*/ 0 h 180325"/>
                <a:gd name="csX1" fmla="*/ 166362 w 166361"/>
                <a:gd name="csY1" fmla="*/ 90163 h 180325"/>
                <a:gd name="csX2" fmla="*/ 83181 w 166361"/>
                <a:gd name="csY2" fmla="*/ 180325 h 180325"/>
                <a:gd name="csX3" fmla="*/ 0 w 166361"/>
                <a:gd name="csY3" fmla="*/ 90163 h 180325"/>
                <a:gd name="csX4" fmla="*/ 83181 w 166361"/>
                <a:gd name="csY4" fmla="*/ 0 h 180325"/>
                <a:gd name="csX5" fmla="*/ 83181 w 166361"/>
                <a:gd name="csY5" fmla="*/ 149074 h 180325"/>
                <a:gd name="csX6" fmla="*/ 131720 w 166361"/>
                <a:gd name="csY6" fmla="*/ 90163 h 180325"/>
                <a:gd name="csX7" fmla="*/ 83181 w 166361"/>
                <a:gd name="csY7" fmla="*/ 31251 h 180325"/>
                <a:gd name="csX8" fmla="*/ 34642 w 166361"/>
                <a:gd name="csY8" fmla="*/ 90163 h 180325"/>
                <a:gd name="csX9" fmla="*/ 83181 w 166361"/>
                <a:gd name="csY9" fmla="*/ 149074 h 1803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66361" h="180325">
                  <a:moveTo>
                    <a:pt x="83181" y="0"/>
                  </a:moveTo>
                  <a:cubicBezTo>
                    <a:pt x="135177" y="0"/>
                    <a:pt x="166362" y="34642"/>
                    <a:pt x="166362" y="90163"/>
                  </a:cubicBezTo>
                  <a:cubicBezTo>
                    <a:pt x="166362" y="145683"/>
                    <a:pt x="135177" y="180325"/>
                    <a:pt x="83181" y="180325"/>
                  </a:cubicBezTo>
                  <a:cubicBezTo>
                    <a:pt x="31185" y="180325"/>
                    <a:pt x="0" y="145683"/>
                    <a:pt x="0" y="90163"/>
                  </a:cubicBezTo>
                  <a:cubicBezTo>
                    <a:pt x="0" y="34642"/>
                    <a:pt x="31185" y="0"/>
                    <a:pt x="83181" y="0"/>
                  </a:cubicBezTo>
                  <a:close/>
                  <a:moveTo>
                    <a:pt x="83181" y="149074"/>
                  </a:moveTo>
                  <a:cubicBezTo>
                    <a:pt x="114365" y="149074"/>
                    <a:pt x="131720" y="128262"/>
                    <a:pt x="131720" y="90163"/>
                  </a:cubicBezTo>
                  <a:cubicBezTo>
                    <a:pt x="131720" y="52063"/>
                    <a:pt x="114365" y="31251"/>
                    <a:pt x="83181" y="31251"/>
                  </a:cubicBezTo>
                  <a:cubicBezTo>
                    <a:pt x="51996" y="31251"/>
                    <a:pt x="34642" y="52063"/>
                    <a:pt x="34642" y="90163"/>
                  </a:cubicBezTo>
                  <a:cubicBezTo>
                    <a:pt x="34642" y="128262"/>
                    <a:pt x="51996" y="149074"/>
                    <a:pt x="83181" y="149074"/>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9" name="Freeform 38">
              <a:extLst>
                <a:ext uri="{FF2B5EF4-FFF2-40B4-BE49-F238E27FC236}">
                  <a16:creationId xmlns:a16="http://schemas.microsoft.com/office/drawing/2014/main" id="{DEDF6DCC-DDF7-5F62-D5FC-216E1B21D550}"/>
                </a:ext>
              </a:extLst>
            </p:cNvPr>
            <p:cNvSpPr/>
            <p:nvPr/>
          </p:nvSpPr>
          <p:spPr>
            <a:xfrm>
              <a:off x="1011076"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0" name="Freeform 39">
              <a:extLst>
                <a:ext uri="{FF2B5EF4-FFF2-40B4-BE49-F238E27FC236}">
                  <a16:creationId xmlns:a16="http://schemas.microsoft.com/office/drawing/2014/main" id="{985FCF94-ADF8-F187-75A4-BE65A25B849D}"/>
                </a:ext>
              </a:extLst>
            </p:cNvPr>
            <p:cNvSpPr/>
            <p:nvPr/>
          </p:nvSpPr>
          <p:spPr>
            <a:xfrm>
              <a:off x="1220192"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89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89"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89"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1" name="Freeform 40">
              <a:extLst>
                <a:ext uri="{FF2B5EF4-FFF2-40B4-BE49-F238E27FC236}">
                  <a16:creationId xmlns:a16="http://schemas.microsoft.com/office/drawing/2014/main" id="{A2545F73-DAFB-814E-CA69-880741D87B88}"/>
                </a:ext>
              </a:extLst>
            </p:cNvPr>
            <p:cNvSpPr/>
            <p:nvPr/>
          </p:nvSpPr>
          <p:spPr>
            <a:xfrm>
              <a:off x="1681576"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90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90"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90"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2" name="Freeform 41">
              <a:extLst>
                <a:ext uri="{FF2B5EF4-FFF2-40B4-BE49-F238E27FC236}">
                  <a16:creationId xmlns:a16="http://schemas.microsoft.com/office/drawing/2014/main" id="{C8E56410-8E0A-ACB3-7167-D4DAAEDA6E2D}"/>
                </a:ext>
              </a:extLst>
            </p:cNvPr>
            <p:cNvSpPr/>
            <p:nvPr/>
          </p:nvSpPr>
          <p:spPr>
            <a:xfrm>
              <a:off x="1403176" y="6298396"/>
              <a:ext cx="100535" cy="173343"/>
            </a:xfrm>
            <a:custGeom>
              <a:avLst/>
              <a:gdLst>
                <a:gd name="csX0" fmla="*/ 97078 w 100535"/>
                <a:gd name="csY0" fmla="*/ 0 h 173343"/>
                <a:gd name="csX1" fmla="*/ 83181 w 100535"/>
                <a:gd name="csY1" fmla="*/ 0 h 173343"/>
                <a:gd name="csX2" fmla="*/ 38100 w 100535"/>
                <a:gd name="csY2" fmla="*/ 17354 h 173343"/>
                <a:gd name="csX3" fmla="*/ 34642 w 100535"/>
                <a:gd name="csY3" fmla="*/ 17354 h 173343"/>
                <a:gd name="csX4" fmla="*/ 34642 w 100535"/>
                <a:gd name="csY4" fmla="*/ 3458 h 173343"/>
                <a:gd name="csX5" fmla="*/ 31185 w 100535"/>
                <a:gd name="csY5" fmla="*/ 0 h 173343"/>
                <a:gd name="csX6" fmla="*/ 3458 w 100535"/>
                <a:gd name="csY6" fmla="*/ 0 h 173343"/>
                <a:gd name="csX7" fmla="*/ 0 w 100535"/>
                <a:gd name="csY7" fmla="*/ 3458 h 173343"/>
                <a:gd name="csX8" fmla="*/ 0 w 100535"/>
                <a:gd name="csY8" fmla="*/ 169886 h 173343"/>
                <a:gd name="csX9" fmla="*/ 3458 w 100535"/>
                <a:gd name="csY9" fmla="*/ 173344 h 173343"/>
                <a:gd name="csX10" fmla="*/ 31185 w 100535"/>
                <a:gd name="csY10" fmla="*/ 173344 h 173343"/>
                <a:gd name="csX11" fmla="*/ 34642 w 100535"/>
                <a:gd name="csY11" fmla="*/ 169886 h 173343"/>
                <a:gd name="csX12" fmla="*/ 34642 w 100535"/>
                <a:gd name="csY12" fmla="*/ 83247 h 173343"/>
                <a:gd name="csX13" fmla="*/ 79723 w 100535"/>
                <a:gd name="csY13" fmla="*/ 31251 h 173343"/>
                <a:gd name="csX14" fmla="*/ 97078 w 100535"/>
                <a:gd name="csY14" fmla="*/ 31251 h 173343"/>
                <a:gd name="csX15" fmla="*/ 100535 w 100535"/>
                <a:gd name="csY15" fmla="*/ 27793 h 173343"/>
                <a:gd name="csX16" fmla="*/ 100535 w 100535"/>
                <a:gd name="csY16" fmla="*/ 3524 h 173343"/>
                <a:gd name="csX17" fmla="*/ 97078 w 100535"/>
                <a:gd name="csY17" fmla="*/ 67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0535" h="173343">
                  <a:moveTo>
                    <a:pt x="97078" y="0"/>
                  </a:moveTo>
                  <a:lnTo>
                    <a:pt x="83181" y="0"/>
                  </a:lnTo>
                  <a:cubicBezTo>
                    <a:pt x="58912" y="0"/>
                    <a:pt x="48539" y="6915"/>
                    <a:pt x="38100" y="17354"/>
                  </a:cubicBezTo>
                  <a:lnTo>
                    <a:pt x="34642" y="17354"/>
                  </a:lnTo>
                  <a:lnTo>
                    <a:pt x="34642" y="3458"/>
                  </a:lnTo>
                  <a:lnTo>
                    <a:pt x="31185" y="0"/>
                  </a:lnTo>
                  <a:lnTo>
                    <a:pt x="3458" y="0"/>
                  </a:lnTo>
                  <a:lnTo>
                    <a:pt x="0" y="3458"/>
                  </a:lnTo>
                  <a:lnTo>
                    <a:pt x="0" y="169886"/>
                  </a:lnTo>
                  <a:lnTo>
                    <a:pt x="3458" y="173344"/>
                  </a:lnTo>
                  <a:lnTo>
                    <a:pt x="31185" y="173344"/>
                  </a:lnTo>
                  <a:lnTo>
                    <a:pt x="34642" y="169886"/>
                  </a:lnTo>
                  <a:lnTo>
                    <a:pt x="34642" y="83247"/>
                  </a:lnTo>
                  <a:cubicBezTo>
                    <a:pt x="34642" y="41624"/>
                    <a:pt x="51996" y="31251"/>
                    <a:pt x="79723" y="31251"/>
                  </a:cubicBezTo>
                  <a:lnTo>
                    <a:pt x="97078" y="31251"/>
                  </a:lnTo>
                  <a:lnTo>
                    <a:pt x="100535" y="27793"/>
                  </a:lnTo>
                  <a:lnTo>
                    <a:pt x="100535" y="3524"/>
                  </a:lnTo>
                  <a:lnTo>
                    <a:pt x="97078" y="67"/>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3" name="Freeform 42">
              <a:extLst>
                <a:ext uri="{FF2B5EF4-FFF2-40B4-BE49-F238E27FC236}">
                  <a16:creationId xmlns:a16="http://schemas.microsoft.com/office/drawing/2014/main" id="{DA99D1E7-7203-C857-FDF5-32E0C68AF6A9}"/>
                </a:ext>
              </a:extLst>
            </p:cNvPr>
            <p:cNvSpPr/>
            <p:nvPr/>
          </p:nvSpPr>
          <p:spPr>
            <a:xfrm>
              <a:off x="1517409" y="6298396"/>
              <a:ext cx="155989" cy="173343"/>
            </a:xfrm>
            <a:custGeom>
              <a:avLst/>
              <a:gdLst>
                <a:gd name="csX0" fmla="*/ 97011 w 155989"/>
                <a:gd name="csY0" fmla="*/ 169886 h 173343"/>
                <a:gd name="csX1" fmla="*/ 93554 w 155989"/>
                <a:gd name="csY1" fmla="*/ 173344 h 173343"/>
                <a:gd name="csX2" fmla="*/ 62369 w 155989"/>
                <a:gd name="csY2" fmla="*/ 173344 h 173343"/>
                <a:gd name="csX3" fmla="*/ 58912 w 155989"/>
                <a:gd name="csY3" fmla="*/ 169886 h 173343"/>
                <a:gd name="csX4" fmla="*/ 0 w 155989"/>
                <a:gd name="csY4" fmla="*/ 27727 h 173343"/>
                <a:gd name="csX5" fmla="*/ 0 w 155989"/>
                <a:gd name="csY5" fmla="*/ 3458 h 173343"/>
                <a:gd name="csX6" fmla="*/ 3458 w 155989"/>
                <a:gd name="csY6" fmla="*/ 0 h 173343"/>
                <a:gd name="csX7" fmla="*/ 24269 w 155989"/>
                <a:gd name="csY7" fmla="*/ 0 h 173343"/>
                <a:gd name="csX8" fmla="*/ 27727 w 155989"/>
                <a:gd name="csY8" fmla="*/ 3458 h 173343"/>
                <a:gd name="csX9" fmla="*/ 76266 w 155989"/>
                <a:gd name="csY9" fmla="*/ 124805 h 173343"/>
                <a:gd name="csX10" fmla="*/ 79723 w 155989"/>
                <a:gd name="csY10" fmla="*/ 124805 h 173343"/>
                <a:gd name="csX11" fmla="*/ 128262 w 155989"/>
                <a:gd name="csY11" fmla="*/ 3458 h 173343"/>
                <a:gd name="csX12" fmla="*/ 131720 w 155989"/>
                <a:gd name="csY12" fmla="*/ 0 h 173343"/>
                <a:gd name="csX13" fmla="*/ 152532 w 155989"/>
                <a:gd name="csY13" fmla="*/ 0 h 173343"/>
                <a:gd name="csX14" fmla="*/ 155989 w 155989"/>
                <a:gd name="csY14" fmla="*/ 3458 h 173343"/>
                <a:gd name="csX15" fmla="*/ 155989 w 155989"/>
                <a:gd name="csY15" fmla="*/ 27727 h 173343"/>
                <a:gd name="csX16" fmla="*/ 97078 w 155989"/>
                <a:gd name="csY16" fmla="*/ 169886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55989" h="173343">
                  <a:moveTo>
                    <a:pt x="97011" y="169886"/>
                  </a:moveTo>
                  <a:lnTo>
                    <a:pt x="93554" y="173344"/>
                  </a:lnTo>
                  <a:lnTo>
                    <a:pt x="62369" y="173344"/>
                  </a:lnTo>
                  <a:lnTo>
                    <a:pt x="58912" y="169886"/>
                  </a:lnTo>
                  <a:lnTo>
                    <a:pt x="0" y="27727"/>
                  </a:lnTo>
                  <a:lnTo>
                    <a:pt x="0" y="3458"/>
                  </a:lnTo>
                  <a:lnTo>
                    <a:pt x="3458" y="0"/>
                  </a:lnTo>
                  <a:lnTo>
                    <a:pt x="24269" y="0"/>
                  </a:lnTo>
                  <a:lnTo>
                    <a:pt x="27727" y="3458"/>
                  </a:lnTo>
                  <a:lnTo>
                    <a:pt x="76266" y="124805"/>
                  </a:lnTo>
                  <a:lnTo>
                    <a:pt x="79723" y="124805"/>
                  </a:lnTo>
                  <a:lnTo>
                    <a:pt x="128262" y="3458"/>
                  </a:lnTo>
                  <a:lnTo>
                    <a:pt x="131720" y="0"/>
                  </a:lnTo>
                  <a:lnTo>
                    <a:pt x="152532" y="0"/>
                  </a:lnTo>
                  <a:lnTo>
                    <a:pt x="155989" y="3458"/>
                  </a:lnTo>
                  <a:lnTo>
                    <a:pt x="155989" y="27727"/>
                  </a:lnTo>
                  <a:lnTo>
                    <a:pt x="97078" y="16988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4" name="Freeform 43">
              <a:extLst>
                <a:ext uri="{FF2B5EF4-FFF2-40B4-BE49-F238E27FC236}">
                  <a16:creationId xmlns:a16="http://schemas.microsoft.com/office/drawing/2014/main" id="{09337930-3C22-2305-6379-A667F4D51845}"/>
                </a:ext>
              </a:extLst>
            </p:cNvPr>
            <p:cNvSpPr/>
            <p:nvPr/>
          </p:nvSpPr>
          <p:spPr>
            <a:xfrm>
              <a:off x="878758" y="6260296"/>
              <a:ext cx="123607" cy="211443"/>
            </a:xfrm>
            <a:custGeom>
              <a:avLst/>
              <a:gdLst>
                <a:gd name="csX0" fmla="*/ 85109 w 123607"/>
                <a:gd name="csY0" fmla="*/ 180259 h 211443"/>
                <a:gd name="csX1" fmla="*/ 71212 w 123607"/>
                <a:gd name="csY1" fmla="*/ 166362 h 211443"/>
                <a:gd name="csX2" fmla="*/ 71212 w 123607"/>
                <a:gd name="csY2" fmla="*/ 72742 h 211443"/>
                <a:gd name="csX3" fmla="*/ 74670 w 123607"/>
                <a:gd name="csY3" fmla="*/ 69284 h 211443"/>
                <a:gd name="csX4" fmla="*/ 108847 w 123607"/>
                <a:gd name="csY4" fmla="*/ 69284 h 211443"/>
                <a:gd name="csX5" fmla="*/ 112304 w 123607"/>
                <a:gd name="csY5" fmla="*/ 65827 h 211443"/>
                <a:gd name="csX6" fmla="*/ 123608 w 123607"/>
                <a:gd name="csY6" fmla="*/ 41557 h 211443"/>
                <a:gd name="csX7" fmla="*/ 120150 w 123607"/>
                <a:gd name="csY7" fmla="*/ 38100 h 211443"/>
                <a:gd name="csX8" fmla="*/ 74603 w 123607"/>
                <a:gd name="csY8" fmla="*/ 38100 h 211443"/>
                <a:gd name="csX9" fmla="*/ 71146 w 123607"/>
                <a:gd name="csY9" fmla="*/ 34642 h 211443"/>
                <a:gd name="csX10" fmla="*/ 71146 w 123607"/>
                <a:gd name="csY10" fmla="*/ 3458 h 211443"/>
                <a:gd name="csX11" fmla="*/ 67688 w 123607"/>
                <a:gd name="csY11" fmla="*/ 0 h 211443"/>
                <a:gd name="csX12" fmla="*/ 39961 w 123607"/>
                <a:gd name="csY12" fmla="*/ 0 h 211443"/>
                <a:gd name="csX13" fmla="*/ 36504 w 123607"/>
                <a:gd name="csY13" fmla="*/ 3458 h 211443"/>
                <a:gd name="csX14" fmla="*/ 36504 w 123607"/>
                <a:gd name="csY14" fmla="*/ 34642 h 211443"/>
                <a:gd name="csX15" fmla="*/ 33046 w 123607"/>
                <a:gd name="csY15" fmla="*/ 38100 h 211443"/>
                <a:gd name="csX16" fmla="*/ 14761 w 123607"/>
                <a:gd name="csY16" fmla="*/ 38100 h 211443"/>
                <a:gd name="csX17" fmla="*/ 11304 w 123607"/>
                <a:gd name="csY17" fmla="*/ 41557 h 211443"/>
                <a:gd name="csX18" fmla="*/ 0 w 123607"/>
                <a:gd name="csY18" fmla="*/ 65827 h 211443"/>
                <a:gd name="csX19" fmla="*/ 0 w 123607"/>
                <a:gd name="csY19" fmla="*/ 65827 h 211443"/>
                <a:gd name="csX20" fmla="*/ 0 w 123607"/>
                <a:gd name="csY20" fmla="*/ 65827 h 211443"/>
                <a:gd name="csX21" fmla="*/ 3457 w 123607"/>
                <a:gd name="csY21" fmla="*/ 69284 h 211443"/>
                <a:gd name="csX22" fmla="*/ 33113 w 123607"/>
                <a:gd name="csY22" fmla="*/ 69284 h 211443"/>
                <a:gd name="csX23" fmla="*/ 36570 w 123607"/>
                <a:gd name="csY23" fmla="*/ 72742 h 211443"/>
                <a:gd name="csX24" fmla="*/ 36570 w 123607"/>
                <a:gd name="csY24" fmla="*/ 166362 h 211443"/>
                <a:gd name="csX25" fmla="*/ 85109 w 123607"/>
                <a:gd name="csY25" fmla="*/ 211443 h 211443"/>
                <a:gd name="csX26" fmla="*/ 112836 w 123607"/>
                <a:gd name="csY26" fmla="*/ 211443 h 211443"/>
                <a:gd name="csX27" fmla="*/ 116294 w 123607"/>
                <a:gd name="csY27" fmla="*/ 207986 h 211443"/>
                <a:gd name="csX28" fmla="*/ 116294 w 123607"/>
                <a:gd name="csY28" fmla="*/ 183716 h 211443"/>
                <a:gd name="csX29" fmla="*/ 112836 w 123607"/>
                <a:gd name="csY29" fmla="*/ 180259 h 211443"/>
                <a:gd name="csX30" fmla="*/ 85109 w 123607"/>
                <a:gd name="csY30" fmla="*/ 180259 h 211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3607" h="211443">
                  <a:moveTo>
                    <a:pt x="85109" y="180259"/>
                  </a:moveTo>
                  <a:cubicBezTo>
                    <a:pt x="78194" y="180259"/>
                    <a:pt x="71212" y="176801"/>
                    <a:pt x="71212" y="166362"/>
                  </a:cubicBezTo>
                  <a:lnTo>
                    <a:pt x="71212" y="72742"/>
                  </a:lnTo>
                  <a:lnTo>
                    <a:pt x="74670" y="69284"/>
                  </a:lnTo>
                  <a:lnTo>
                    <a:pt x="108847" y="69284"/>
                  </a:lnTo>
                  <a:lnTo>
                    <a:pt x="112304" y="65827"/>
                  </a:lnTo>
                  <a:lnTo>
                    <a:pt x="123608" y="41557"/>
                  </a:lnTo>
                  <a:lnTo>
                    <a:pt x="120150" y="38100"/>
                  </a:lnTo>
                  <a:lnTo>
                    <a:pt x="74603" y="38100"/>
                  </a:lnTo>
                  <a:lnTo>
                    <a:pt x="71146" y="34642"/>
                  </a:lnTo>
                  <a:lnTo>
                    <a:pt x="71146" y="3458"/>
                  </a:lnTo>
                  <a:lnTo>
                    <a:pt x="67688" y="0"/>
                  </a:lnTo>
                  <a:lnTo>
                    <a:pt x="39961" y="0"/>
                  </a:lnTo>
                  <a:lnTo>
                    <a:pt x="36504" y="3458"/>
                  </a:lnTo>
                  <a:lnTo>
                    <a:pt x="36504" y="34642"/>
                  </a:lnTo>
                  <a:lnTo>
                    <a:pt x="33046" y="38100"/>
                  </a:lnTo>
                  <a:lnTo>
                    <a:pt x="14761" y="38100"/>
                  </a:lnTo>
                  <a:lnTo>
                    <a:pt x="11304" y="41557"/>
                  </a:lnTo>
                  <a:lnTo>
                    <a:pt x="0" y="65827"/>
                  </a:lnTo>
                  <a:lnTo>
                    <a:pt x="0" y="65827"/>
                  </a:lnTo>
                  <a:cubicBezTo>
                    <a:pt x="0" y="65827"/>
                    <a:pt x="0" y="65827"/>
                    <a:pt x="0" y="65827"/>
                  </a:cubicBezTo>
                  <a:lnTo>
                    <a:pt x="3457" y="69284"/>
                  </a:lnTo>
                  <a:lnTo>
                    <a:pt x="33113" y="69284"/>
                  </a:lnTo>
                  <a:lnTo>
                    <a:pt x="36570" y="72742"/>
                  </a:lnTo>
                  <a:lnTo>
                    <a:pt x="36570" y="166362"/>
                  </a:lnTo>
                  <a:cubicBezTo>
                    <a:pt x="36570" y="197546"/>
                    <a:pt x="60840" y="211443"/>
                    <a:pt x="85109" y="211443"/>
                  </a:cubicBezTo>
                  <a:lnTo>
                    <a:pt x="112836" y="211443"/>
                  </a:lnTo>
                  <a:lnTo>
                    <a:pt x="116294" y="207986"/>
                  </a:lnTo>
                  <a:lnTo>
                    <a:pt x="116294" y="183716"/>
                  </a:lnTo>
                  <a:lnTo>
                    <a:pt x="112836" y="180259"/>
                  </a:lnTo>
                  <a:lnTo>
                    <a:pt x="85109" y="180259"/>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5" name="Freeform 44">
              <a:extLst>
                <a:ext uri="{FF2B5EF4-FFF2-40B4-BE49-F238E27FC236}">
                  <a16:creationId xmlns:a16="http://schemas.microsoft.com/office/drawing/2014/main" id="{29514340-5000-671B-6CB1-D11174EF0A86}"/>
                </a:ext>
              </a:extLst>
            </p:cNvPr>
            <p:cNvSpPr/>
            <p:nvPr/>
          </p:nvSpPr>
          <p:spPr>
            <a:xfrm>
              <a:off x="755748" y="6235960"/>
              <a:ext cx="124339" cy="235712"/>
            </a:xfrm>
            <a:custGeom>
              <a:avLst/>
              <a:gdLst>
                <a:gd name="csX0" fmla="*/ 76665 w 124339"/>
                <a:gd name="csY0" fmla="*/ 62436 h 235712"/>
                <a:gd name="csX1" fmla="*/ 73207 w 124339"/>
                <a:gd name="csY1" fmla="*/ 58978 h 235712"/>
                <a:gd name="csX2" fmla="*/ 73207 w 124339"/>
                <a:gd name="csY2" fmla="*/ 45081 h 235712"/>
                <a:gd name="csX3" fmla="*/ 87104 w 124339"/>
                <a:gd name="csY3" fmla="*/ 31185 h 235712"/>
                <a:gd name="csX4" fmla="*/ 109578 w 124339"/>
                <a:gd name="csY4" fmla="*/ 31185 h 235712"/>
                <a:gd name="csX5" fmla="*/ 113036 w 124339"/>
                <a:gd name="csY5" fmla="*/ 27727 h 235712"/>
                <a:gd name="csX6" fmla="*/ 124339 w 124339"/>
                <a:gd name="csY6" fmla="*/ 3458 h 235712"/>
                <a:gd name="csX7" fmla="*/ 120882 w 124339"/>
                <a:gd name="csY7" fmla="*/ 0 h 235712"/>
                <a:gd name="csX8" fmla="*/ 87104 w 124339"/>
                <a:gd name="csY8" fmla="*/ 0 h 235712"/>
                <a:gd name="csX9" fmla="*/ 38565 w 124339"/>
                <a:gd name="csY9" fmla="*/ 45081 h 235712"/>
                <a:gd name="csX10" fmla="*/ 38565 w 124339"/>
                <a:gd name="csY10" fmla="*/ 58978 h 235712"/>
                <a:gd name="csX11" fmla="*/ 35108 w 124339"/>
                <a:gd name="csY11" fmla="*/ 62436 h 235712"/>
                <a:gd name="csX12" fmla="*/ 14828 w 124339"/>
                <a:gd name="csY12" fmla="*/ 62436 h 235712"/>
                <a:gd name="csX13" fmla="*/ 11304 w 124339"/>
                <a:gd name="csY13" fmla="*/ 65893 h 235712"/>
                <a:gd name="csX14" fmla="*/ 0 w 124339"/>
                <a:gd name="csY14" fmla="*/ 90163 h 235712"/>
                <a:gd name="csX15" fmla="*/ 3457 w 124339"/>
                <a:gd name="csY15" fmla="*/ 93620 h 235712"/>
                <a:gd name="csX16" fmla="*/ 35041 w 124339"/>
                <a:gd name="csY16" fmla="*/ 93620 h 235712"/>
                <a:gd name="csX17" fmla="*/ 38499 w 124339"/>
                <a:gd name="csY17" fmla="*/ 97078 h 235712"/>
                <a:gd name="csX18" fmla="*/ 38499 w 124339"/>
                <a:gd name="csY18" fmla="*/ 232255 h 235712"/>
                <a:gd name="csX19" fmla="*/ 41956 w 124339"/>
                <a:gd name="csY19" fmla="*/ 235713 h 235712"/>
                <a:gd name="csX20" fmla="*/ 69683 w 124339"/>
                <a:gd name="csY20" fmla="*/ 235713 h 235712"/>
                <a:gd name="csX21" fmla="*/ 73141 w 124339"/>
                <a:gd name="csY21" fmla="*/ 232255 h 235712"/>
                <a:gd name="csX22" fmla="*/ 73141 w 124339"/>
                <a:gd name="csY22" fmla="*/ 97078 h 235712"/>
                <a:gd name="csX23" fmla="*/ 76598 w 124339"/>
                <a:gd name="csY23" fmla="*/ 93620 h 235712"/>
                <a:gd name="csX24" fmla="*/ 103594 w 124339"/>
                <a:gd name="csY24" fmla="*/ 93620 h 235712"/>
                <a:gd name="csX25" fmla="*/ 107051 w 124339"/>
                <a:gd name="csY25" fmla="*/ 90163 h 235712"/>
                <a:gd name="csX26" fmla="*/ 118355 w 124339"/>
                <a:gd name="csY26" fmla="*/ 65893 h 235712"/>
                <a:gd name="csX27" fmla="*/ 114897 w 124339"/>
                <a:gd name="csY27" fmla="*/ 62436 h 235712"/>
                <a:gd name="csX28" fmla="*/ 76598 w 124339"/>
                <a:gd name="csY28" fmla="*/ 62436 h 235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339" h="235712">
                  <a:moveTo>
                    <a:pt x="76665" y="62436"/>
                  </a:moveTo>
                  <a:lnTo>
                    <a:pt x="73207" y="58978"/>
                  </a:lnTo>
                  <a:lnTo>
                    <a:pt x="73207" y="45081"/>
                  </a:lnTo>
                  <a:cubicBezTo>
                    <a:pt x="73207" y="34709"/>
                    <a:pt x="80122" y="31185"/>
                    <a:pt x="87104" y="31185"/>
                  </a:cubicBezTo>
                  <a:lnTo>
                    <a:pt x="109578" y="31185"/>
                  </a:lnTo>
                  <a:lnTo>
                    <a:pt x="113036" y="27727"/>
                  </a:lnTo>
                  <a:lnTo>
                    <a:pt x="124339" y="3458"/>
                  </a:lnTo>
                  <a:lnTo>
                    <a:pt x="120882" y="0"/>
                  </a:lnTo>
                  <a:lnTo>
                    <a:pt x="87104" y="0"/>
                  </a:lnTo>
                  <a:cubicBezTo>
                    <a:pt x="62834" y="0"/>
                    <a:pt x="38565" y="13897"/>
                    <a:pt x="38565" y="45081"/>
                  </a:cubicBezTo>
                  <a:lnTo>
                    <a:pt x="38565" y="58978"/>
                  </a:lnTo>
                  <a:lnTo>
                    <a:pt x="35108" y="62436"/>
                  </a:lnTo>
                  <a:lnTo>
                    <a:pt x="14828" y="62436"/>
                  </a:lnTo>
                  <a:lnTo>
                    <a:pt x="11304" y="65893"/>
                  </a:lnTo>
                  <a:lnTo>
                    <a:pt x="0" y="90163"/>
                  </a:lnTo>
                  <a:lnTo>
                    <a:pt x="3457" y="93620"/>
                  </a:lnTo>
                  <a:lnTo>
                    <a:pt x="35041" y="93620"/>
                  </a:lnTo>
                  <a:lnTo>
                    <a:pt x="38499" y="97078"/>
                  </a:lnTo>
                  <a:lnTo>
                    <a:pt x="38499" y="232255"/>
                  </a:lnTo>
                  <a:lnTo>
                    <a:pt x="41956" y="235713"/>
                  </a:lnTo>
                  <a:lnTo>
                    <a:pt x="69683" y="235713"/>
                  </a:lnTo>
                  <a:lnTo>
                    <a:pt x="73141" y="232255"/>
                  </a:lnTo>
                  <a:lnTo>
                    <a:pt x="73141" y="97078"/>
                  </a:lnTo>
                  <a:lnTo>
                    <a:pt x="76598" y="93620"/>
                  </a:lnTo>
                  <a:lnTo>
                    <a:pt x="103594" y="93620"/>
                  </a:lnTo>
                  <a:lnTo>
                    <a:pt x="107051" y="90163"/>
                  </a:lnTo>
                  <a:lnTo>
                    <a:pt x="118355" y="65893"/>
                  </a:lnTo>
                  <a:lnTo>
                    <a:pt x="114897" y="62436"/>
                  </a:lnTo>
                  <a:lnTo>
                    <a:pt x="76598" y="6243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gr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59833" y="2992408"/>
            <a:ext cx="4897967" cy="668797"/>
          </a:xfrm>
          <a:prstGeom prst="rect">
            <a:avLst/>
          </a:prstGeom>
        </p:spPr>
        <p:txBody>
          <a:bodyPr>
            <a:noAutofit/>
          </a:bodyPr>
          <a:lstStyle>
            <a:lvl1pPr marL="11113" indent="0">
              <a:spcBef>
                <a:spcPts val="0"/>
              </a:spcBef>
              <a:buNone/>
              <a:tabLst/>
              <a:defRPr sz="1200" b="0" i="0" kern="600" cap="all" baseline="0">
                <a:solidFill>
                  <a:schemeClr val="tx1"/>
                </a:solidFill>
                <a:latin typeface="Roboto Mono Medium" pitchFamily="49" charset="0"/>
                <a:ea typeface="Roboto Mono Medium" pitchFamily="49"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51" name="Title 1">
            <a:extLst>
              <a:ext uri="{FF2B5EF4-FFF2-40B4-BE49-F238E27FC236}">
                <a16:creationId xmlns:a16="http://schemas.microsoft.com/office/drawing/2014/main" id="{E50E26E5-3E7F-30A8-03AA-B3A62B01F84C}"/>
              </a:ext>
            </a:extLst>
          </p:cNvPr>
          <p:cNvSpPr>
            <a:spLocks noGrp="1"/>
          </p:cNvSpPr>
          <p:nvPr>
            <p:ph type="body" sz="quarter" idx="10" hasCustomPrompt="1"/>
          </p:nvPr>
        </p:nvSpPr>
        <p:spPr>
          <a:xfrm>
            <a:off x="320387" y="1018785"/>
            <a:ext cx="6080413" cy="1585116"/>
          </a:xfrm>
          <a:prstGeom prst="rect">
            <a:avLst/>
          </a:prstGeom>
        </p:spPr>
        <p:txBody>
          <a:bodyPr>
            <a:noAutofit/>
          </a:bodyPr>
          <a:lstStyle>
            <a:lvl1pPr marL="11113" indent="0">
              <a:spcBef>
                <a:spcPts val="0"/>
              </a:spcBef>
              <a:buNone/>
              <a:tabLst/>
              <a:defRPr sz="4401" baseline="0">
                <a:solidFill>
                  <a:schemeClr val="tx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dirty="0"/>
              <a:t>Click to edit Master</a:t>
            </a:r>
            <a:br>
              <a:rPr lang="en-US" dirty="0"/>
            </a:br>
            <a:r>
              <a:rPr lang="en-US" dirty="0"/>
              <a:t>text</a:t>
            </a:r>
          </a:p>
        </p:txBody>
      </p:sp>
    </p:spTree>
    <p:extLst>
      <p:ext uri="{BB962C8B-B14F-4D97-AF65-F5344CB8AC3E}">
        <p14:creationId xmlns:p14="http://schemas.microsoft.com/office/powerpoint/2010/main" val="1802476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Title-Grid-2">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7F63887B-AE53-B87A-3363-9FEA14EACA5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a:xfrm>
            <a:off x="3801453" y="0"/>
            <a:ext cx="8390547" cy="6858000"/>
          </a:xfrm>
          <a:prstGeom prst="rect">
            <a:avLst/>
          </a:prstGeom>
        </p:spPr>
      </p:pic>
      <p:pic>
        <p:nvPicPr>
          <p:cNvPr id="7" name="Image 2" descr=" ">
            <a:extLst>
              <a:ext uri="{FF2B5EF4-FFF2-40B4-BE49-F238E27FC236}">
                <a16:creationId xmlns:a16="http://schemas.microsoft.com/office/drawing/2014/main" id="{386448F1-C835-3BE6-0D82-C133C073704E}"/>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0" y="1339"/>
            <a:ext cx="7696160" cy="3573654"/>
          </a:xfrm>
          <a:prstGeom prst="rect">
            <a:avLst/>
          </a:prstGeom>
        </p:spPr>
      </p:pic>
      <p:cxnSp>
        <p:nvCxnSpPr>
          <p:cNvPr id="3" name="Straight Connector 2">
            <a:extLst>
              <a:ext uri="{FF2B5EF4-FFF2-40B4-BE49-F238E27FC236}">
                <a16:creationId xmlns:a16="http://schemas.microsoft.com/office/drawing/2014/main" id="{1AE43662-708A-0778-B14B-82BC281435A5}"/>
              </a:ext>
            </a:extLst>
          </p:cNvPr>
          <p:cNvCxnSpPr/>
          <p:nvPr userDrawn="1"/>
        </p:nvCxnSpPr>
        <p:spPr>
          <a:xfrm flipH="1">
            <a:off x="4496946" y="0"/>
            <a:ext cx="3199214"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FF4A75D1-32D6-54C4-2826-79B645B2C095}"/>
              </a:ext>
            </a:extLst>
          </p:cNvPr>
          <p:cNvCxnSpPr>
            <a:cxnSpLocks/>
          </p:cNvCxnSpPr>
          <p:nvPr userDrawn="1"/>
        </p:nvCxnSpPr>
        <p:spPr>
          <a:xfrm flipH="1">
            <a:off x="0" y="3575892"/>
            <a:ext cx="6026119" cy="11426"/>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C7D007F-3649-7102-132B-F11FA5A043C0}"/>
              </a:ext>
            </a:extLst>
          </p:cNvPr>
          <p:cNvCxnSpPr>
            <a:cxnSpLocks/>
          </p:cNvCxnSpPr>
          <p:nvPr userDrawn="1"/>
        </p:nvCxnSpPr>
        <p:spPr>
          <a:xfrm flipH="1">
            <a:off x="6165881" y="3306298"/>
            <a:ext cx="6026119" cy="11426"/>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2" name="Image 3" descr=" ">
            <a:extLst>
              <a:ext uri="{FF2B5EF4-FFF2-40B4-BE49-F238E27FC236}">
                <a16:creationId xmlns:a16="http://schemas.microsoft.com/office/drawing/2014/main" id="{472EA21D-5B17-82D3-02AA-ABFE553363CF}"/>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5"/>
              </a:ext>
            </a:extLst>
          </a:blip>
          <a:stretch>
            <a:fillRect/>
          </a:stretch>
        </p:blipFill>
        <p:spPr>
          <a:xfrm>
            <a:off x="5661017" y="2959123"/>
            <a:ext cx="855181" cy="976805"/>
          </a:xfrm>
          <a:prstGeom prst="rect">
            <a:avLst/>
          </a:prstGeom>
        </p:spPr>
      </p:pic>
      <p:grpSp>
        <p:nvGrpSpPr>
          <p:cNvPr id="36" name="Logo">
            <a:extLst>
              <a:ext uri="{FF2B5EF4-FFF2-40B4-BE49-F238E27FC236}">
                <a16:creationId xmlns:a16="http://schemas.microsoft.com/office/drawing/2014/main" id="{5F0DCC2D-1C0E-2359-F1C3-0E54E51E48C9}"/>
              </a:ext>
            </a:extLst>
          </p:cNvPr>
          <p:cNvGrpSpPr>
            <a:grpSpLocks/>
          </p:cNvGrpSpPr>
          <p:nvPr/>
        </p:nvGrpSpPr>
        <p:grpSpPr>
          <a:xfrm>
            <a:off x="341595" y="6265358"/>
            <a:ext cx="1462330" cy="249742"/>
            <a:chOff x="379074" y="6225521"/>
            <a:chExt cx="1461949" cy="249742"/>
          </a:xfrm>
          <a:solidFill>
            <a:schemeClr val="tx1"/>
          </a:solidFill>
        </p:grpSpPr>
        <p:sp>
          <p:nvSpPr>
            <p:cNvPr id="37" name="Freeform 36">
              <a:extLst>
                <a:ext uri="{FF2B5EF4-FFF2-40B4-BE49-F238E27FC236}">
                  <a16:creationId xmlns:a16="http://schemas.microsoft.com/office/drawing/2014/main" id="{6AFA5C72-B2A0-DEE8-F3A3-289DD45CBB29}"/>
                </a:ext>
              </a:extLst>
            </p:cNvPr>
            <p:cNvSpPr>
              <a:spLocks/>
            </p:cNvSpPr>
            <p:nvPr/>
          </p:nvSpPr>
          <p:spPr>
            <a:xfrm>
              <a:off x="379074"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8" name="Freeform 37">
              <a:extLst>
                <a:ext uri="{FF2B5EF4-FFF2-40B4-BE49-F238E27FC236}">
                  <a16:creationId xmlns:a16="http://schemas.microsoft.com/office/drawing/2014/main" id="{95657A5D-F56B-C68B-BD18-D1C90ED4DB1B}"/>
                </a:ext>
              </a:extLst>
            </p:cNvPr>
            <p:cNvSpPr>
              <a:spLocks/>
            </p:cNvSpPr>
            <p:nvPr/>
          </p:nvSpPr>
          <p:spPr>
            <a:xfrm>
              <a:off x="588189" y="6294938"/>
              <a:ext cx="166361" cy="180325"/>
            </a:xfrm>
            <a:custGeom>
              <a:avLst/>
              <a:gdLst>
                <a:gd name="csX0" fmla="*/ 83181 w 166361"/>
                <a:gd name="csY0" fmla="*/ 0 h 180325"/>
                <a:gd name="csX1" fmla="*/ 166362 w 166361"/>
                <a:gd name="csY1" fmla="*/ 90163 h 180325"/>
                <a:gd name="csX2" fmla="*/ 83181 w 166361"/>
                <a:gd name="csY2" fmla="*/ 180325 h 180325"/>
                <a:gd name="csX3" fmla="*/ 0 w 166361"/>
                <a:gd name="csY3" fmla="*/ 90163 h 180325"/>
                <a:gd name="csX4" fmla="*/ 83181 w 166361"/>
                <a:gd name="csY4" fmla="*/ 0 h 180325"/>
                <a:gd name="csX5" fmla="*/ 83181 w 166361"/>
                <a:gd name="csY5" fmla="*/ 149074 h 180325"/>
                <a:gd name="csX6" fmla="*/ 131720 w 166361"/>
                <a:gd name="csY6" fmla="*/ 90163 h 180325"/>
                <a:gd name="csX7" fmla="*/ 83181 w 166361"/>
                <a:gd name="csY7" fmla="*/ 31251 h 180325"/>
                <a:gd name="csX8" fmla="*/ 34642 w 166361"/>
                <a:gd name="csY8" fmla="*/ 90163 h 180325"/>
                <a:gd name="csX9" fmla="*/ 83181 w 166361"/>
                <a:gd name="csY9" fmla="*/ 149074 h 1803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66361" h="180325">
                  <a:moveTo>
                    <a:pt x="83181" y="0"/>
                  </a:moveTo>
                  <a:cubicBezTo>
                    <a:pt x="135177" y="0"/>
                    <a:pt x="166362" y="34642"/>
                    <a:pt x="166362" y="90163"/>
                  </a:cubicBezTo>
                  <a:cubicBezTo>
                    <a:pt x="166362" y="145683"/>
                    <a:pt x="135177" y="180325"/>
                    <a:pt x="83181" y="180325"/>
                  </a:cubicBezTo>
                  <a:cubicBezTo>
                    <a:pt x="31185" y="180325"/>
                    <a:pt x="0" y="145683"/>
                    <a:pt x="0" y="90163"/>
                  </a:cubicBezTo>
                  <a:cubicBezTo>
                    <a:pt x="0" y="34642"/>
                    <a:pt x="31185" y="0"/>
                    <a:pt x="83181" y="0"/>
                  </a:cubicBezTo>
                  <a:close/>
                  <a:moveTo>
                    <a:pt x="83181" y="149074"/>
                  </a:moveTo>
                  <a:cubicBezTo>
                    <a:pt x="114365" y="149074"/>
                    <a:pt x="131720" y="128262"/>
                    <a:pt x="131720" y="90163"/>
                  </a:cubicBezTo>
                  <a:cubicBezTo>
                    <a:pt x="131720" y="52063"/>
                    <a:pt x="114365" y="31251"/>
                    <a:pt x="83181" y="31251"/>
                  </a:cubicBezTo>
                  <a:cubicBezTo>
                    <a:pt x="51996" y="31251"/>
                    <a:pt x="34642" y="52063"/>
                    <a:pt x="34642" y="90163"/>
                  </a:cubicBezTo>
                  <a:cubicBezTo>
                    <a:pt x="34642" y="128262"/>
                    <a:pt x="51996" y="149074"/>
                    <a:pt x="83181" y="149074"/>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39" name="Freeform 38">
              <a:extLst>
                <a:ext uri="{FF2B5EF4-FFF2-40B4-BE49-F238E27FC236}">
                  <a16:creationId xmlns:a16="http://schemas.microsoft.com/office/drawing/2014/main" id="{DEDF6DCC-DDF7-5F62-D5FC-216E1B21D550}"/>
                </a:ext>
              </a:extLst>
            </p:cNvPr>
            <p:cNvSpPr>
              <a:spLocks/>
            </p:cNvSpPr>
            <p:nvPr/>
          </p:nvSpPr>
          <p:spPr>
            <a:xfrm>
              <a:off x="1011076" y="6225521"/>
              <a:ext cx="190498" cy="249675"/>
            </a:xfrm>
            <a:custGeom>
              <a:avLst/>
              <a:gdLst>
                <a:gd name="csX0" fmla="*/ 97078 w 190498"/>
                <a:gd name="csY0" fmla="*/ 249676 h 249675"/>
                <a:gd name="csX1" fmla="*/ 0 w 190498"/>
                <a:gd name="csY1" fmla="*/ 169952 h 249675"/>
                <a:gd name="csX2" fmla="*/ 3458 w 190498"/>
                <a:gd name="csY2" fmla="*/ 166495 h 249675"/>
                <a:gd name="csX3" fmla="*/ 31185 w 190498"/>
                <a:gd name="csY3" fmla="*/ 166495 h 249675"/>
                <a:gd name="csX4" fmla="*/ 34642 w 190498"/>
                <a:gd name="csY4" fmla="*/ 169952 h 249675"/>
                <a:gd name="csX5" fmla="*/ 100469 w 190498"/>
                <a:gd name="csY5" fmla="*/ 218491 h 249675"/>
                <a:gd name="csX6" fmla="*/ 155923 w 190498"/>
                <a:gd name="csY6" fmla="*/ 180325 h 249675"/>
                <a:gd name="csX7" fmla="*/ 86572 w 190498"/>
                <a:gd name="csY7" fmla="*/ 135244 h 249675"/>
                <a:gd name="csX8" fmla="*/ 6849 w 190498"/>
                <a:gd name="csY8" fmla="*/ 65893 h 249675"/>
                <a:gd name="csX9" fmla="*/ 93487 w 190498"/>
                <a:gd name="csY9" fmla="*/ 0 h 249675"/>
                <a:gd name="csX10" fmla="*/ 183583 w 190498"/>
                <a:gd name="csY10" fmla="*/ 72808 h 249675"/>
                <a:gd name="csX11" fmla="*/ 180126 w 190498"/>
                <a:gd name="csY11" fmla="*/ 76266 h 249675"/>
                <a:gd name="csX12" fmla="*/ 152399 w 190498"/>
                <a:gd name="csY12" fmla="*/ 76266 h 249675"/>
                <a:gd name="csX13" fmla="*/ 148941 w 190498"/>
                <a:gd name="csY13" fmla="*/ 72808 h 249675"/>
                <a:gd name="csX14" fmla="*/ 90030 w 190498"/>
                <a:gd name="csY14" fmla="*/ 31185 h 249675"/>
                <a:gd name="csX15" fmla="*/ 41491 w 190498"/>
                <a:gd name="csY15" fmla="*/ 65827 h 249675"/>
                <a:gd name="csX16" fmla="*/ 107317 w 190498"/>
                <a:gd name="csY16" fmla="*/ 107450 h 249675"/>
                <a:gd name="csX17" fmla="*/ 190498 w 190498"/>
                <a:gd name="csY17" fmla="*/ 180259 h 249675"/>
                <a:gd name="csX18" fmla="*/ 96945 w 190498"/>
                <a:gd name="csY18" fmla="*/ 249609 h 2496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90498" h="249675">
                  <a:moveTo>
                    <a:pt x="97078" y="249676"/>
                  </a:moveTo>
                  <a:cubicBezTo>
                    <a:pt x="38166" y="249676"/>
                    <a:pt x="0" y="221949"/>
                    <a:pt x="0" y="169952"/>
                  </a:cubicBezTo>
                  <a:lnTo>
                    <a:pt x="3458" y="166495"/>
                  </a:lnTo>
                  <a:lnTo>
                    <a:pt x="31185" y="166495"/>
                  </a:lnTo>
                  <a:lnTo>
                    <a:pt x="34642" y="169952"/>
                  </a:lnTo>
                  <a:cubicBezTo>
                    <a:pt x="34642" y="204595"/>
                    <a:pt x="58912" y="218491"/>
                    <a:pt x="100469" y="218491"/>
                  </a:cubicBezTo>
                  <a:cubicBezTo>
                    <a:pt x="131653" y="218491"/>
                    <a:pt x="155923" y="208119"/>
                    <a:pt x="155923" y="180325"/>
                  </a:cubicBezTo>
                  <a:cubicBezTo>
                    <a:pt x="155923" y="149141"/>
                    <a:pt x="135111" y="142159"/>
                    <a:pt x="86572" y="135244"/>
                  </a:cubicBezTo>
                  <a:cubicBezTo>
                    <a:pt x="38033" y="128329"/>
                    <a:pt x="6849" y="107517"/>
                    <a:pt x="6849" y="65893"/>
                  </a:cubicBezTo>
                  <a:cubicBezTo>
                    <a:pt x="6849" y="34709"/>
                    <a:pt x="31118" y="0"/>
                    <a:pt x="93487" y="0"/>
                  </a:cubicBezTo>
                  <a:cubicBezTo>
                    <a:pt x="145484" y="0"/>
                    <a:pt x="183583" y="20812"/>
                    <a:pt x="183583" y="72808"/>
                  </a:cubicBezTo>
                  <a:lnTo>
                    <a:pt x="180126" y="76266"/>
                  </a:lnTo>
                  <a:lnTo>
                    <a:pt x="152399" y="76266"/>
                  </a:lnTo>
                  <a:lnTo>
                    <a:pt x="148941" y="72808"/>
                  </a:lnTo>
                  <a:cubicBezTo>
                    <a:pt x="148941" y="45081"/>
                    <a:pt x="135111" y="31185"/>
                    <a:pt x="90030" y="31185"/>
                  </a:cubicBezTo>
                  <a:cubicBezTo>
                    <a:pt x="58845" y="31185"/>
                    <a:pt x="41491" y="45081"/>
                    <a:pt x="41491" y="65827"/>
                  </a:cubicBezTo>
                  <a:cubicBezTo>
                    <a:pt x="41491" y="93554"/>
                    <a:pt x="58845" y="100469"/>
                    <a:pt x="107317" y="107450"/>
                  </a:cubicBezTo>
                  <a:cubicBezTo>
                    <a:pt x="155856" y="114365"/>
                    <a:pt x="190498" y="131720"/>
                    <a:pt x="190498" y="180259"/>
                  </a:cubicBezTo>
                  <a:cubicBezTo>
                    <a:pt x="190498" y="218425"/>
                    <a:pt x="162771" y="249609"/>
                    <a:pt x="96945" y="249609"/>
                  </a:cubicBez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0" name="Freeform 39">
              <a:extLst>
                <a:ext uri="{FF2B5EF4-FFF2-40B4-BE49-F238E27FC236}">
                  <a16:creationId xmlns:a16="http://schemas.microsoft.com/office/drawing/2014/main" id="{985FCF94-ADF8-F187-75A4-BE65A25B849D}"/>
                </a:ext>
              </a:extLst>
            </p:cNvPr>
            <p:cNvSpPr>
              <a:spLocks/>
            </p:cNvSpPr>
            <p:nvPr/>
          </p:nvSpPr>
          <p:spPr>
            <a:xfrm>
              <a:off x="1220192"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89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89"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89"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1" name="Freeform 40">
              <a:extLst>
                <a:ext uri="{FF2B5EF4-FFF2-40B4-BE49-F238E27FC236}">
                  <a16:creationId xmlns:a16="http://schemas.microsoft.com/office/drawing/2014/main" id="{A2545F73-DAFB-814E-CA69-880741D87B88}"/>
                </a:ext>
              </a:extLst>
            </p:cNvPr>
            <p:cNvSpPr>
              <a:spLocks/>
            </p:cNvSpPr>
            <p:nvPr/>
          </p:nvSpPr>
          <p:spPr>
            <a:xfrm>
              <a:off x="1681576" y="6294871"/>
              <a:ext cx="159446" cy="180258"/>
            </a:xfrm>
            <a:custGeom>
              <a:avLst/>
              <a:gdLst>
                <a:gd name="csX0" fmla="*/ 0 w 159446"/>
                <a:gd name="csY0" fmla="*/ 90163 h 180258"/>
                <a:gd name="csX1" fmla="*/ 79723 w 159446"/>
                <a:gd name="csY1" fmla="*/ 0 h 180258"/>
                <a:gd name="csX2" fmla="*/ 159447 w 159446"/>
                <a:gd name="csY2" fmla="*/ 90163 h 180258"/>
                <a:gd name="csX3" fmla="*/ 159447 w 159446"/>
                <a:gd name="csY3" fmla="*/ 100535 h 180258"/>
                <a:gd name="csX4" fmla="*/ 155989 w 159446"/>
                <a:gd name="csY4" fmla="*/ 103993 h 180258"/>
                <a:gd name="csX5" fmla="*/ 41624 w 159446"/>
                <a:gd name="csY5" fmla="*/ 103993 h 180258"/>
                <a:gd name="csX6" fmla="*/ 38166 w 159446"/>
                <a:gd name="csY6" fmla="*/ 107450 h 180258"/>
                <a:gd name="csX7" fmla="*/ 83247 w 159446"/>
                <a:gd name="csY7" fmla="*/ 149074 h 180258"/>
                <a:gd name="csX8" fmla="*/ 117890 w 159446"/>
                <a:gd name="csY8" fmla="*/ 128262 h 180258"/>
                <a:gd name="csX9" fmla="*/ 121347 w 159446"/>
                <a:gd name="csY9" fmla="*/ 124805 h 180258"/>
                <a:gd name="csX10" fmla="*/ 149074 w 159446"/>
                <a:gd name="csY10" fmla="*/ 124805 h 180258"/>
                <a:gd name="csX11" fmla="*/ 152532 w 159446"/>
                <a:gd name="csY11" fmla="*/ 128262 h 180258"/>
                <a:gd name="csX12" fmla="*/ 83181 w 159446"/>
                <a:gd name="csY12" fmla="*/ 180259 h 180258"/>
                <a:gd name="csX13" fmla="*/ 0 w 159446"/>
                <a:gd name="csY13" fmla="*/ 90096 h 180258"/>
                <a:gd name="csX14" fmla="*/ 121347 w 159446"/>
                <a:gd name="csY14" fmla="*/ 72875 h 180258"/>
                <a:gd name="csX15" fmla="*/ 79723 w 159446"/>
                <a:gd name="csY15" fmla="*/ 31251 h 180258"/>
                <a:gd name="csX16" fmla="*/ 38100 w 159446"/>
                <a:gd name="csY16" fmla="*/ 72875 h 180258"/>
                <a:gd name="csX17" fmla="*/ 41557 w 159446"/>
                <a:gd name="csY17" fmla="*/ 76332 h 180258"/>
                <a:gd name="csX18" fmla="*/ 117823 w 159446"/>
                <a:gd name="csY18" fmla="*/ 76332 h 180258"/>
                <a:gd name="csX19" fmla="*/ 121281 w 159446"/>
                <a:gd name="csY19" fmla="*/ 72875 h 1802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59446" h="180258">
                  <a:moveTo>
                    <a:pt x="0" y="90163"/>
                  </a:moveTo>
                  <a:cubicBezTo>
                    <a:pt x="0" y="41624"/>
                    <a:pt x="24269" y="0"/>
                    <a:pt x="79723" y="0"/>
                  </a:cubicBezTo>
                  <a:cubicBezTo>
                    <a:pt x="135177" y="0"/>
                    <a:pt x="159447" y="41624"/>
                    <a:pt x="159447" y="90163"/>
                  </a:cubicBezTo>
                  <a:lnTo>
                    <a:pt x="159447" y="100535"/>
                  </a:lnTo>
                  <a:lnTo>
                    <a:pt x="155989" y="103993"/>
                  </a:lnTo>
                  <a:lnTo>
                    <a:pt x="41624" y="103993"/>
                  </a:lnTo>
                  <a:lnTo>
                    <a:pt x="38166" y="107450"/>
                  </a:lnTo>
                  <a:cubicBezTo>
                    <a:pt x="38166" y="114365"/>
                    <a:pt x="41624" y="149074"/>
                    <a:pt x="83247" y="149074"/>
                  </a:cubicBezTo>
                  <a:cubicBezTo>
                    <a:pt x="97144" y="149074"/>
                    <a:pt x="110974" y="145617"/>
                    <a:pt x="117890" y="128262"/>
                  </a:cubicBezTo>
                  <a:lnTo>
                    <a:pt x="121347" y="124805"/>
                  </a:lnTo>
                  <a:lnTo>
                    <a:pt x="149074" y="124805"/>
                  </a:lnTo>
                  <a:lnTo>
                    <a:pt x="152532" y="128262"/>
                  </a:lnTo>
                  <a:cubicBezTo>
                    <a:pt x="149074" y="155989"/>
                    <a:pt x="124805" y="180259"/>
                    <a:pt x="83181" y="180259"/>
                  </a:cubicBezTo>
                  <a:cubicBezTo>
                    <a:pt x="27727" y="180259"/>
                    <a:pt x="0" y="142092"/>
                    <a:pt x="0" y="90096"/>
                  </a:cubicBezTo>
                  <a:close/>
                  <a:moveTo>
                    <a:pt x="121347" y="72875"/>
                  </a:moveTo>
                  <a:cubicBezTo>
                    <a:pt x="121347" y="62502"/>
                    <a:pt x="117890" y="31251"/>
                    <a:pt x="79723" y="31251"/>
                  </a:cubicBezTo>
                  <a:cubicBezTo>
                    <a:pt x="41557" y="31251"/>
                    <a:pt x="38100" y="62436"/>
                    <a:pt x="38100" y="72875"/>
                  </a:cubicBezTo>
                  <a:lnTo>
                    <a:pt x="41557" y="76332"/>
                  </a:lnTo>
                  <a:lnTo>
                    <a:pt x="117823" y="76332"/>
                  </a:lnTo>
                  <a:lnTo>
                    <a:pt x="121281" y="72875"/>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2" name="Freeform 41">
              <a:extLst>
                <a:ext uri="{FF2B5EF4-FFF2-40B4-BE49-F238E27FC236}">
                  <a16:creationId xmlns:a16="http://schemas.microsoft.com/office/drawing/2014/main" id="{C8E56410-8E0A-ACB3-7167-D4DAAEDA6E2D}"/>
                </a:ext>
              </a:extLst>
            </p:cNvPr>
            <p:cNvSpPr>
              <a:spLocks/>
            </p:cNvSpPr>
            <p:nvPr/>
          </p:nvSpPr>
          <p:spPr>
            <a:xfrm>
              <a:off x="1403176" y="6298396"/>
              <a:ext cx="100535" cy="173343"/>
            </a:xfrm>
            <a:custGeom>
              <a:avLst/>
              <a:gdLst>
                <a:gd name="csX0" fmla="*/ 97078 w 100535"/>
                <a:gd name="csY0" fmla="*/ 0 h 173343"/>
                <a:gd name="csX1" fmla="*/ 83181 w 100535"/>
                <a:gd name="csY1" fmla="*/ 0 h 173343"/>
                <a:gd name="csX2" fmla="*/ 38100 w 100535"/>
                <a:gd name="csY2" fmla="*/ 17354 h 173343"/>
                <a:gd name="csX3" fmla="*/ 34642 w 100535"/>
                <a:gd name="csY3" fmla="*/ 17354 h 173343"/>
                <a:gd name="csX4" fmla="*/ 34642 w 100535"/>
                <a:gd name="csY4" fmla="*/ 3458 h 173343"/>
                <a:gd name="csX5" fmla="*/ 31185 w 100535"/>
                <a:gd name="csY5" fmla="*/ 0 h 173343"/>
                <a:gd name="csX6" fmla="*/ 3458 w 100535"/>
                <a:gd name="csY6" fmla="*/ 0 h 173343"/>
                <a:gd name="csX7" fmla="*/ 0 w 100535"/>
                <a:gd name="csY7" fmla="*/ 3458 h 173343"/>
                <a:gd name="csX8" fmla="*/ 0 w 100535"/>
                <a:gd name="csY8" fmla="*/ 169886 h 173343"/>
                <a:gd name="csX9" fmla="*/ 3458 w 100535"/>
                <a:gd name="csY9" fmla="*/ 173344 h 173343"/>
                <a:gd name="csX10" fmla="*/ 31185 w 100535"/>
                <a:gd name="csY10" fmla="*/ 173344 h 173343"/>
                <a:gd name="csX11" fmla="*/ 34642 w 100535"/>
                <a:gd name="csY11" fmla="*/ 169886 h 173343"/>
                <a:gd name="csX12" fmla="*/ 34642 w 100535"/>
                <a:gd name="csY12" fmla="*/ 83247 h 173343"/>
                <a:gd name="csX13" fmla="*/ 79723 w 100535"/>
                <a:gd name="csY13" fmla="*/ 31251 h 173343"/>
                <a:gd name="csX14" fmla="*/ 97078 w 100535"/>
                <a:gd name="csY14" fmla="*/ 31251 h 173343"/>
                <a:gd name="csX15" fmla="*/ 100535 w 100535"/>
                <a:gd name="csY15" fmla="*/ 27793 h 173343"/>
                <a:gd name="csX16" fmla="*/ 100535 w 100535"/>
                <a:gd name="csY16" fmla="*/ 3524 h 173343"/>
                <a:gd name="csX17" fmla="*/ 97078 w 100535"/>
                <a:gd name="csY17" fmla="*/ 67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0535" h="173343">
                  <a:moveTo>
                    <a:pt x="97078" y="0"/>
                  </a:moveTo>
                  <a:lnTo>
                    <a:pt x="83181" y="0"/>
                  </a:lnTo>
                  <a:cubicBezTo>
                    <a:pt x="58912" y="0"/>
                    <a:pt x="48539" y="6915"/>
                    <a:pt x="38100" y="17354"/>
                  </a:cubicBezTo>
                  <a:lnTo>
                    <a:pt x="34642" y="17354"/>
                  </a:lnTo>
                  <a:lnTo>
                    <a:pt x="34642" y="3458"/>
                  </a:lnTo>
                  <a:lnTo>
                    <a:pt x="31185" y="0"/>
                  </a:lnTo>
                  <a:lnTo>
                    <a:pt x="3458" y="0"/>
                  </a:lnTo>
                  <a:lnTo>
                    <a:pt x="0" y="3458"/>
                  </a:lnTo>
                  <a:lnTo>
                    <a:pt x="0" y="169886"/>
                  </a:lnTo>
                  <a:lnTo>
                    <a:pt x="3458" y="173344"/>
                  </a:lnTo>
                  <a:lnTo>
                    <a:pt x="31185" y="173344"/>
                  </a:lnTo>
                  <a:lnTo>
                    <a:pt x="34642" y="169886"/>
                  </a:lnTo>
                  <a:lnTo>
                    <a:pt x="34642" y="83247"/>
                  </a:lnTo>
                  <a:cubicBezTo>
                    <a:pt x="34642" y="41624"/>
                    <a:pt x="51996" y="31251"/>
                    <a:pt x="79723" y="31251"/>
                  </a:cubicBezTo>
                  <a:lnTo>
                    <a:pt x="97078" y="31251"/>
                  </a:lnTo>
                  <a:lnTo>
                    <a:pt x="100535" y="27793"/>
                  </a:lnTo>
                  <a:lnTo>
                    <a:pt x="100535" y="3524"/>
                  </a:lnTo>
                  <a:lnTo>
                    <a:pt x="97078" y="67"/>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3" name="Freeform 42">
              <a:extLst>
                <a:ext uri="{FF2B5EF4-FFF2-40B4-BE49-F238E27FC236}">
                  <a16:creationId xmlns:a16="http://schemas.microsoft.com/office/drawing/2014/main" id="{DA99D1E7-7203-C857-FDF5-32E0C68AF6A9}"/>
                </a:ext>
              </a:extLst>
            </p:cNvPr>
            <p:cNvSpPr>
              <a:spLocks/>
            </p:cNvSpPr>
            <p:nvPr/>
          </p:nvSpPr>
          <p:spPr>
            <a:xfrm>
              <a:off x="1517409" y="6298396"/>
              <a:ext cx="155989" cy="173343"/>
            </a:xfrm>
            <a:custGeom>
              <a:avLst/>
              <a:gdLst>
                <a:gd name="csX0" fmla="*/ 97011 w 155989"/>
                <a:gd name="csY0" fmla="*/ 169886 h 173343"/>
                <a:gd name="csX1" fmla="*/ 93554 w 155989"/>
                <a:gd name="csY1" fmla="*/ 173344 h 173343"/>
                <a:gd name="csX2" fmla="*/ 62369 w 155989"/>
                <a:gd name="csY2" fmla="*/ 173344 h 173343"/>
                <a:gd name="csX3" fmla="*/ 58912 w 155989"/>
                <a:gd name="csY3" fmla="*/ 169886 h 173343"/>
                <a:gd name="csX4" fmla="*/ 0 w 155989"/>
                <a:gd name="csY4" fmla="*/ 27727 h 173343"/>
                <a:gd name="csX5" fmla="*/ 0 w 155989"/>
                <a:gd name="csY5" fmla="*/ 3458 h 173343"/>
                <a:gd name="csX6" fmla="*/ 3458 w 155989"/>
                <a:gd name="csY6" fmla="*/ 0 h 173343"/>
                <a:gd name="csX7" fmla="*/ 24269 w 155989"/>
                <a:gd name="csY7" fmla="*/ 0 h 173343"/>
                <a:gd name="csX8" fmla="*/ 27727 w 155989"/>
                <a:gd name="csY8" fmla="*/ 3458 h 173343"/>
                <a:gd name="csX9" fmla="*/ 76266 w 155989"/>
                <a:gd name="csY9" fmla="*/ 124805 h 173343"/>
                <a:gd name="csX10" fmla="*/ 79723 w 155989"/>
                <a:gd name="csY10" fmla="*/ 124805 h 173343"/>
                <a:gd name="csX11" fmla="*/ 128262 w 155989"/>
                <a:gd name="csY11" fmla="*/ 3458 h 173343"/>
                <a:gd name="csX12" fmla="*/ 131720 w 155989"/>
                <a:gd name="csY12" fmla="*/ 0 h 173343"/>
                <a:gd name="csX13" fmla="*/ 152532 w 155989"/>
                <a:gd name="csY13" fmla="*/ 0 h 173343"/>
                <a:gd name="csX14" fmla="*/ 155989 w 155989"/>
                <a:gd name="csY14" fmla="*/ 3458 h 173343"/>
                <a:gd name="csX15" fmla="*/ 155989 w 155989"/>
                <a:gd name="csY15" fmla="*/ 27727 h 173343"/>
                <a:gd name="csX16" fmla="*/ 97078 w 155989"/>
                <a:gd name="csY16" fmla="*/ 169886 h 1733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55989" h="173343">
                  <a:moveTo>
                    <a:pt x="97011" y="169886"/>
                  </a:moveTo>
                  <a:lnTo>
                    <a:pt x="93554" y="173344"/>
                  </a:lnTo>
                  <a:lnTo>
                    <a:pt x="62369" y="173344"/>
                  </a:lnTo>
                  <a:lnTo>
                    <a:pt x="58912" y="169886"/>
                  </a:lnTo>
                  <a:lnTo>
                    <a:pt x="0" y="27727"/>
                  </a:lnTo>
                  <a:lnTo>
                    <a:pt x="0" y="3458"/>
                  </a:lnTo>
                  <a:lnTo>
                    <a:pt x="3458" y="0"/>
                  </a:lnTo>
                  <a:lnTo>
                    <a:pt x="24269" y="0"/>
                  </a:lnTo>
                  <a:lnTo>
                    <a:pt x="27727" y="3458"/>
                  </a:lnTo>
                  <a:lnTo>
                    <a:pt x="76266" y="124805"/>
                  </a:lnTo>
                  <a:lnTo>
                    <a:pt x="79723" y="124805"/>
                  </a:lnTo>
                  <a:lnTo>
                    <a:pt x="128262" y="3458"/>
                  </a:lnTo>
                  <a:lnTo>
                    <a:pt x="131720" y="0"/>
                  </a:lnTo>
                  <a:lnTo>
                    <a:pt x="152532" y="0"/>
                  </a:lnTo>
                  <a:lnTo>
                    <a:pt x="155989" y="3458"/>
                  </a:lnTo>
                  <a:lnTo>
                    <a:pt x="155989" y="27727"/>
                  </a:lnTo>
                  <a:lnTo>
                    <a:pt x="97078" y="16988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4" name="Freeform 43">
              <a:extLst>
                <a:ext uri="{FF2B5EF4-FFF2-40B4-BE49-F238E27FC236}">
                  <a16:creationId xmlns:a16="http://schemas.microsoft.com/office/drawing/2014/main" id="{09337930-3C22-2305-6379-A667F4D51845}"/>
                </a:ext>
              </a:extLst>
            </p:cNvPr>
            <p:cNvSpPr>
              <a:spLocks/>
            </p:cNvSpPr>
            <p:nvPr/>
          </p:nvSpPr>
          <p:spPr>
            <a:xfrm>
              <a:off x="878758" y="6260296"/>
              <a:ext cx="123607" cy="211443"/>
            </a:xfrm>
            <a:custGeom>
              <a:avLst/>
              <a:gdLst>
                <a:gd name="csX0" fmla="*/ 85109 w 123607"/>
                <a:gd name="csY0" fmla="*/ 180259 h 211443"/>
                <a:gd name="csX1" fmla="*/ 71212 w 123607"/>
                <a:gd name="csY1" fmla="*/ 166362 h 211443"/>
                <a:gd name="csX2" fmla="*/ 71212 w 123607"/>
                <a:gd name="csY2" fmla="*/ 72742 h 211443"/>
                <a:gd name="csX3" fmla="*/ 74670 w 123607"/>
                <a:gd name="csY3" fmla="*/ 69284 h 211443"/>
                <a:gd name="csX4" fmla="*/ 108847 w 123607"/>
                <a:gd name="csY4" fmla="*/ 69284 h 211443"/>
                <a:gd name="csX5" fmla="*/ 112304 w 123607"/>
                <a:gd name="csY5" fmla="*/ 65827 h 211443"/>
                <a:gd name="csX6" fmla="*/ 123608 w 123607"/>
                <a:gd name="csY6" fmla="*/ 41557 h 211443"/>
                <a:gd name="csX7" fmla="*/ 120150 w 123607"/>
                <a:gd name="csY7" fmla="*/ 38100 h 211443"/>
                <a:gd name="csX8" fmla="*/ 74603 w 123607"/>
                <a:gd name="csY8" fmla="*/ 38100 h 211443"/>
                <a:gd name="csX9" fmla="*/ 71146 w 123607"/>
                <a:gd name="csY9" fmla="*/ 34642 h 211443"/>
                <a:gd name="csX10" fmla="*/ 71146 w 123607"/>
                <a:gd name="csY10" fmla="*/ 3458 h 211443"/>
                <a:gd name="csX11" fmla="*/ 67688 w 123607"/>
                <a:gd name="csY11" fmla="*/ 0 h 211443"/>
                <a:gd name="csX12" fmla="*/ 39961 w 123607"/>
                <a:gd name="csY12" fmla="*/ 0 h 211443"/>
                <a:gd name="csX13" fmla="*/ 36504 w 123607"/>
                <a:gd name="csY13" fmla="*/ 3458 h 211443"/>
                <a:gd name="csX14" fmla="*/ 36504 w 123607"/>
                <a:gd name="csY14" fmla="*/ 34642 h 211443"/>
                <a:gd name="csX15" fmla="*/ 33046 w 123607"/>
                <a:gd name="csY15" fmla="*/ 38100 h 211443"/>
                <a:gd name="csX16" fmla="*/ 14761 w 123607"/>
                <a:gd name="csY16" fmla="*/ 38100 h 211443"/>
                <a:gd name="csX17" fmla="*/ 11304 w 123607"/>
                <a:gd name="csY17" fmla="*/ 41557 h 211443"/>
                <a:gd name="csX18" fmla="*/ 0 w 123607"/>
                <a:gd name="csY18" fmla="*/ 65827 h 211443"/>
                <a:gd name="csX19" fmla="*/ 0 w 123607"/>
                <a:gd name="csY19" fmla="*/ 65827 h 211443"/>
                <a:gd name="csX20" fmla="*/ 0 w 123607"/>
                <a:gd name="csY20" fmla="*/ 65827 h 211443"/>
                <a:gd name="csX21" fmla="*/ 3457 w 123607"/>
                <a:gd name="csY21" fmla="*/ 69284 h 211443"/>
                <a:gd name="csX22" fmla="*/ 33113 w 123607"/>
                <a:gd name="csY22" fmla="*/ 69284 h 211443"/>
                <a:gd name="csX23" fmla="*/ 36570 w 123607"/>
                <a:gd name="csY23" fmla="*/ 72742 h 211443"/>
                <a:gd name="csX24" fmla="*/ 36570 w 123607"/>
                <a:gd name="csY24" fmla="*/ 166362 h 211443"/>
                <a:gd name="csX25" fmla="*/ 85109 w 123607"/>
                <a:gd name="csY25" fmla="*/ 211443 h 211443"/>
                <a:gd name="csX26" fmla="*/ 112836 w 123607"/>
                <a:gd name="csY26" fmla="*/ 211443 h 211443"/>
                <a:gd name="csX27" fmla="*/ 116294 w 123607"/>
                <a:gd name="csY27" fmla="*/ 207986 h 211443"/>
                <a:gd name="csX28" fmla="*/ 116294 w 123607"/>
                <a:gd name="csY28" fmla="*/ 183716 h 211443"/>
                <a:gd name="csX29" fmla="*/ 112836 w 123607"/>
                <a:gd name="csY29" fmla="*/ 180259 h 211443"/>
                <a:gd name="csX30" fmla="*/ 85109 w 123607"/>
                <a:gd name="csY30" fmla="*/ 180259 h 211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3607" h="211443">
                  <a:moveTo>
                    <a:pt x="85109" y="180259"/>
                  </a:moveTo>
                  <a:cubicBezTo>
                    <a:pt x="78194" y="180259"/>
                    <a:pt x="71212" y="176801"/>
                    <a:pt x="71212" y="166362"/>
                  </a:cubicBezTo>
                  <a:lnTo>
                    <a:pt x="71212" y="72742"/>
                  </a:lnTo>
                  <a:lnTo>
                    <a:pt x="74670" y="69284"/>
                  </a:lnTo>
                  <a:lnTo>
                    <a:pt x="108847" y="69284"/>
                  </a:lnTo>
                  <a:lnTo>
                    <a:pt x="112304" y="65827"/>
                  </a:lnTo>
                  <a:lnTo>
                    <a:pt x="123608" y="41557"/>
                  </a:lnTo>
                  <a:lnTo>
                    <a:pt x="120150" y="38100"/>
                  </a:lnTo>
                  <a:lnTo>
                    <a:pt x="74603" y="38100"/>
                  </a:lnTo>
                  <a:lnTo>
                    <a:pt x="71146" y="34642"/>
                  </a:lnTo>
                  <a:lnTo>
                    <a:pt x="71146" y="3458"/>
                  </a:lnTo>
                  <a:lnTo>
                    <a:pt x="67688" y="0"/>
                  </a:lnTo>
                  <a:lnTo>
                    <a:pt x="39961" y="0"/>
                  </a:lnTo>
                  <a:lnTo>
                    <a:pt x="36504" y="3458"/>
                  </a:lnTo>
                  <a:lnTo>
                    <a:pt x="36504" y="34642"/>
                  </a:lnTo>
                  <a:lnTo>
                    <a:pt x="33046" y="38100"/>
                  </a:lnTo>
                  <a:lnTo>
                    <a:pt x="14761" y="38100"/>
                  </a:lnTo>
                  <a:lnTo>
                    <a:pt x="11304" y="41557"/>
                  </a:lnTo>
                  <a:lnTo>
                    <a:pt x="0" y="65827"/>
                  </a:lnTo>
                  <a:lnTo>
                    <a:pt x="0" y="65827"/>
                  </a:lnTo>
                  <a:cubicBezTo>
                    <a:pt x="0" y="65827"/>
                    <a:pt x="0" y="65827"/>
                    <a:pt x="0" y="65827"/>
                  </a:cubicBezTo>
                  <a:lnTo>
                    <a:pt x="3457" y="69284"/>
                  </a:lnTo>
                  <a:lnTo>
                    <a:pt x="33113" y="69284"/>
                  </a:lnTo>
                  <a:lnTo>
                    <a:pt x="36570" y="72742"/>
                  </a:lnTo>
                  <a:lnTo>
                    <a:pt x="36570" y="166362"/>
                  </a:lnTo>
                  <a:cubicBezTo>
                    <a:pt x="36570" y="197546"/>
                    <a:pt x="60840" y="211443"/>
                    <a:pt x="85109" y="211443"/>
                  </a:cubicBezTo>
                  <a:lnTo>
                    <a:pt x="112836" y="211443"/>
                  </a:lnTo>
                  <a:lnTo>
                    <a:pt x="116294" y="207986"/>
                  </a:lnTo>
                  <a:lnTo>
                    <a:pt x="116294" y="183716"/>
                  </a:lnTo>
                  <a:lnTo>
                    <a:pt x="112836" y="180259"/>
                  </a:lnTo>
                  <a:lnTo>
                    <a:pt x="85109" y="180259"/>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sp>
          <p:nvSpPr>
            <p:cNvPr id="45" name="Freeform 44">
              <a:extLst>
                <a:ext uri="{FF2B5EF4-FFF2-40B4-BE49-F238E27FC236}">
                  <a16:creationId xmlns:a16="http://schemas.microsoft.com/office/drawing/2014/main" id="{29514340-5000-671B-6CB1-D11174EF0A86}"/>
                </a:ext>
              </a:extLst>
            </p:cNvPr>
            <p:cNvSpPr>
              <a:spLocks/>
            </p:cNvSpPr>
            <p:nvPr/>
          </p:nvSpPr>
          <p:spPr>
            <a:xfrm>
              <a:off x="755748" y="6235960"/>
              <a:ext cx="124339" cy="235712"/>
            </a:xfrm>
            <a:custGeom>
              <a:avLst/>
              <a:gdLst>
                <a:gd name="csX0" fmla="*/ 76665 w 124339"/>
                <a:gd name="csY0" fmla="*/ 62436 h 235712"/>
                <a:gd name="csX1" fmla="*/ 73207 w 124339"/>
                <a:gd name="csY1" fmla="*/ 58978 h 235712"/>
                <a:gd name="csX2" fmla="*/ 73207 w 124339"/>
                <a:gd name="csY2" fmla="*/ 45081 h 235712"/>
                <a:gd name="csX3" fmla="*/ 87104 w 124339"/>
                <a:gd name="csY3" fmla="*/ 31185 h 235712"/>
                <a:gd name="csX4" fmla="*/ 109578 w 124339"/>
                <a:gd name="csY4" fmla="*/ 31185 h 235712"/>
                <a:gd name="csX5" fmla="*/ 113036 w 124339"/>
                <a:gd name="csY5" fmla="*/ 27727 h 235712"/>
                <a:gd name="csX6" fmla="*/ 124339 w 124339"/>
                <a:gd name="csY6" fmla="*/ 3458 h 235712"/>
                <a:gd name="csX7" fmla="*/ 120882 w 124339"/>
                <a:gd name="csY7" fmla="*/ 0 h 235712"/>
                <a:gd name="csX8" fmla="*/ 87104 w 124339"/>
                <a:gd name="csY8" fmla="*/ 0 h 235712"/>
                <a:gd name="csX9" fmla="*/ 38565 w 124339"/>
                <a:gd name="csY9" fmla="*/ 45081 h 235712"/>
                <a:gd name="csX10" fmla="*/ 38565 w 124339"/>
                <a:gd name="csY10" fmla="*/ 58978 h 235712"/>
                <a:gd name="csX11" fmla="*/ 35108 w 124339"/>
                <a:gd name="csY11" fmla="*/ 62436 h 235712"/>
                <a:gd name="csX12" fmla="*/ 14828 w 124339"/>
                <a:gd name="csY12" fmla="*/ 62436 h 235712"/>
                <a:gd name="csX13" fmla="*/ 11304 w 124339"/>
                <a:gd name="csY13" fmla="*/ 65893 h 235712"/>
                <a:gd name="csX14" fmla="*/ 0 w 124339"/>
                <a:gd name="csY14" fmla="*/ 90163 h 235712"/>
                <a:gd name="csX15" fmla="*/ 3457 w 124339"/>
                <a:gd name="csY15" fmla="*/ 93620 h 235712"/>
                <a:gd name="csX16" fmla="*/ 35041 w 124339"/>
                <a:gd name="csY16" fmla="*/ 93620 h 235712"/>
                <a:gd name="csX17" fmla="*/ 38499 w 124339"/>
                <a:gd name="csY17" fmla="*/ 97078 h 235712"/>
                <a:gd name="csX18" fmla="*/ 38499 w 124339"/>
                <a:gd name="csY18" fmla="*/ 232255 h 235712"/>
                <a:gd name="csX19" fmla="*/ 41956 w 124339"/>
                <a:gd name="csY19" fmla="*/ 235713 h 235712"/>
                <a:gd name="csX20" fmla="*/ 69683 w 124339"/>
                <a:gd name="csY20" fmla="*/ 235713 h 235712"/>
                <a:gd name="csX21" fmla="*/ 73141 w 124339"/>
                <a:gd name="csY21" fmla="*/ 232255 h 235712"/>
                <a:gd name="csX22" fmla="*/ 73141 w 124339"/>
                <a:gd name="csY22" fmla="*/ 97078 h 235712"/>
                <a:gd name="csX23" fmla="*/ 76598 w 124339"/>
                <a:gd name="csY23" fmla="*/ 93620 h 235712"/>
                <a:gd name="csX24" fmla="*/ 103594 w 124339"/>
                <a:gd name="csY24" fmla="*/ 93620 h 235712"/>
                <a:gd name="csX25" fmla="*/ 107051 w 124339"/>
                <a:gd name="csY25" fmla="*/ 90163 h 235712"/>
                <a:gd name="csX26" fmla="*/ 118355 w 124339"/>
                <a:gd name="csY26" fmla="*/ 65893 h 235712"/>
                <a:gd name="csX27" fmla="*/ 114897 w 124339"/>
                <a:gd name="csY27" fmla="*/ 62436 h 235712"/>
                <a:gd name="csX28" fmla="*/ 76598 w 124339"/>
                <a:gd name="csY28" fmla="*/ 62436 h 235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339" h="235712">
                  <a:moveTo>
                    <a:pt x="76665" y="62436"/>
                  </a:moveTo>
                  <a:lnTo>
                    <a:pt x="73207" y="58978"/>
                  </a:lnTo>
                  <a:lnTo>
                    <a:pt x="73207" y="45081"/>
                  </a:lnTo>
                  <a:cubicBezTo>
                    <a:pt x="73207" y="34709"/>
                    <a:pt x="80122" y="31185"/>
                    <a:pt x="87104" y="31185"/>
                  </a:cubicBezTo>
                  <a:lnTo>
                    <a:pt x="109578" y="31185"/>
                  </a:lnTo>
                  <a:lnTo>
                    <a:pt x="113036" y="27727"/>
                  </a:lnTo>
                  <a:lnTo>
                    <a:pt x="124339" y="3458"/>
                  </a:lnTo>
                  <a:lnTo>
                    <a:pt x="120882" y="0"/>
                  </a:lnTo>
                  <a:lnTo>
                    <a:pt x="87104" y="0"/>
                  </a:lnTo>
                  <a:cubicBezTo>
                    <a:pt x="62834" y="0"/>
                    <a:pt x="38565" y="13897"/>
                    <a:pt x="38565" y="45081"/>
                  </a:cubicBezTo>
                  <a:lnTo>
                    <a:pt x="38565" y="58978"/>
                  </a:lnTo>
                  <a:lnTo>
                    <a:pt x="35108" y="62436"/>
                  </a:lnTo>
                  <a:lnTo>
                    <a:pt x="14828" y="62436"/>
                  </a:lnTo>
                  <a:lnTo>
                    <a:pt x="11304" y="65893"/>
                  </a:lnTo>
                  <a:lnTo>
                    <a:pt x="0" y="90163"/>
                  </a:lnTo>
                  <a:lnTo>
                    <a:pt x="3457" y="93620"/>
                  </a:lnTo>
                  <a:lnTo>
                    <a:pt x="35041" y="93620"/>
                  </a:lnTo>
                  <a:lnTo>
                    <a:pt x="38499" y="97078"/>
                  </a:lnTo>
                  <a:lnTo>
                    <a:pt x="38499" y="232255"/>
                  </a:lnTo>
                  <a:lnTo>
                    <a:pt x="41956" y="235713"/>
                  </a:lnTo>
                  <a:lnTo>
                    <a:pt x="69683" y="235713"/>
                  </a:lnTo>
                  <a:lnTo>
                    <a:pt x="73141" y="232255"/>
                  </a:lnTo>
                  <a:lnTo>
                    <a:pt x="73141" y="97078"/>
                  </a:lnTo>
                  <a:lnTo>
                    <a:pt x="76598" y="93620"/>
                  </a:lnTo>
                  <a:lnTo>
                    <a:pt x="103594" y="93620"/>
                  </a:lnTo>
                  <a:lnTo>
                    <a:pt x="107051" y="90163"/>
                  </a:lnTo>
                  <a:lnTo>
                    <a:pt x="118355" y="65893"/>
                  </a:lnTo>
                  <a:lnTo>
                    <a:pt x="114897" y="62436"/>
                  </a:lnTo>
                  <a:lnTo>
                    <a:pt x="76598" y="62436"/>
                  </a:lnTo>
                  <a:close/>
                </a:path>
              </a:pathLst>
            </a:custGeom>
            <a:solidFill>
              <a:schemeClr val="tx1"/>
            </a:solidFill>
            <a:ln w="6644" cap="flat">
              <a:noFill/>
              <a:prstDash val="solid"/>
              <a:miter/>
            </a:ln>
          </p:spPr>
          <p:txBody>
            <a:bodyPr/>
            <a:lstStyle/>
            <a:p>
              <a:endParaRPr lang="en-US" sz="1801" b="0" i="0">
                <a:latin typeface="Replica LL TT" panose="020B0504010101010104" pitchFamily="34" charset="77"/>
              </a:endParaRPr>
            </a:p>
          </p:txBody>
        </p:sp>
      </p:gr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54186" y="2545857"/>
            <a:ext cx="2757975" cy="706438"/>
          </a:xfrm>
          <a:prstGeom prst="rect">
            <a:avLst/>
          </a:prstGeom>
        </p:spPr>
        <p:txBody>
          <a:bodyPr>
            <a:noAutofit/>
          </a:bodyPr>
          <a:lstStyle>
            <a:lvl1pPr marL="0" indent="0">
              <a:spcBef>
                <a:spcPts val="0"/>
              </a:spcBef>
              <a:buNone/>
              <a:defRPr sz="1400" kern="600" cap="all" baseline="0">
                <a:solidFill>
                  <a:schemeClr val="tx2">
                    <a:lumMod val="25000"/>
                    <a:lumOff val="75000"/>
                  </a:schemeClr>
                </a:solidFill>
                <a:latin typeface="Roboto Mono Medium" pitchFamily="2" charset="0"/>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54185" y="318715"/>
            <a:ext cx="6231731" cy="1671072"/>
          </a:xfrm>
          <a:prstGeom prst="rect">
            <a:avLst/>
          </a:prstGeom>
        </p:spPr>
        <p:txBody>
          <a:bodyPr>
            <a:noAutofit/>
          </a:bodyPr>
          <a:lstStyle>
            <a:lvl1pPr marL="0" indent="0">
              <a:spcBef>
                <a:spcPts val="0"/>
              </a:spcBef>
              <a:buNone/>
              <a:tabLst/>
              <a:defRPr sz="4401" baseline="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1545164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Overview">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12" name="Text Placeholder 2">
            <a:extLst>
              <a:ext uri="{FF2B5EF4-FFF2-40B4-BE49-F238E27FC236}">
                <a16:creationId xmlns:a16="http://schemas.microsoft.com/office/drawing/2014/main" id="{FDB4C76C-CB49-CD76-12BF-C0DC5206CEE3}"/>
              </a:ext>
            </a:extLst>
          </p:cNvPr>
          <p:cNvSpPr>
            <a:spLocks noGrp="1"/>
          </p:cNvSpPr>
          <p:nvPr>
            <p:ph type="body" sz="quarter" idx="16"/>
          </p:nvPr>
        </p:nvSpPr>
        <p:spPr>
          <a:xfrm>
            <a:off x="342900" y="4190929"/>
            <a:ext cx="3593449" cy="344487"/>
          </a:xfrm>
          <a:prstGeom prst="rect">
            <a:avLst/>
          </a:prstGeom>
        </p:spPr>
        <p:txBody>
          <a:bodyPr>
            <a:noAutofit/>
          </a:bodyPr>
          <a:lstStyle>
            <a:lvl1pPr marL="0" indent="0">
              <a:spcBef>
                <a:spcPts val="0"/>
              </a:spcBef>
              <a:buFont typeface="Arial" panose="020B0604020202020204" pitchFamily="34" charset="0"/>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6" name="Title 1">
            <a:extLst>
              <a:ext uri="{FF2B5EF4-FFF2-40B4-BE49-F238E27FC236}">
                <a16:creationId xmlns:a16="http://schemas.microsoft.com/office/drawing/2014/main" id="{822BA06F-9F54-8833-753F-4D1E45AB9EE2}"/>
              </a:ext>
            </a:extLst>
          </p:cNvPr>
          <p:cNvSpPr>
            <a:spLocks noGrp="1"/>
          </p:cNvSpPr>
          <p:nvPr>
            <p:ph type="title" hasCustomPrompt="1"/>
          </p:nvPr>
        </p:nvSpPr>
        <p:spPr>
          <a:xfrm>
            <a:off x="343305" y="2207439"/>
            <a:ext cx="8810366" cy="1454581"/>
          </a:xfrm>
        </p:spPr>
        <p:txBody>
          <a:bodyPr anchor="t">
            <a:noAutofit/>
          </a:bodyPr>
          <a:lstStyle>
            <a:lvl1pPr>
              <a:defRPr sz="4401" baseline="0">
                <a:latin typeface="+mj-lt"/>
              </a:defRPr>
            </a:lvl1pPr>
          </a:lstStyle>
          <a:p>
            <a:r>
              <a:rPr lang="en-US" dirty="0"/>
              <a:t>Click to edit Title</a:t>
            </a:r>
          </a:p>
        </p:txBody>
      </p:sp>
      <p:sp>
        <p:nvSpPr>
          <p:cNvPr id="2" name="Text Placeholder 11">
            <a:extLst>
              <a:ext uri="{FF2B5EF4-FFF2-40B4-BE49-F238E27FC236}">
                <a16:creationId xmlns:a16="http://schemas.microsoft.com/office/drawing/2014/main" id="{4E14B747-3314-EACA-66FF-669715D49D8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4344F632-8799-97A8-5617-7CBF2CF4B0F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701690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1_Contents-whit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sp>
        <p:nvSpPr>
          <p:cNvPr id="3" name="Text Placeholder 11">
            <a:extLst>
              <a:ext uri="{FF2B5EF4-FFF2-40B4-BE49-F238E27FC236}">
                <a16:creationId xmlns:a16="http://schemas.microsoft.com/office/drawing/2014/main" id="{258E35D6-E14A-9560-CCC0-563E1FCF50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C83924D5-653A-CB10-F47D-D36D309D975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7ADEA46E-BC7C-BB01-7D1B-E9235086BE6A}"/>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2" name="Image 1" descr=" ">
            <a:extLst>
              <a:ext uri="{FF2B5EF4-FFF2-40B4-BE49-F238E27FC236}">
                <a16:creationId xmlns:a16="http://schemas.microsoft.com/office/drawing/2014/main" id="{D695D8DB-9DDE-09C1-A7A0-26BBC5CDD24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5" name="Straight Connector 14">
            <a:extLst>
              <a:ext uri="{FF2B5EF4-FFF2-40B4-BE49-F238E27FC236}">
                <a16:creationId xmlns:a16="http://schemas.microsoft.com/office/drawing/2014/main" id="{5C1747FE-883D-F21C-C07B-9DC13101ECA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570871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ntents-white-placeholder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sp>
        <p:nvSpPr>
          <p:cNvPr id="3" name="Text Placeholder 11">
            <a:extLst>
              <a:ext uri="{FF2B5EF4-FFF2-40B4-BE49-F238E27FC236}">
                <a16:creationId xmlns:a16="http://schemas.microsoft.com/office/drawing/2014/main" id="{258E35D6-E14A-9560-CCC0-563E1FCF50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C83924D5-653A-CB10-F47D-D36D309D975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1" name="Text Placeholder 28">
            <a:extLst>
              <a:ext uri="{FF2B5EF4-FFF2-40B4-BE49-F238E27FC236}">
                <a16:creationId xmlns:a16="http://schemas.microsoft.com/office/drawing/2014/main" id="{7ADEA46E-BC7C-BB01-7D1B-E9235086BE6A}"/>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2" name="Image 1" descr=" ">
            <a:extLst>
              <a:ext uri="{FF2B5EF4-FFF2-40B4-BE49-F238E27FC236}">
                <a16:creationId xmlns:a16="http://schemas.microsoft.com/office/drawing/2014/main" id="{D695D8DB-9DDE-09C1-A7A0-26BBC5CDD24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5" name="Straight Connector 14">
            <a:extLst>
              <a:ext uri="{FF2B5EF4-FFF2-40B4-BE49-F238E27FC236}">
                <a16:creationId xmlns:a16="http://schemas.microsoft.com/office/drawing/2014/main" id="{5C1747FE-883D-F21C-C07B-9DC13101ECA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4" name="Text Placeholder 11">
            <a:extLst>
              <a:ext uri="{FF2B5EF4-FFF2-40B4-BE49-F238E27FC236}">
                <a16:creationId xmlns:a16="http://schemas.microsoft.com/office/drawing/2014/main" id="{AE36A46E-6233-D6EC-83BF-F5A8F747A1BE}"/>
              </a:ext>
            </a:extLst>
          </p:cNvPr>
          <p:cNvSpPr>
            <a:spLocks noGrp="1"/>
          </p:cNvSpPr>
          <p:nvPr>
            <p:ph type="body" sz="quarter" idx="20"/>
          </p:nvPr>
        </p:nvSpPr>
        <p:spPr>
          <a:xfrm>
            <a:off x="6757445" y="5349082"/>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5" name="Text Placeholder 11">
            <a:extLst>
              <a:ext uri="{FF2B5EF4-FFF2-40B4-BE49-F238E27FC236}">
                <a16:creationId xmlns:a16="http://schemas.microsoft.com/office/drawing/2014/main" id="{2DDC21F9-7AC6-11AA-C3B0-4F7C84F51B0A}"/>
              </a:ext>
            </a:extLst>
          </p:cNvPr>
          <p:cNvSpPr>
            <a:spLocks noGrp="1"/>
          </p:cNvSpPr>
          <p:nvPr>
            <p:ph type="body" sz="quarter" idx="19"/>
          </p:nvPr>
        </p:nvSpPr>
        <p:spPr>
          <a:xfrm>
            <a:off x="6757445" y="4414586"/>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6" name="Text Placeholder 11">
            <a:extLst>
              <a:ext uri="{FF2B5EF4-FFF2-40B4-BE49-F238E27FC236}">
                <a16:creationId xmlns:a16="http://schemas.microsoft.com/office/drawing/2014/main" id="{8BFAC08F-FC48-296C-56B6-73EE56F76E14}"/>
              </a:ext>
            </a:extLst>
          </p:cNvPr>
          <p:cNvSpPr>
            <a:spLocks noGrp="1"/>
          </p:cNvSpPr>
          <p:nvPr>
            <p:ph type="body" sz="quarter" idx="18"/>
          </p:nvPr>
        </p:nvSpPr>
        <p:spPr>
          <a:xfrm>
            <a:off x="6757445" y="3469525"/>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7" name="Text Placeholder 11">
            <a:extLst>
              <a:ext uri="{FF2B5EF4-FFF2-40B4-BE49-F238E27FC236}">
                <a16:creationId xmlns:a16="http://schemas.microsoft.com/office/drawing/2014/main" id="{679A3ED5-E3EE-F9F1-1C6D-8845D19AE80F}"/>
              </a:ext>
            </a:extLst>
          </p:cNvPr>
          <p:cNvSpPr>
            <a:spLocks noGrp="1"/>
          </p:cNvSpPr>
          <p:nvPr>
            <p:ph type="body" sz="quarter" idx="17"/>
          </p:nvPr>
        </p:nvSpPr>
        <p:spPr>
          <a:xfrm>
            <a:off x="6757445" y="2555642"/>
            <a:ext cx="3473670" cy="430471"/>
          </a:xfrm>
          <a:prstGeom prst="rect">
            <a:avLst/>
          </a:prstGeom>
        </p:spPr>
        <p:txBody>
          <a:bodyPr/>
          <a:lstStyle>
            <a:lvl1pPr marL="0" indent="0">
              <a:spcBef>
                <a:spcPts val="0"/>
              </a:spcBef>
              <a:buNone/>
              <a:defRPr sz="1400" b="0" cap="none" baseline="0">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8" name="Text Placeholder 11">
            <a:extLst>
              <a:ext uri="{FF2B5EF4-FFF2-40B4-BE49-F238E27FC236}">
                <a16:creationId xmlns:a16="http://schemas.microsoft.com/office/drawing/2014/main" id="{DEC61E1E-DCCC-EC62-B336-5CA3A3122AAE}"/>
              </a:ext>
            </a:extLst>
          </p:cNvPr>
          <p:cNvSpPr>
            <a:spLocks noGrp="1"/>
          </p:cNvSpPr>
          <p:nvPr>
            <p:ph type="body" sz="quarter" idx="24" hasCustomPrompt="1"/>
          </p:nvPr>
        </p:nvSpPr>
        <p:spPr>
          <a:xfrm>
            <a:off x="6075549" y="5348761"/>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9" name="Text Placeholder 11">
            <a:extLst>
              <a:ext uri="{FF2B5EF4-FFF2-40B4-BE49-F238E27FC236}">
                <a16:creationId xmlns:a16="http://schemas.microsoft.com/office/drawing/2014/main" id="{5A7719C4-E7C2-39DB-ED94-5104007FF969}"/>
              </a:ext>
            </a:extLst>
          </p:cNvPr>
          <p:cNvSpPr>
            <a:spLocks noGrp="1"/>
          </p:cNvSpPr>
          <p:nvPr>
            <p:ph type="body" sz="quarter" idx="23" hasCustomPrompt="1"/>
          </p:nvPr>
        </p:nvSpPr>
        <p:spPr>
          <a:xfrm>
            <a:off x="6075549" y="4413181"/>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3" name="Text Placeholder 11">
            <a:extLst>
              <a:ext uri="{FF2B5EF4-FFF2-40B4-BE49-F238E27FC236}">
                <a16:creationId xmlns:a16="http://schemas.microsoft.com/office/drawing/2014/main" id="{BF68C09B-29D3-6538-BABF-A4B397E298EE}"/>
              </a:ext>
            </a:extLst>
          </p:cNvPr>
          <p:cNvSpPr>
            <a:spLocks noGrp="1"/>
          </p:cNvSpPr>
          <p:nvPr>
            <p:ph type="body" sz="quarter" idx="22" hasCustomPrompt="1"/>
          </p:nvPr>
        </p:nvSpPr>
        <p:spPr>
          <a:xfrm>
            <a:off x="6075549" y="3468636"/>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4" name="Text Placeholder 11">
            <a:extLst>
              <a:ext uri="{FF2B5EF4-FFF2-40B4-BE49-F238E27FC236}">
                <a16:creationId xmlns:a16="http://schemas.microsoft.com/office/drawing/2014/main" id="{2C7B6FA3-7882-E5D6-035B-F47EBF6DDDDD}"/>
              </a:ext>
            </a:extLst>
          </p:cNvPr>
          <p:cNvSpPr>
            <a:spLocks noGrp="1"/>
          </p:cNvSpPr>
          <p:nvPr>
            <p:ph type="body" sz="quarter" idx="21" hasCustomPrompt="1"/>
          </p:nvPr>
        </p:nvSpPr>
        <p:spPr>
          <a:xfrm>
            <a:off x="6075549" y="2552069"/>
            <a:ext cx="527609" cy="430471"/>
          </a:xfrm>
          <a:prstGeom prst="rect">
            <a:avLst/>
          </a:prstGeom>
        </p:spPr>
        <p:txBody>
          <a:bodyPr/>
          <a:lstStyle>
            <a:lvl1pPr marL="0" indent="0">
              <a:spcBef>
                <a:spcPts val="0"/>
              </a:spcBef>
              <a:buNone/>
              <a:defRPr sz="2200" b="0" i="0" cap="none"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cxnSp>
        <p:nvCxnSpPr>
          <p:cNvPr id="16" name="Straight Connector 15">
            <a:extLst>
              <a:ext uri="{FF2B5EF4-FFF2-40B4-BE49-F238E27FC236}">
                <a16:creationId xmlns:a16="http://schemas.microsoft.com/office/drawing/2014/main" id="{A41C060E-E24A-41A1-D532-0F5541AD6593}"/>
              </a:ext>
            </a:extLst>
          </p:cNvPr>
          <p:cNvCxnSpPr>
            <a:cxnSpLocks/>
          </p:cNvCxnSpPr>
          <p:nvPr userDrawn="1"/>
        </p:nvCxnSpPr>
        <p:spPr>
          <a:xfrm>
            <a:off x="6176909" y="5323902"/>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3B4EBB2-B190-F854-0985-7C73A287B4A2}"/>
              </a:ext>
            </a:extLst>
          </p:cNvPr>
          <p:cNvCxnSpPr>
            <a:cxnSpLocks/>
          </p:cNvCxnSpPr>
          <p:nvPr userDrawn="1"/>
        </p:nvCxnSpPr>
        <p:spPr>
          <a:xfrm>
            <a:off x="6176909" y="4383650"/>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7565EE5-87CD-2DB6-420C-0EC3A9667514}"/>
              </a:ext>
            </a:extLst>
          </p:cNvPr>
          <p:cNvCxnSpPr>
            <a:cxnSpLocks/>
          </p:cNvCxnSpPr>
          <p:nvPr userDrawn="1"/>
        </p:nvCxnSpPr>
        <p:spPr>
          <a:xfrm>
            <a:off x="6176909" y="3453347"/>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C1FAF52-622A-4050-3888-EE5413B632FD}"/>
              </a:ext>
            </a:extLst>
          </p:cNvPr>
          <p:cNvCxnSpPr>
            <a:cxnSpLocks/>
          </p:cNvCxnSpPr>
          <p:nvPr userDrawn="1"/>
        </p:nvCxnSpPr>
        <p:spPr>
          <a:xfrm>
            <a:off x="6176909" y="2530996"/>
            <a:ext cx="5586515"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54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ntents-Light-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p:spPr>
        <p:txBody>
          <a:bodyPr anchor="t">
            <a:noAutofit/>
          </a:bodyPr>
          <a:lstStyle>
            <a:lvl1pPr>
              <a:lnSpc>
                <a:spcPct val="80000"/>
              </a:lnSpc>
              <a:defRPr sz="5002" b="0" i="0" cap="all" baseline="0">
                <a:latin typeface="+mn-lt"/>
              </a:defRPr>
            </a:lvl1pPr>
          </a:lstStyle>
          <a:p>
            <a:r>
              <a:rPr lang="en-US" dirty="0"/>
              <a:t>CONTENTS</a:t>
            </a:r>
          </a:p>
        </p:txBody>
      </p:sp>
      <p:cxnSp>
        <p:nvCxnSpPr>
          <p:cNvPr id="8" name="Straight Connector 7">
            <a:extLst>
              <a:ext uri="{FF2B5EF4-FFF2-40B4-BE49-F238E27FC236}">
                <a16:creationId xmlns:a16="http://schemas.microsoft.com/office/drawing/2014/main" id="{FB3F60F6-1C51-B206-8B0E-BC849D78B7F6}"/>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1" name="Text Placeholder 11">
            <a:extLst>
              <a:ext uri="{FF2B5EF4-FFF2-40B4-BE49-F238E27FC236}">
                <a16:creationId xmlns:a16="http://schemas.microsoft.com/office/drawing/2014/main" id="{5422B0A8-787E-F5CE-8D26-12DA131413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2" name="Slide Number Placeholder 9">
            <a:extLst>
              <a:ext uri="{FF2B5EF4-FFF2-40B4-BE49-F238E27FC236}">
                <a16:creationId xmlns:a16="http://schemas.microsoft.com/office/drawing/2014/main" id="{56B4FEDD-32AD-8E5A-7EEF-F910515E3269}"/>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3" name="Text Placeholder 28">
            <a:extLst>
              <a:ext uri="{FF2B5EF4-FFF2-40B4-BE49-F238E27FC236}">
                <a16:creationId xmlns:a16="http://schemas.microsoft.com/office/drawing/2014/main" id="{2F2741B4-D1FC-5D85-F394-D5AD94C65746}"/>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4" name="Image 1" descr=" ">
            <a:extLst>
              <a:ext uri="{FF2B5EF4-FFF2-40B4-BE49-F238E27FC236}">
                <a16:creationId xmlns:a16="http://schemas.microsoft.com/office/drawing/2014/main" id="{7C46CA14-557D-93B4-468F-5927CE9DF40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2657652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ntents-Dark-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900"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136ADB52-FD9F-BFF4-C7D2-47DDFBF6EA8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D3AB68ED-8EC5-C72C-5BA5-DD7D20D669F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4B18A1B3-1B53-50E8-2DAE-A1F9C6775876}"/>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7235D5B3-80A9-B6C7-0006-B97CC7F8F70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6F77E852-9ABC-B8B0-9913-2F11A337A2B4}"/>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015151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ntents-Black">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894"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8765D821-EC60-B6C3-F946-559299C8A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1B53AF02-DE45-618F-D774-6E2D9F5CAD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5BF0AD57-168B-E383-7879-0DBE274608B5}"/>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98DCDDC7-DC0D-CFD6-0C01-DEB1BBC326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9E1BFD46-E852-3573-9121-B3CB284A6A6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08344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Contents-Black-placeholders">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42894" y="2555642"/>
            <a:ext cx="4768293" cy="630827"/>
          </a:xfrm>
          <a:prstGeom prst="rect">
            <a:avLst/>
          </a:prstGeom>
          <a:noFill/>
        </p:spPr>
        <p:txBody>
          <a:bodyPr anchor="t">
            <a:noAutofit/>
          </a:bodyPr>
          <a:lstStyle>
            <a:lvl1pPr>
              <a:lnSpc>
                <a:spcPct val="80000"/>
              </a:lnSpc>
              <a:defRPr sz="5002" b="0" i="0" cap="all" baseline="0">
                <a:solidFill>
                  <a:schemeClr val="bg1"/>
                </a:solidFill>
                <a:latin typeface="+mn-lt"/>
              </a:defRPr>
            </a:lvl1pPr>
          </a:lstStyle>
          <a:p>
            <a:r>
              <a:rPr lang="en-US" dirty="0"/>
              <a:t>CONTENTS</a:t>
            </a:r>
          </a:p>
        </p:txBody>
      </p:sp>
      <p:sp>
        <p:nvSpPr>
          <p:cNvPr id="3" name="Text Placeholder 11">
            <a:extLst>
              <a:ext uri="{FF2B5EF4-FFF2-40B4-BE49-F238E27FC236}">
                <a16:creationId xmlns:a16="http://schemas.microsoft.com/office/drawing/2014/main" id="{8765D821-EC60-B6C3-F946-559299C8A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1B53AF02-DE45-618F-D774-6E2D9F5CAD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Text Placeholder 28">
            <a:extLst>
              <a:ext uri="{FF2B5EF4-FFF2-40B4-BE49-F238E27FC236}">
                <a16:creationId xmlns:a16="http://schemas.microsoft.com/office/drawing/2014/main" id="{5BF0AD57-168B-E383-7879-0DBE274608B5}"/>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7" name="Image 1" descr=" ">
            <a:extLst>
              <a:ext uri="{FF2B5EF4-FFF2-40B4-BE49-F238E27FC236}">
                <a16:creationId xmlns:a16="http://schemas.microsoft.com/office/drawing/2014/main" id="{98DCDDC7-DC0D-CFD6-0C01-DEB1BBC326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0" name="Straight Connector 9">
            <a:extLst>
              <a:ext uri="{FF2B5EF4-FFF2-40B4-BE49-F238E27FC236}">
                <a16:creationId xmlns:a16="http://schemas.microsoft.com/office/drawing/2014/main" id="{9E1BFD46-E852-3573-9121-B3CB284A6A6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 name="Text Placeholder 11">
            <a:extLst>
              <a:ext uri="{FF2B5EF4-FFF2-40B4-BE49-F238E27FC236}">
                <a16:creationId xmlns:a16="http://schemas.microsoft.com/office/drawing/2014/main" id="{815AA4FA-2C9D-0A57-1A92-B3EB663F2825}"/>
              </a:ext>
            </a:extLst>
          </p:cNvPr>
          <p:cNvSpPr>
            <a:spLocks noGrp="1"/>
          </p:cNvSpPr>
          <p:nvPr>
            <p:ph type="body" sz="quarter" idx="28"/>
          </p:nvPr>
        </p:nvSpPr>
        <p:spPr>
          <a:xfrm>
            <a:off x="9653044" y="5320447"/>
            <a:ext cx="1684748" cy="642274"/>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8" name="Text Placeholder 11">
            <a:extLst>
              <a:ext uri="{FF2B5EF4-FFF2-40B4-BE49-F238E27FC236}">
                <a16:creationId xmlns:a16="http://schemas.microsoft.com/office/drawing/2014/main" id="{92A8B927-D35C-B561-5596-8BAD2E88F34E}"/>
              </a:ext>
            </a:extLst>
          </p:cNvPr>
          <p:cNvSpPr>
            <a:spLocks noGrp="1"/>
          </p:cNvSpPr>
          <p:nvPr>
            <p:ph type="body" sz="quarter" idx="27"/>
          </p:nvPr>
        </p:nvSpPr>
        <p:spPr>
          <a:xfrm>
            <a:off x="9653044" y="4385951"/>
            <a:ext cx="1547523" cy="582609"/>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9" name="Text Placeholder 11">
            <a:extLst>
              <a:ext uri="{FF2B5EF4-FFF2-40B4-BE49-F238E27FC236}">
                <a16:creationId xmlns:a16="http://schemas.microsoft.com/office/drawing/2014/main" id="{A58A2EC8-10AC-9058-B024-6F4CCEDF0B03}"/>
              </a:ext>
            </a:extLst>
          </p:cNvPr>
          <p:cNvSpPr>
            <a:spLocks noGrp="1"/>
          </p:cNvSpPr>
          <p:nvPr>
            <p:ph type="body" sz="quarter" idx="26"/>
          </p:nvPr>
        </p:nvSpPr>
        <p:spPr>
          <a:xfrm>
            <a:off x="9653044" y="3440890"/>
            <a:ext cx="1547523" cy="587423"/>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1" name="Text Placeholder 11">
            <a:extLst>
              <a:ext uri="{FF2B5EF4-FFF2-40B4-BE49-F238E27FC236}">
                <a16:creationId xmlns:a16="http://schemas.microsoft.com/office/drawing/2014/main" id="{FDD9DB69-0D65-CB99-46F8-1AA7DB6D08B1}"/>
              </a:ext>
            </a:extLst>
          </p:cNvPr>
          <p:cNvSpPr>
            <a:spLocks noGrp="1"/>
          </p:cNvSpPr>
          <p:nvPr>
            <p:ph type="body" sz="quarter" idx="25"/>
          </p:nvPr>
        </p:nvSpPr>
        <p:spPr>
          <a:xfrm>
            <a:off x="9653044" y="2527007"/>
            <a:ext cx="1547523" cy="599338"/>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2" name="Text Placeholder 11">
            <a:extLst>
              <a:ext uri="{FF2B5EF4-FFF2-40B4-BE49-F238E27FC236}">
                <a16:creationId xmlns:a16="http://schemas.microsoft.com/office/drawing/2014/main" id="{7544F741-03DB-4623-FE3D-DB87774D1933}"/>
              </a:ext>
            </a:extLst>
          </p:cNvPr>
          <p:cNvSpPr>
            <a:spLocks noGrp="1"/>
          </p:cNvSpPr>
          <p:nvPr>
            <p:ph type="body" sz="quarter" idx="30" hasCustomPrompt="1"/>
          </p:nvPr>
        </p:nvSpPr>
        <p:spPr>
          <a:xfrm>
            <a:off x="8971149" y="532012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3" name="Text Placeholder 11">
            <a:extLst>
              <a:ext uri="{FF2B5EF4-FFF2-40B4-BE49-F238E27FC236}">
                <a16:creationId xmlns:a16="http://schemas.microsoft.com/office/drawing/2014/main" id="{ABD508C6-21EF-2096-E061-632F2A7354D0}"/>
              </a:ext>
            </a:extLst>
          </p:cNvPr>
          <p:cNvSpPr>
            <a:spLocks noGrp="1"/>
          </p:cNvSpPr>
          <p:nvPr>
            <p:ph type="body" sz="quarter" idx="29" hasCustomPrompt="1"/>
          </p:nvPr>
        </p:nvSpPr>
        <p:spPr>
          <a:xfrm>
            <a:off x="8971149" y="438454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4" name="Text Placeholder 11">
            <a:extLst>
              <a:ext uri="{FF2B5EF4-FFF2-40B4-BE49-F238E27FC236}">
                <a16:creationId xmlns:a16="http://schemas.microsoft.com/office/drawing/2014/main" id="{363E951B-DB13-2BE9-53A8-47D93D3D19DE}"/>
              </a:ext>
            </a:extLst>
          </p:cNvPr>
          <p:cNvSpPr>
            <a:spLocks noGrp="1"/>
          </p:cNvSpPr>
          <p:nvPr>
            <p:ph type="body" sz="quarter" idx="31" hasCustomPrompt="1"/>
          </p:nvPr>
        </p:nvSpPr>
        <p:spPr>
          <a:xfrm>
            <a:off x="8971149" y="3440001"/>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15" name="Text Placeholder 11">
            <a:extLst>
              <a:ext uri="{FF2B5EF4-FFF2-40B4-BE49-F238E27FC236}">
                <a16:creationId xmlns:a16="http://schemas.microsoft.com/office/drawing/2014/main" id="{4EC8AF3E-41E2-C906-3C51-7EB8D70EBFEE}"/>
              </a:ext>
            </a:extLst>
          </p:cNvPr>
          <p:cNvSpPr>
            <a:spLocks noGrp="1"/>
          </p:cNvSpPr>
          <p:nvPr>
            <p:ph type="body" sz="quarter" idx="32" hasCustomPrompt="1"/>
          </p:nvPr>
        </p:nvSpPr>
        <p:spPr>
          <a:xfrm>
            <a:off x="8971149" y="2523434"/>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cxnSp>
        <p:nvCxnSpPr>
          <p:cNvPr id="16" name="Straight Connector 15">
            <a:extLst>
              <a:ext uri="{FF2B5EF4-FFF2-40B4-BE49-F238E27FC236}">
                <a16:creationId xmlns:a16="http://schemas.microsoft.com/office/drawing/2014/main" id="{D668B4F3-9404-FDAB-A5E5-C6D202C3DDFB}"/>
              </a:ext>
            </a:extLst>
          </p:cNvPr>
          <p:cNvCxnSpPr>
            <a:cxnSpLocks/>
          </p:cNvCxnSpPr>
          <p:nvPr userDrawn="1"/>
        </p:nvCxnSpPr>
        <p:spPr>
          <a:xfrm>
            <a:off x="9072509" y="5295267"/>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A5E8AD3-3E7D-96AD-F46F-8276223E0126}"/>
              </a:ext>
            </a:extLst>
          </p:cNvPr>
          <p:cNvCxnSpPr>
            <a:cxnSpLocks/>
          </p:cNvCxnSpPr>
          <p:nvPr userDrawn="1"/>
        </p:nvCxnSpPr>
        <p:spPr>
          <a:xfrm>
            <a:off x="9072509" y="4355015"/>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62D9C8A-A97D-9137-2B6C-5FC0304683AF}"/>
              </a:ext>
            </a:extLst>
          </p:cNvPr>
          <p:cNvCxnSpPr>
            <a:cxnSpLocks/>
          </p:cNvCxnSpPr>
          <p:nvPr userDrawn="1"/>
        </p:nvCxnSpPr>
        <p:spPr>
          <a:xfrm>
            <a:off x="9072509" y="3424712"/>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F6E8A4F-9023-0CBC-925C-2C44695EDD67}"/>
              </a:ext>
            </a:extLst>
          </p:cNvPr>
          <p:cNvCxnSpPr>
            <a:cxnSpLocks/>
          </p:cNvCxnSpPr>
          <p:nvPr userDrawn="1"/>
        </p:nvCxnSpPr>
        <p:spPr>
          <a:xfrm>
            <a:off x="9072509" y="2502361"/>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 Placeholder 11">
            <a:extLst>
              <a:ext uri="{FF2B5EF4-FFF2-40B4-BE49-F238E27FC236}">
                <a16:creationId xmlns:a16="http://schemas.microsoft.com/office/drawing/2014/main" id="{108C3A28-9106-FFAF-A359-6D68D275724B}"/>
              </a:ext>
            </a:extLst>
          </p:cNvPr>
          <p:cNvSpPr>
            <a:spLocks noGrp="1"/>
          </p:cNvSpPr>
          <p:nvPr>
            <p:ph type="body" sz="quarter" idx="20"/>
          </p:nvPr>
        </p:nvSpPr>
        <p:spPr>
          <a:xfrm>
            <a:off x="6757444" y="5320447"/>
            <a:ext cx="1684748" cy="642274"/>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1" name="Text Placeholder 11">
            <a:extLst>
              <a:ext uri="{FF2B5EF4-FFF2-40B4-BE49-F238E27FC236}">
                <a16:creationId xmlns:a16="http://schemas.microsoft.com/office/drawing/2014/main" id="{BC36210E-7D41-1284-8C5B-7BE1835B1D99}"/>
              </a:ext>
            </a:extLst>
          </p:cNvPr>
          <p:cNvSpPr>
            <a:spLocks noGrp="1"/>
          </p:cNvSpPr>
          <p:nvPr>
            <p:ph type="body" sz="quarter" idx="19"/>
          </p:nvPr>
        </p:nvSpPr>
        <p:spPr>
          <a:xfrm>
            <a:off x="6757444" y="4385951"/>
            <a:ext cx="1547523" cy="582609"/>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2" name="Text Placeholder 11">
            <a:extLst>
              <a:ext uri="{FF2B5EF4-FFF2-40B4-BE49-F238E27FC236}">
                <a16:creationId xmlns:a16="http://schemas.microsoft.com/office/drawing/2014/main" id="{C4EF55E4-F6EE-A875-DBBF-53E959BEDFC5}"/>
              </a:ext>
            </a:extLst>
          </p:cNvPr>
          <p:cNvSpPr>
            <a:spLocks noGrp="1"/>
          </p:cNvSpPr>
          <p:nvPr>
            <p:ph type="body" sz="quarter" idx="18"/>
          </p:nvPr>
        </p:nvSpPr>
        <p:spPr>
          <a:xfrm>
            <a:off x="6757444" y="3440890"/>
            <a:ext cx="1547523" cy="587423"/>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11">
            <a:extLst>
              <a:ext uri="{FF2B5EF4-FFF2-40B4-BE49-F238E27FC236}">
                <a16:creationId xmlns:a16="http://schemas.microsoft.com/office/drawing/2014/main" id="{9AFBEF47-FF1A-177D-7652-4F61ED62654C}"/>
              </a:ext>
            </a:extLst>
          </p:cNvPr>
          <p:cNvSpPr>
            <a:spLocks noGrp="1"/>
          </p:cNvSpPr>
          <p:nvPr>
            <p:ph type="body" sz="quarter" idx="17"/>
          </p:nvPr>
        </p:nvSpPr>
        <p:spPr>
          <a:xfrm>
            <a:off x="6757444" y="2527007"/>
            <a:ext cx="1547523" cy="599338"/>
          </a:xfrm>
          <a:prstGeom prst="rect">
            <a:avLst/>
          </a:prstGeom>
          <a:noFill/>
        </p:spPr>
        <p:txBody>
          <a:bodyPr/>
          <a:lstStyle>
            <a:lvl1pPr marL="0" indent="0">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11">
            <a:extLst>
              <a:ext uri="{FF2B5EF4-FFF2-40B4-BE49-F238E27FC236}">
                <a16:creationId xmlns:a16="http://schemas.microsoft.com/office/drawing/2014/main" id="{681AFE31-9AB8-BA61-806D-78C6DB233E9D}"/>
              </a:ext>
            </a:extLst>
          </p:cNvPr>
          <p:cNvSpPr>
            <a:spLocks noGrp="1"/>
          </p:cNvSpPr>
          <p:nvPr>
            <p:ph type="body" sz="quarter" idx="24" hasCustomPrompt="1"/>
          </p:nvPr>
        </p:nvSpPr>
        <p:spPr>
          <a:xfrm>
            <a:off x="6075549" y="532012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5" name="Text Placeholder 11">
            <a:extLst>
              <a:ext uri="{FF2B5EF4-FFF2-40B4-BE49-F238E27FC236}">
                <a16:creationId xmlns:a16="http://schemas.microsoft.com/office/drawing/2014/main" id="{999D0A76-B2C7-39D0-885A-7195A768C41B}"/>
              </a:ext>
            </a:extLst>
          </p:cNvPr>
          <p:cNvSpPr>
            <a:spLocks noGrp="1"/>
          </p:cNvSpPr>
          <p:nvPr>
            <p:ph type="body" sz="quarter" idx="23" hasCustomPrompt="1"/>
          </p:nvPr>
        </p:nvSpPr>
        <p:spPr>
          <a:xfrm>
            <a:off x="6075549" y="4384546"/>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6" name="Text Placeholder 11">
            <a:extLst>
              <a:ext uri="{FF2B5EF4-FFF2-40B4-BE49-F238E27FC236}">
                <a16:creationId xmlns:a16="http://schemas.microsoft.com/office/drawing/2014/main" id="{3B865810-B7D0-7E47-160E-5F5FD3491E22}"/>
              </a:ext>
            </a:extLst>
          </p:cNvPr>
          <p:cNvSpPr>
            <a:spLocks noGrp="1"/>
          </p:cNvSpPr>
          <p:nvPr>
            <p:ph type="body" sz="quarter" idx="22" hasCustomPrompt="1"/>
          </p:nvPr>
        </p:nvSpPr>
        <p:spPr>
          <a:xfrm>
            <a:off x="6075549" y="3440001"/>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00</a:t>
            </a:r>
          </a:p>
        </p:txBody>
      </p:sp>
      <p:sp>
        <p:nvSpPr>
          <p:cNvPr id="27" name="Text Placeholder 11">
            <a:extLst>
              <a:ext uri="{FF2B5EF4-FFF2-40B4-BE49-F238E27FC236}">
                <a16:creationId xmlns:a16="http://schemas.microsoft.com/office/drawing/2014/main" id="{EB9A8CCC-736A-5E58-4FFA-C6D2664DDF5B}"/>
              </a:ext>
            </a:extLst>
          </p:cNvPr>
          <p:cNvSpPr>
            <a:spLocks noGrp="1"/>
          </p:cNvSpPr>
          <p:nvPr>
            <p:ph type="body" sz="quarter" idx="21" hasCustomPrompt="1"/>
          </p:nvPr>
        </p:nvSpPr>
        <p:spPr>
          <a:xfrm>
            <a:off x="6075549" y="2523434"/>
            <a:ext cx="527609" cy="430471"/>
          </a:xfrm>
          <a:prstGeom prst="rect">
            <a:avLst/>
          </a:prstGeom>
          <a:noFill/>
        </p:spPr>
        <p:txBody>
          <a:bodyPr/>
          <a:lstStyle>
            <a:lvl1pPr marL="0" indent="0">
              <a:spcBef>
                <a:spcPts val="0"/>
              </a:spcBef>
              <a:buNone/>
              <a:defRPr sz="2200" b="0" i="0" cap="none" baseline="0">
                <a:solidFill>
                  <a:schemeClr val="bg1"/>
                </a:solidFill>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dirty="0"/>
              <a:t>00</a:t>
            </a:r>
          </a:p>
        </p:txBody>
      </p:sp>
      <p:cxnSp>
        <p:nvCxnSpPr>
          <p:cNvPr id="28" name="Straight Connector 27">
            <a:extLst>
              <a:ext uri="{FF2B5EF4-FFF2-40B4-BE49-F238E27FC236}">
                <a16:creationId xmlns:a16="http://schemas.microsoft.com/office/drawing/2014/main" id="{8194D766-547B-C4FD-71B4-E114BE51E93D}"/>
              </a:ext>
            </a:extLst>
          </p:cNvPr>
          <p:cNvCxnSpPr>
            <a:cxnSpLocks/>
          </p:cNvCxnSpPr>
          <p:nvPr userDrawn="1"/>
        </p:nvCxnSpPr>
        <p:spPr>
          <a:xfrm>
            <a:off x="6176909" y="5295267"/>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5A41655-F6FE-D3F2-7A4D-5DCEE179A2F6}"/>
              </a:ext>
            </a:extLst>
          </p:cNvPr>
          <p:cNvCxnSpPr>
            <a:cxnSpLocks/>
          </p:cNvCxnSpPr>
          <p:nvPr userDrawn="1"/>
        </p:nvCxnSpPr>
        <p:spPr>
          <a:xfrm>
            <a:off x="6176909" y="4355015"/>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1685115-1BC0-C8A4-8C75-3ECF7DFA3E7B}"/>
              </a:ext>
            </a:extLst>
          </p:cNvPr>
          <p:cNvCxnSpPr>
            <a:cxnSpLocks/>
          </p:cNvCxnSpPr>
          <p:nvPr userDrawn="1"/>
        </p:nvCxnSpPr>
        <p:spPr>
          <a:xfrm>
            <a:off x="6176909" y="3424712"/>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DC11EDB1-238D-F6AB-0191-5CC23D239F10}"/>
              </a:ext>
            </a:extLst>
          </p:cNvPr>
          <p:cNvCxnSpPr>
            <a:cxnSpLocks/>
          </p:cNvCxnSpPr>
          <p:nvPr userDrawn="1"/>
        </p:nvCxnSpPr>
        <p:spPr>
          <a:xfrm>
            <a:off x="6176909" y="2502361"/>
            <a:ext cx="2666276"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81522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Divider-Dark-Silv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3E61C353-7243-C95D-E693-BB944781DD70}"/>
              </a:ext>
            </a:extLst>
          </p:cNvPr>
          <p:cNvCxnSpPr>
            <a:cxnSpLocks/>
          </p:cNvCxnSpPr>
          <p:nvPr userDrawn="1"/>
        </p:nvCxnSpPr>
        <p:spPr>
          <a:xfrm>
            <a:off x="342900" y="2413397"/>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 name="Text Placeholder 3">
            <a:extLst>
              <a:ext uri="{FF2B5EF4-FFF2-40B4-BE49-F238E27FC236}">
                <a16:creationId xmlns:a16="http://schemas.microsoft.com/office/drawing/2014/main" id="{6C0EEACF-1AA3-86CC-5DB8-6550DCC28D9F}"/>
              </a:ext>
            </a:extLst>
          </p:cNvPr>
          <p:cNvSpPr>
            <a:spLocks noGrp="1"/>
          </p:cNvSpPr>
          <p:nvPr>
            <p:ph type="body" sz="quarter" idx="18" hasCustomPrompt="1"/>
          </p:nvPr>
        </p:nvSpPr>
        <p:spPr>
          <a:xfrm>
            <a:off x="6197599" y="1454917"/>
            <a:ext cx="5994337" cy="4721482"/>
          </a:xfrm>
          <a:prstGeom prst="rect">
            <a:avLst/>
          </a:prstGeom>
        </p:spPr>
        <p:txBody>
          <a:bodyPr>
            <a:noAutofit/>
          </a:bodyPr>
          <a:lstStyle>
            <a:lvl1pPr marL="0" indent="0" algn="r">
              <a:lnSpc>
                <a:spcPct val="100000"/>
              </a:lnSpc>
              <a:spcBef>
                <a:spcPts val="0"/>
              </a:spcBef>
              <a:buNone/>
              <a:defRPr sz="38200" b="0" i="0" cap="none" spc="-300" baseline="0">
                <a:solidFill>
                  <a:schemeClr val="bg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dirty="0"/>
              <a:t>1</a:t>
            </a:r>
          </a:p>
        </p:txBody>
      </p:sp>
      <p:sp>
        <p:nvSpPr>
          <p:cNvPr id="14" name="Text Placeholder 2">
            <a:extLst>
              <a:ext uri="{FF2B5EF4-FFF2-40B4-BE49-F238E27FC236}">
                <a16:creationId xmlns:a16="http://schemas.microsoft.com/office/drawing/2014/main" id="{49F0A6B0-37CC-4629-05B8-16B8CFECDFF3}"/>
              </a:ext>
            </a:extLst>
          </p:cNvPr>
          <p:cNvSpPr>
            <a:spLocks noGrp="1"/>
          </p:cNvSpPr>
          <p:nvPr>
            <p:ph type="body" sz="quarter" idx="17"/>
          </p:nvPr>
        </p:nvSpPr>
        <p:spPr>
          <a:xfrm>
            <a:off x="354775" y="4032077"/>
            <a:ext cx="3355357" cy="1977966"/>
          </a:xfrm>
          <a:prstGeom prst="rect">
            <a:avLst/>
          </a:prstGeom>
        </p:spPr>
        <p:txBody>
          <a:bodyPr>
            <a:noAutofit/>
          </a:bodyPr>
          <a:lstStyle>
            <a:lvl1pPr marL="0" indent="0">
              <a:lnSpc>
                <a:spcPct val="100000"/>
              </a:lnSpc>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13" name="Title 1">
            <a:extLst>
              <a:ext uri="{FF2B5EF4-FFF2-40B4-BE49-F238E27FC236}">
                <a16:creationId xmlns:a16="http://schemas.microsoft.com/office/drawing/2014/main" id="{E14E3AB6-7050-E2E8-8DD4-55D5C7F2DCD1}"/>
              </a:ext>
            </a:extLst>
          </p:cNvPr>
          <p:cNvSpPr>
            <a:spLocks noGrp="1"/>
          </p:cNvSpPr>
          <p:nvPr>
            <p:ph type="title" hasCustomPrompt="1"/>
          </p:nvPr>
        </p:nvSpPr>
        <p:spPr>
          <a:xfrm>
            <a:off x="354775" y="2579754"/>
            <a:ext cx="4768293" cy="1218241"/>
          </a:xfrm>
          <a:prstGeom prst="rect">
            <a:avLst/>
          </a:prstGeom>
        </p:spPr>
        <p:txBody>
          <a:bodyPr anchor="t">
            <a:noAutofit/>
          </a:bodyPr>
          <a:lstStyle>
            <a:lvl1pPr>
              <a:lnSpc>
                <a:spcPct val="80000"/>
              </a:lnSpc>
              <a:defRPr sz="5002" b="0" i="0" cap="all" baseline="0">
                <a:solidFill>
                  <a:schemeClr val="bg1"/>
                </a:solidFill>
                <a:latin typeface="+mn-lt"/>
              </a:defRPr>
            </a:lvl1pPr>
          </a:lstStyle>
          <a:p>
            <a:r>
              <a:rPr lang="en-US" dirty="0"/>
              <a:t>Chapter</a:t>
            </a:r>
            <a:br>
              <a:rPr lang="en-US" dirty="0"/>
            </a:br>
            <a:r>
              <a:rPr lang="en-US" dirty="0"/>
              <a:t>break</a:t>
            </a:r>
          </a:p>
        </p:txBody>
      </p:sp>
      <p:sp>
        <p:nvSpPr>
          <p:cNvPr id="3" name="Text Placeholder 11">
            <a:extLst>
              <a:ext uri="{FF2B5EF4-FFF2-40B4-BE49-F238E27FC236}">
                <a16:creationId xmlns:a16="http://schemas.microsoft.com/office/drawing/2014/main" id="{0E61F5DF-D832-31D3-23C6-35C45DECC55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D9A6A15-2129-16BF-B595-06123BC391F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ext Placeholder 28">
            <a:extLst>
              <a:ext uri="{FF2B5EF4-FFF2-40B4-BE49-F238E27FC236}">
                <a16:creationId xmlns:a16="http://schemas.microsoft.com/office/drawing/2014/main" id="{BB47484B-38FE-17AE-1EFD-9A6DDDF18E1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7FC7916F-3030-19B3-FFFB-1874E5657DD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9" name="Straight Connector 18">
            <a:extLst>
              <a:ext uri="{FF2B5EF4-FFF2-40B4-BE49-F238E27FC236}">
                <a16:creationId xmlns:a16="http://schemas.microsoft.com/office/drawing/2014/main" id="{F6D1C371-0150-E22E-DEDE-E9430738DC1C}"/>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86026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Divider-Black">
    <p:bg>
      <p:bgPr>
        <a:solidFill>
          <a:schemeClr val="tx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8E18579E-6960-C4A9-6FEC-8F3A2F554D70}"/>
              </a:ext>
            </a:extLst>
          </p:cNvPr>
          <p:cNvSpPr>
            <a:spLocks noGrp="1"/>
          </p:cNvSpPr>
          <p:nvPr>
            <p:ph type="body" sz="quarter" idx="18" hasCustomPrompt="1"/>
          </p:nvPr>
        </p:nvSpPr>
        <p:spPr>
          <a:xfrm>
            <a:off x="6197599" y="1454917"/>
            <a:ext cx="5994337" cy="4721482"/>
          </a:xfrm>
          <a:prstGeom prst="rect">
            <a:avLst/>
          </a:prstGeom>
        </p:spPr>
        <p:txBody>
          <a:bodyPr>
            <a:noAutofit/>
          </a:bodyPr>
          <a:lstStyle>
            <a:lvl1pPr marL="0" indent="0" algn="r">
              <a:lnSpc>
                <a:spcPct val="100000"/>
              </a:lnSpc>
              <a:spcBef>
                <a:spcPts val="0"/>
              </a:spcBef>
              <a:buNone/>
              <a:defRPr sz="38200" b="0" i="0" cap="none" spc="-300" baseline="0">
                <a:solidFill>
                  <a:schemeClr val="bg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 name="Text Placeholder 11">
            <a:extLst>
              <a:ext uri="{FF2B5EF4-FFF2-40B4-BE49-F238E27FC236}">
                <a16:creationId xmlns:a16="http://schemas.microsoft.com/office/drawing/2014/main" id="{314490A8-EF70-ECAA-EF78-23E75658515A}"/>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017CF167-C5BE-83A0-0256-01916872336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10000"/>
                    <a:lumOff val="9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2" name="Text Placeholder 28">
            <a:extLst>
              <a:ext uri="{FF2B5EF4-FFF2-40B4-BE49-F238E27FC236}">
                <a16:creationId xmlns:a16="http://schemas.microsoft.com/office/drawing/2014/main" id="{ED6E1FE4-5741-F385-F15F-BDAD8773BCED}"/>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0EFA0526-D3E5-D97F-EE41-841724D5EF9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9" name="Straight Connector 18">
            <a:extLst>
              <a:ext uri="{FF2B5EF4-FFF2-40B4-BE49-F238E27FC236}">
                <a16:creationId xmlns:a16="http://schemas.microsoft.com/office/drawing/2014/main" id="{EF95BEC9-404D-4C0D-6C77-ED8B83BF337A}"/>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796DFFD-F43B-0375-D0AA-1C4EAD189AE1}"/>
              </a:ext>
            </a:extLst>
          </p:cNvPr>
          <p:cNvCxnSpPr>
            <a:cxnSpLocks/>
          </p:cNvCxnSpPr>
          <p:nvPr userDrawn="1"/>
        </p:nvCxnSpPr>
        <p:spPr>
          <a:xfrm>
            <a:off x="342900" y="2413397"/>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1" name="Text Placeholder 2">
            <a:extLst>
              <a:ext uri="{FF2B5EF4-FFF2-40B4-BE49-F238E27FC236}">
                <a16:creationId xmlns:a16="http://schemas.microsoft.com/office/drawing/2014/main" id="{1E6A2AE7-E118-83D7-230A-3C8C4C69F924}"/>
              </a:ext>
            </a:extLst>
          </p:cNvPr>
          <p:cNvSpPr>
            <a:spLocks noGrp="1"/>
          </p:cNvSpPr>
          <p:nvPr>
            <p:ph type="body" sz="quarter" idx="17"/>
          </p:nvPr>
        </p:nvSpPr>
        <p:spPr>
          <a:xfrm>
            <a:off x="354775" y="4032077"/>
            <a:ext cx="3355357" cy="1977966"/>
          </a:xfrm>
          <a:prstGeom prst="rect">
            <a:avLst/>
          </a:prstGeom>
        </p:spPr>
        <p:txBody>
          <a:bodyPr>
            <a:noAutofit/>
          </a:bodyPr>
          <a:lstStyle>
            <a:lvl1pPr marL="0" indent="0">
              <a:lnSpc>
                <a:spcPct val="100000"/>
              </a:lnSpc>
              <a:spcBef>
                <a:spcPts val="0"/>
              </a:spcBef>
              <a:buNone/>
              <a:defRPr sz="1400" b="0" cap="none" baseline="0">
                <a:solidFill>
                  <a:schemeClr val="bg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2" name="Title 1">
            <a:extLst>
              <a:ext uri="{FF2B5EF4-FFF2-40B4-BE49-F238E27FC236}">
                <a16:creationId xmlns:a16="http://schemas.microsoft.com/office/drawing/2014/main" id="{E1AF1833-E184-2026-5843-968518F33034}"/>
              </a:ext>
            </a:extLst>
          </p:cNvPr>
          <p:cNvSpPr>
            <a:spLocks noGrp="1"/>
          </p:cNvSpPr>
          <p:nvPr>
            <p:ph type="title" hasCustomPrompt="1"/>
          </p:nvPr>
        </p:nvSpPr>
        <p:spPr>
          <a:xfrm>
            <a:off x="354775" y="2579754"/>
            <a:ext cx="4768293" cy="1218241"/>
          </a:xfrm>
          <a:prstGeom prst="rect">
            <a:avLst/>
          </a:prstGeom>
        </p:spPr>
        <p:txBody>
          <a:bodyPr anchor="t">
            <a:noAutofit/>
          </a:bodyPr>
          <a:lstStyle>
            <a:lvl1pPr>
              <a:lnSpc>
                <a:spcPct val="80000"/>
              </a:lnSpc>
              <a:defRPr sz="5002" b="0" i="0" cap="all" baseline="0">
                <a:solidFill>
                  <a:schemeClr val="bg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20568133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Divider-Blue-Gradient">
    <p:bg>
      <p:bgPr>
        <a:gradFill>
          <a:gsLst>
            <a:gs pos="0">
              <a:schemeClr val="accent2">
                <a:lumMod val="20000"/>
                <a:lumOff val="80000"/>
                <a:alpha val="33000"/>
              </a:schemeClr>
            </a:gs>
            <a:gs pos="35000">
              <a:schemeClr val="accent3"/>
            </a:gs>
            <a:gs pos="100000">
              <a:schemeClr val="accent2"/>
            </a:gs>
          </a:gsLst>
          <a:lin ang="16200000" scaled="1"/>
        </a:gradFill>
        <a:effectLst/>
      </p:bgPr>
    </p:bg>
    <p:spTree>
      <p:nvGrpSpPr>
        <p:cNvPr id="1" name=""/>
        <p:cNvGrpSpPr/>
        <p:nvPr/>
      </p:nvGrpSpPr>
      <p:grpSpPr>
        <a:xfrm>
          <a:off x="0" y="0"/>
          <a:ext cx="0" cy="0"/>
          <a:chOff x="0" y="0"/>
          <a:chExt cx="0" cy="0"/>
        </a:xfrm>
      </p:grpSpPr>
      <p:sp>
        <p:nvSpPr>
          <p:cNvPr id="2" name="Text Placeholder 3">
            <a:extLst>
              <a:ext uri="{FF2B5EF4-FFF2-40B4-BE49-F238E27FC236}">
                <a16:creationId xmlns:a16="http://schemas.microsoft.com/office/drawing/2014/main" id="{2D5A8270-E80A-6382-1E2A-E0888A73C37A}"/>
              </a:ext>
            </a:extLst>
          </p:cNvPr>
          <p:cNvSpPr>
            <a:spLocks noGrp="1"/>
          </p:cNvSpPr>
          <p:nvPr>
            <p:ph type="body" sz="quarter" idx="18" hasCustomPrompt="1"/>
          </p:nvPr>
        </p:nvSpPr>
        <p:spPr>
          <a:xfrm>
            <a:off x="6197600" y="1454917"/>
            <a:ext cx="599433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12" name="Text Placeholder 11">
            <a:extLst>
              <a:ext uri="{FF2B5EF4-FFF2-40B4-BE49-F238E27FC236}">
                <a16:creationId xmlns:a16="http://schemas.microsoft.com/office/drawing/2014/main" id="{2B091C68-862E-735F-2E16-CB19BC730AB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5" name="Slide Number Placeholder 9">
            <a:extLst>
              <a:ext uri="{FF2B5EF4-FFF2-40B4-BE49-F238E27FC236}">
                <a16:creationId xmlns:a16="http://schemas.microsoft.com/office/drawing/2014/main" id="{52F1649A-CDC4-3220-E32A-9E36A2BB77E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6" name="Text Placeholder 28">
            <a:extLst>
              <a:ext uri="{FF2B5EF4-FFF2-40B4-BE49-F238E27FC236}">
                <a16:creationId xmlns:a16="http://schemas.microsoft.com/office/drawing/2014/main" id="{44CABD51-AD19-98BB-E316-BD4855B2438D}"/>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20" name="Image 1" descr=" ">
            <a:extLst>
              <a:ext uri="{FF2B5EF4-FFF2-40B4-BE49-F238E27FC236}">
                <a16:creationId xmlns:a16="http://schemas.microsoft.com/office/drawing/2014/main" id="{76BABD31-EB54-B39D-6D72-D7A8AA987BA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23" name="Straight Connector 22">
            <a:extLst>
              <a:ext uri="{FF2B5EF4-FFF2-40B4-BE49-F238E27FC236}">
                <a16:creationId xmlns:a16="http://schemas.microsoft.com/office/drawing/2014/main" id="{3588EF26-1CCC-EE19-4DBF-F359186DA035}"/>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0D189ED-9C53-4568-8877-26A8B05B3AF8}"/>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26" name="Text Placeholder 2">
            <a:extLst>
              <a:ext uri="{FF2B5EF4-FFF2-40B4-BE49-F238E27FC236}">
                <a16:creationId xmlns:a16="http://schemas.microsoft.com/office/drawing/2014/main" id="{88FBE39A-9DD4-5BEE-6286-C2483563531C}"/>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itle 1">
            <a:extLst>
              <a:ext uri="{FF2B5EF4-FFF2-40B4-BE49-F238E27FC236}">
                <a16:creationId xmlns:a16="http://schemas.microsoft.com/office/drawing/2014/main" id="{5202157C-615C-E42F-07EB-F84589B59200}"/>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40543814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Divider-Light-Silver">
    <p:bg>
      <p:bgPr>
        <a:blipFill>
          <a:blip>
            <a:extLst>
              <a:ext uri="{96DAC541-7B7A-43D3-8B79-37D633B846F1}">
                <asvg:svgBlip xmlns:asvg="http://schemas.microsoft.com/office/drawing/2016/SVG/main" r:embed="rId2"/>
              </a:ext>
            </a:extLst>
          </a:blip>
          <a:stretch>
            <a:fillRect/>
          </a:stretch>
        </a:blipFill>
        <a:effectLst/>
      </p:bgPr>
    </p:bg>
    <p:spTree>
      <p:nvGrpSpPr>
        <p:cNvPr id="1" name=""/>
        <p:cNvGrpSpPr/>
        <p:nvPr/>
      </p:nvGrpSpPr>
      <p:grpSpPr>
        <a:xfrm>
          <a:off x="0" y="0"/>
          <a:ext cx="0" cy="0"/>
          <a:chOff x="0" y="0"/>
          <a:chExt cx="0" cy="0"/>
        </a:xfrm>
      </p:grpSpPr>
      <p:sp>
        <p:nvSpPr>
          <p:cNvPr id="5" name="Text Placeholder 11">
            <a:extLst>
              <a:ext uri="{FF2B5EF4-FFF2-40B4-BE49-F238E27FC236}">
                <a16:creationId xmlns:a16="http://schemas.microsoft.com/office/drawing/2014/main" id="{DF334EDB-2433-64B8-B237-63C4B6E44912}"/>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160477DC-8BFE-4D74-E5CD-DB00BC07084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7" name="Text Placeholder 28">
            <a:extLst>
              <a:ext uri="{FF2B5EF4-FFF2-40B4-BE49-F238E27FC236}">
                <a16:creationId xmlns:a16="http://schemas.microsoft.com/office/drawing/2014/main" id="{F87D4101-11CB-428B-A4F6-38D67057725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9" name="Image 1" descr=" ">
            <a:extLst>
              <a:ext uri="{FF2B5EF4-FFF2-40B4-BE49-F238E27FC236}">
                <a16:creationId xmlns:a16="http://schemas.microsoft.com/office/drawing/2014/main" id="{0B150DCE-CB89-D260-FDA2-F0ADAE75C55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8" name="Straight Connector 17">
            <a:extLst>
              <a:ext uri="{FF2B5EF4-FFF2-40B4-BE49-F238E27FC236}">
                <a16:creationId xmlns:a16="http://schemas.microsoft.com/office/drawing/2014/main" id="{A29235AE-E244-503D-892C-68DE22ADC659}"/>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4CA8001-EBA7-E3C9-EF6A-5E8E7904BBF4}"/>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20" name="Text Placeholder 3">
            <a:extLst>
              <a:ext uri="{FF2B5EF4-FFF2-40B4-BE49-F238E27FC236}">
                <a16:creationId xmlns:a16="http://schemas.microsoft.com/office/drawing/2014/main" id="{50483FE8-E930-1F31-3237-6BAE2C7A35F4}"/>
              </a:ext>
            </a:extLst>
          </p:cNvPr>
          <p:cNvSpPr>
            <a:spLocks noGrp="1"/>
          </p:cNvSpPr>
          <p:nvPr>
            <p:ph type="body" sz="quarter" idx="18" hasCustomPrompt="1"/>
          </p:nvPr>
        </p:nvSpPr>
        <p:spPr>
          <a:xfrm>
            <a:off x="6197600" y="1454917"/>
            <a:ext cx="599433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4" name="Text Placeholder 2">
            <a:extLst>
              <a:ext uri="{FF2B5EF4-FFF2-40B4-BE49-F238E27FC236}">
                <a16:creationId xmlns:a16="http://schemas.microsoft.com/office/drawing/2014/main" id="{7E542F22-89F6-39FC-373A-9062A5E20580}"/>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itle 1">
            <a:extLst>
              <a:ext uri="{FF2B5EF4-FFF2-40B4-BE49-F238E27FC236}">
                <a16:creationId xmlns:a16="http://schemas.microsoft.com/office/drawing/2014/main" id="{DA09C188-F9C1-0BD6-96BA-7971E182B632}"/>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180616990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Divider-White">
    <p:bg>
      <p:bgPr>
        <a:solidFill>
          <a:schemeClr val="bg1"/>
        </a:solidFill>
        <a:effectLst/>
      </p:bgPr>
    </p:bg>
    <p:spTree>
      <p:nvGrpSpPr>
        <p:cNvPr id="1" name=""/>
        <p:cNvGrpSpPr/>
        <p:nvPr/>
      </p:nvGrpSpPr>
      <p:grpSpPr>
        <a:xfrm>
          <a:off x="0" y="0"/>
          <a:ext cx="0" cy="0"/>
          <a:chOff x="0" y="0"/>
          <a:chExt cx="0" cy="0"/>
        </a:xfrm>
      </p:grpSpPr>
      <p:sp>
        <p:nvSpPr>
          <p:cNvPr id="2" name="Text Placeholder 11">
            <a:extLst>
              <a:ext uri="{FF2B5EF4-FFF2-40B4-BE49-F238E27FC236}">
                <a16:creationId xmlns:a16="http://schemas.microsoft.com/office/drawing/2014/main" id="{FFAE5CA4-88FC-8BB2-60B3-37839A17ADE9}"/>
              </a:ext>
            </a:extLst>
          </p:cNvPr>
          <p:cNvSpPr>
            <a:spLocks noGrp="1"/>
          </p:cNvSpPr>
          <p:nvPr>
            <p:ph type="body" sz="quarter" idx="18" hasCustomPrompt="1"/>
          </p:nvPr>
        </p:nvSpPr>
        <p:spPr>
          <a:xfrm>
            <a:off x="6208861" y="1454917"/>
            <a:ext cx="598307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5" name="Text Placeholder 28">
            <a:extLst>
              <a:ext uri="{FF2B5EF4-FFF2-40B4-BE49-F238E27FC236}">
                <a16:creationId xmlns:a16="http://schemas.microsoft.com/office/drawing/2014/main" id="{2F182713-F7C3-DEB4-2CB2-BC5205FB95CC}"/>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6" name="Image 1" descr=" ">
            <a:extLst>
              <a:ext uri="{FF2B5EF4-FFF2-40B4-BE49-F238E27FC236}">
                <a16:creationId xmlns:a16="http://schemas.microsoft.com/office/drawing/2014/main" id="{EB05C27A-8401-86B6-4192-6D99AA03F3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11" name="Straight Connector 10">
            <a:extLst>
              <a:ext uri="{FF2B5EF4-FFF2-40B4-BE49-F238E27FC236}">
                <a16:creationId xmlns:a16="http://schemas.microsoft.com/office/drawing/2014/main" id="{3C8BCE35-A94B-4668-1C0B-718E93DF1583}"/>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5DADC50-F350-8149-DEA8-4F3A654BE0B9}"/>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9" name="Text Placeholder 11">
            <a:extLst>
              <a:ext uri="{FF2B5EF4-FFF2-40B4-BE49-F238E27FC236}">
                <a16:creationId xmlns:a16="http://schemas.microsoft.com/office/drawing/2014/main" id="{DBAEEBDB-C07C-3386-FD9C-8B836FB74B1C}"/>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3" name="Slide Number Placeholder 9">
            <a:extLst>
              <a:ext uri="{FF2B5EF4-FFF2-40B4-BE49-F238E27FC236}">
                <a16:creationId xmlns:a16="http://schemas.microsoft.com/office/drawing/2014/main" id="{B55E066F-6A7C-9F90-6B67-5BF68D37F37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6" name="Text Placeholder 2">
            <a:extLst>
              <a:ext uri="{FF2B5EF4-FFF2-40B4-BE49-F238E27FC236}">
                <a16:creationId xmlns:a16="http://schemas.microsoft.com/office/drawing/2014/main" id="{5CA47A6B-85D1-41ED-6D7C-DE6E1E591126}"/>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itle 1">
            <a:extLst>
              <a:ext uri="{FF2B5EF4-FFF2-40B4-BE49-F238E27FC236}">
                <a16:creationId xmlns:a16="http://schemas.microsoft.com/office/drawing/2014/main" id="{16C262A1-8A8F-98E1-6A18-8FAEE5EA3FC7}"/>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spTree>
    <p:extLst>
      <p:ext uri="{BB962C8B-B14F-4D97-AF65-F5344CB8AC3E}">
        <p14:creationId xmlns:p14="http://schemas.microsoft.com/office/powerpoint/2010/main" val="19867366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Orange-Gradient">
    <p:bg>
      <p:bgPr>
        <a:gradFill>
          <a:gsLst>
            <a:gs pos="0">
              <a:schemeClr val="accent5">
                <a:lumMod val="20000"/>
                <a:lumOff val="80000"/>
                <a:alpha val="33000"/>
              </a:schemeClr>
            </a:gs>
            <a:gs pos="35000">
              <a:schemeClr val="accent6">
                <a:alpha val="68000"/>
              </a:schemeClr>
            </a:gs>
            <a:gs pos="100000">
              <a:schemeClr val="accent5"/>
            </a:gs>
          </a:gsLst>
          <a:lin ang="16200000" scaled="1"/>
        </a:gradFill>
        <a:effectLst/>
      </p:bgPr>
    </p:bg>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75B9A628-467F-AE24-863B-1EC7A2DD304B}"/>
              </a:ext>
            </a:extLst>
          </p:cNvPr>
          <p:cNvSpPr>
            <a:spLocks noGrp="1"/>
          </p:cNvSpPr>
          <p:nvPr>
            <p:ph type="body" sz="quarter" idx="18" hasCustomPrompt="1"/>
          </p:nvPr>
        </p:nvSpPr>
        <p:spPr>
          <a:xfrm>
            <a:off x="6208861" y="1454917"/>
            <a:ext cx="5983076" cy="4721482"/>
          </a:xfrm>
          <a:prstGeom prst="rect">
            <a:avLst/>
          </a:prstGeom>
        </p:spPr>
        <p:txBody>
          <a:bodyPr>
            <a:noAutofit/>
          </a:bodyPr>
          <a:lstStyle>
            <a:lvl1pPr marL="0" indent="0" algn="r">
              <a:lnSpc>
                <a:spcPct val="100000"/>
              </a:lnSpc>
              <a:spcBef>
                <a:spcPts val="0"/>
              </a:spcBef>
              <a:buNone/>
              <a:defRPr sz="38200" b="0" i="0" cap="none" spc="-300" baseline="0">
                <a:solidFill>
                  <a:schemeClr val="tx1"/>
                </a:solidFill>
                <a:latin typeface="Roboto Mono Light" pitchFamily="2" charset="0"/>
                <a:ea typeface="Roboto Mono Light" pitchFamily="2" charset="0"/>
              </a:defRPr>
            </a:lvl1pPr>
            <a:lvl2pPr>
              <a:buNone/>
              <a:defRPr/>
            </a:lvl2pPr>
            <a:lvl3pPr>
              <a:buNone/>
              <a:defRPr/>
            </a:lvl3pPr>
            <a:lvl4pPr>
              <a:buNone/>
              <a:defRPr/>
            </a:lvl4pPr>
            <a:lvl5pPr>
              <a:buNone/>
              <a:defRPr/>
            </a:lvl5pPr>
          </a:lstStyle>
          <a:p>
            <a:pPr lvl="0"/>
            <a:r>
              <a:rPr lang="en-US"/>
              <a:t>1</a:t>
            </a:r>
          </a:p>
        </p:txBody>
      </p:sp>
      <p:sp>
        <p:nvSpPr>
          <p:cNvPr id="28" name="Text Placeholder 11">
            <a:extLst>
              <a:ext uri="{FF2B5EF4-FFF2-40B4-BE49-F238E27FC236}">
                <a16:creationId xmlns:a16="http://schemas.microsoft.com/office/drawing/2014/main" id="{EEFD7C2E-FE39-6DBB-2F60-C2C78177FFD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9" name="Slide Number Placeholder 9">
            <a:extLst>
              <a:ext uri="{FF2B5EF4-FFF2-40B4-BE49-F238E27FC236}">
                <a16:creationId xmlns:a16="http://schemas.microsoft.com/office/drawing/2014/main" id="{FFECDFEF-DB4B-6E72-07EC-B9BD127DC78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90000"/>
                    <a:lumOff val="1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0" name="Text Placeholder 28">
            <a:extLst>
              <a:ext uri="{FF2B5EF4-FFF2-40B4-BE49-F238E27FC236}">
                <a16:creationId xmlns:a16="http://schemas.microsoft.com/office/drawing/2014/main" id="{D7C78FA1-D866-70BD-C603-06AB9BE970B3}"/>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31" name="Image 1" descr=" ">
            <a:extLst>
              <a:ext uri="{FF2B5EF4-FFF2-40B4-BE49-F238E27FC236}">
                <a16:creationId xmlns:a16="http://schemas.microsoft.com/office/drawing/2014/main" id="{F1CE63DB-C5ED-7B01-CAC9-42602FDC8A4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32" name="Straight Connector 31">
            <a:extLst>
              <a:ext uri="{FF2B5EF4-FFF2-40B4-BE49-F238E27FC236}">
                <a16:creationId xmlns:a16="http://schemas.microsoft.com/office/drawing/2014/main" id="{8AB4E032-7050-F3F4-A1DE-B3FB3BEA75D8}"/>
              </a:ext>
            </a:extLst>
          </p:cNvPr>
          <p:cNvCxnSpPr>
            <a:cxnSpLocks/>
          </p:cNvCxnSpPr>
          <p:nvPr userDrawn="1"/>
        </p:nvCxnSpPr>
        <p:spPr>
          <a:xfrm>
            <a:off x="342900" y="2413397"/>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33" name="Text Placeholder 2">
            <a:extLst>
              <a:ext uri="{FF2B5EF4-FFF2-40B4-BE49-F238E27FC236}">
                <a16:creationId xmlns:a16="http://schemas.microsoft.com/office/drawing/2014/main" id="{6FA17A5E-0FE4-55C2-CFBC-0F9EF4940DDD}"/>
              </a:ext>
            </a:extLst>
          </p:cNvPr>
          <p:cNvSpPr>
            <a:spLocks noGrp="1"/>
          </p:cNvSpPr>
          <p:nvPr>
            <p:ph type="body" sz="quarter" idx="17"/>
          </p:nvPr>
        </p:nvSpPr>
        <p:spPr>
          <a:xfrm>
            <a:off x="337107" y="4022033"/>
            <a:ext cx="3355357" cy="1977966"/>
          </a:xfrm>
          <a:prstGeom prst="rect">
            <a:avLst/>
          </a:prstGeom>
        </p:spPr>
        <p:txBody>
          <a:bodyPr>
            <a:noAutofit/>
          </a:bodyPr>
          <a:lstStyle>
            <a:lvl1pPr marL="0" indent="0">
              <a:lnSpc>
                <a:spcPct val="100000"/>
              </a:lnSpc>
              <a:spcBef>
                <a:spcPts val="0"/>
              </a:spcBef>
              <a:buNone/>
              <a:defRPr sz="1400" b="0" cap="none" baseline="0">
                <a:solidFill>
                  <a:schemeClr val="tx1"/>
                </a:solidFill>
                <a:latin typeface="+mj-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itle 1">
            <a:extLst>
              <a:ext uri="{FF2B5EF4-FFF2-40B4-BE49-F238E27FC236}">
                <a16:creationId xmlns:a16="http://schemas.microsoft.com/office/drawing/2014/main" id="{9350623D-9EE8-6466-37AF-75E973C752C5}"/>
              </a:ext>
            </a:extLst>
          </p:cNvPr>
          <p:cNvSpPr>
            <a:spLocks noGrp="1"/>
          </p:cNvSpPr>
          <p:nvPr>
            <p:ph type="title" hasCustomPrompt="1"/>
          </p:nvPr>
        </p:nvSpPr>
        <p:spPr>
          <a:xfrm>
            <a:off x="337107" y="2569710"/>
            <a:ext cx="4768293" cy="1218241"/>
          </a:xfrm>
          <a:prstGeom prst="rect">
            <a:avLst/>
          </a:prstGeom>
        </p:spPr>
        <p:txBody>
          <a:bodyPr anchor="t">
            <a:noAutofit/>
          </a:bodyPr>
          <a:lstStyle>
            <a:lvl1pPr>
              <a:lnSpc>
                <a:spcPct val="80000"/>
              </a:lnSpc>
              <a:defRPr sz="5002" b="0" i="0" cap="all" baseline="0">
                <a:solidFill>
                  <a:schemeClr val="tx1"/>
                </a:solidFill>
                <a:latin typeface="+mn-lt"/>
              </a:defRPr>
            </a:lvl1pPr>
          </a:lstStyle>
          <a:p>
            <a:r>
              <a:rPr lang="en-US" dirty="0"/>
              <a:t>Chapter</a:t>
            </a:r>
            <a:br>
              <a:rPr lang="en-US" dirty="0"/>
            </a:br>
            <a:r>
              <a:rPr lang="en-US" dirty="0"/>
              <a:t>break</a:t>
            </a:r>
          </a:p>
        </p:txBody>
      </p:sp>
      <p:cxnSp>
        <p:nvCxnSpPr>
          <p:cNvPr id="37" name="Straight Connector 36">
            <a:extLst>
              <a:ext uri="{FF2B5EF4-FFF2-40B4-BE49-F238E27FC236}">
                <a16:creationId xmlns:a16="http://schemas.microsoft.com/office/drawing/2014/main" id="{F7EDF96D-BB50-0CCF-CA4A-8E516F61434A}"/>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35955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1Column">
    <p:spTree>
      <p:nvGrpSpPr>
        <p:cNvPr id="1" name=""/>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2E51680A-FFEB-87D3-5EF8-50A2898A208D}"/>
              </a:ext>
            </a:extLst>
          </p:cNvPr>
          <p:cNvSpPr>
            <a:spLocks noGrp="1"/>
          </p:cNvSpPr>
          <p:nvPr>
            <p:ph sz="quarter" idx="37"/>
          </p:nvPr>
        </p:nvSpPr>
        <p:spPr>
          <a:xfrm>
            <a:off x="358775" y="2819400"/>
            <a:ext cx="11490325"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11">
            <a:extLst>
              <a:ext uri="{FF2B5EF4-FFF2-40B4-BE49-F238E27FC236}">
                <a16:creationId xmlns:a16="http://schemas.microsoft.com/office/drawing/2014/main" id="{FD571CDE-B9F4-7B75-49A8-D1C30DB9346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dirty="0"/>
              <a:t>Presentation or Section name</a:t>
            </a:r>
          </a:p>
        </p:txBody>
      </p:sp>
      <p:sp>
        <p:nvSpPr>
          <p:cNvPr id="8" name="Slide Number Placeholder 9">
            <a:extLst>
              <a:ext uri="{FF2B5EF4-FFF2-40B4-BE49-F238E27FC236}">
                <a16:creationId xmlns:a16="http://schemas.microsoft.com/office/drawing/2014/main" id="{64CAFCC1-38CA-3166-0FCA-B21C3B410E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2" name="Title 1"/>
          <p:cNvSpPr>
            <a:spLocks noGrp="1"/>
          </p:cNvSpPr>
          <p:nvPr>
            <p:ph type="title" hasCustomPrompt="1"/>
          </p:nvPr>
        </p:nvSpPr>
        <p:spPr>
          <a:xfrm>
            <a:off x="358734" y="1081986"/>
            <a:ext cx="4111150"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Tree>
    <p:extLst>
      <p:ext uri="{BB962C8B-B14F-4D97-AF65-F5344CB8AC3E}">
        <p14:creationId xmlns:p14="http://schemas.microsoft.com/office/powerpoint/2010/main" val="1174432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Title-2Column">
    <p:bg>
      <p:bgRef idx="1001">
        <a:schemeClr val="bg1"/>
      </p:bgRef>
    </p:bg>
    <p:spTree>
      <p:nvGrpSpPr>
        <p:cNvPr id="1" name=""/>
        <p:cNvGrpSpPr/>
        <p:nvPr/>
      </p:nvGrpSpPr>
      <p:grpSpPr>
        <a:xfrm>
          <a:off x="0" y="0"/>
          <a:ext cx="0" cy="0"/>
          <a:chOff x="0" y="0"/>
          <a:chExt cx="0" cy="0"/>
        </a:xfrm>
      </p:grpSpPr>
      <p:sp>
        <p:nvSpPr>
          <p:cNvPr id="4" name="Content Placeholder 18">
            <a:extLst>
              <a:ext uri="{FF2B5EF4-FFF2-40B4-BE49-F238E27FC236}">
                <a16:creationId xmlns:a16="http://schemas.microsoft.com/office/drawing/2014/main" id="{EF421049-F956-A104-A43E-E3CB84233D85}"/>
              </a:ext>
            </a:extLst>
          </p:cNvPr>
          <p:cNvSpPr>
            <a:spLocks noGrp="1"/>
          </p:cNvSpPr>
          <p:nvPr>
            <p:ph sz="quarter" idx="39"/>
          </p:nvPr>
        </p:nvSpPr>
        <p:spPr>
          <a:xfrm>
            <a:off x="6201435" y="2819400"/>
            <a:ext cx="5647728"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Content Placeholder 18">
            <a:extLst>
              <a:ext uri="{FF2B5EF4-FFF2-40B4-BE49-F238E27FC236}">
                <a16:creationId xmlns:a16="http://schemas.microsoft.com/office/drawing/2014/main" id="{E4F55C55-8346-112B-1129-2106DC0303BB}"/>
              </a:ext>
            </a:extLst>
          </p:cNvPr>
          <p:cNvSpPr>
            <a:spLocks noGrp="1"/>
          </p:cNvSpPr>
          <p:nvPr>
            <p:ph sz="quarter" idx="38"/>
          </p:nvPr>
        </p:nvSpPr>
        <p:spPr>
          <a:xfrm>
            <a:off x="358775" y="2819400"/>
            <a:ext cx="5508625" cy="3429000"/>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lnSpc>
                <a:spcPct val="100000"/>
              </a:lnSpc>
              <a:buNone/>
              <a:defRPr/>
            </a:lvl6pPr>
            <a:lvl7pPr>
              <a:lnSpc>
                <a:spcPct val="100000"/>
              </a:lnSpc>
              <a:buNone/>
              <a:defRPr/>
            </a:lvl7pPr>
            <a:lvl8pPr>
              <a:lnSpc>
                <a:spcPct val="100000"/>
              </a:lnSpc>
              <a:buNone/>
              <a:defRPr/>
            </a:lvl8pPr>
            <a:lvl9pPr>
              <a:lnSpc>
                <a:spcPct val="100000"/>
              </a:lnSpc>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Slide Number Placeholder 9">
            <a:extLst>
              <a:ext uri="{FF2B5EF4-FFF2-40B4-BE49-F238E27FC236}">
                <a16:creationId xmlns:a16="http://schemas.microsoft.com/office/drawing/2014/main" id="{1E196B1F-97BA-66EA-F3B2-AD61755ECC47}"/>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 name="Title 1">
            <a:extLst>
              <a:ext uri="{FF2B5EF4-FFF2-40B4-BE49-F238E27FC236}">
                <a16:creationId xmlns:a16="http://schemas.microsoft.com/office/drawing/2014/main" id="{9E4997B3-65DE-B586-D9F2-57FD4D396789}"/>
              </a:ext>
            </a:extLst>
          </p:cNvPr>
          <p:cNvSpPr>
            <a:spLocks noGrp="1"/>
          </p:cNvSpPr>
          <p:nvPr>
            <p:ph type="title" hasCustomPrompt="1"/>
          </p:nvPr>
        </p:nvSpPr>
        <p:spPr>
          <a:xfrm>
            <a:off x="342899" y="1081985"/>
            <a:ext cx="7122025" cy="1317916"/>
          </a:xfrm>
          <a:prstGeom prst="rect">
            <a:avLst/>
          </a:prstGeom>
        </p:spPr>
        <p:txBody>
          <a:bodyPr anchor="t">
            <a:noAutofit/>
          </a:bodyPr>
          <a:lstStyle>
            <a:lvl1pPr>
              <a:lnSpc>
                <a:spcPct val="80000"/>
              </a:lnSpc>
              <a:defRPr sz="5002" b="0" i="0" cap="all" baseline="0">
                <a:latin typeface="+mn-lt"/>
              </a:defRPr>
            </a:lvl1pPr>
          </a:lstStyle>
          <a:p>
            <a:r>
              <a:rPr lang="en-US" dirty="0"/>
              <a:t>CLICK TO EDIT MASTER TITLE STYLE</a:t>
            </a:r>
          </a:p>
        </p:txBody>
      </p:sp>
      <p:sp>
        <p:nvSpPr>
          <p:cNvPr id="8" name="Text Placeholder 11">
            <a:extLst>
              <a:ext uri="{FF2B5EF4-FFF2-40B4-BE49-F238E27FC236}">
                <a16:creationId xmlns:a16="http://schemas.microsoft.com/office/drawing/2014/main" id="{22323E9D-2A23-9B3D-C4BE-B58B4B9309F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Tree>
    <p:extLst>
      <p:ext uri="{BB962C8B-B14F-4D97-AF65-F5344CB8AC3E}">
        <p14:creationId xmlns:p14="http://schemas.microsoft.com/office/powerpoint/2010/main" val="32595765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gTitle-2Column-Dark">
    <p:bg>
      <p:bgPr>
        <a:solidFill>
          <a:schemeClr val="tx2"/>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C85EAE4B-6D8B-26A7-046C-3C3E7CE3BCCD}"/>
              </a:ext>
            </a:extLst>
          </p:cNvPr>
          <p:cNvSpPr>
            <a:spLocks noGrp="1"/>
          </p:cNvSpPr>
          <p:nvPr>
            <p:ph type="title" hasCustomPrompt="1"/>
          </p:nvPr>
        </p:nvSpPr>
        <p:spPr>
          <a:xfrm>
            <a:off x="342899" y="1081985"/>
            <a:ext cx="7028007" cy="1279828"/>
          </a:xfrm>
          <a:prstGeom prst="rect">
            <a:avLst/>
          </a:prstGeom>
        </p:spPr>
        <p:txBody>
          <a:bodyPr anchor="t">
            <a:noAutofit/>
          </a:bodyPr>
          <a:lstStyle>
            <a:lvl1pPr>
              <a:lnSpc>
                <a:spcPct val="80000"/>
              </a:lnSpc>
              <a:defRPr sz="5002" b="0" i="0" cap="all" baseline="0">
                <a:solidFill>
                  <a:schemeClr val="bg2"/>
                </a:solidFill>
                <a:latin typeface="+mn-lt"/>
              </a:defRPr>
            </a:lvl1pPr>
          </a:lstStyle>
          <a:p>
            <a:r>
              <a:rPr lang="en-US" dirty="0"/>
              <a:t>CLICK TO EDIT MASTER TITLE STYLE</a:t>
            </a:r>
          </a:p>
        </p:txBody>
      </p:sp>
      <p:sp>
        <p:nvSpPr>
          <p:cNvPr id="5" name="Slide Number Placeholder 9">
            <a:extLst>
              <a:ext uri="{FF2B5EF4-FFF2-40B4-BE49-F238E27FC236}">
                <a16:creationId xmlns:a16="http://schemas.microsoft.com/office/drawing/2014/main" id="{C8F50C98-5A16-64A2-5AA9-4B4DF9AF61F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solidFill>
                <a:schemeClr val="tx2">
                  <a:lumMod val="50000"/>
                  <a:lumOff val="50000"/>
                </a:schemeClr>
              </a:solidFill>
            </a:endParaRPr>
          </a:p>
        </p:txBody>
      </p:sp>
      <p:sp>
        <p:nvSpPr>
          <p:cNvPr id="13" name="Text Placeholder 11">
            <a:extLst>
              <a:ext uri="{FF2B5EF4-FFF2-40B4-BE49-F238E27FC236}">
                <a16:creationId xmlns:a16="http://schemas.microsoft.com/office/drawing/2014/main" id="{E5B3BB12-2DFA-831B-7A3E-3D632A39583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21" name="Text Placeholder 28">
            <a:extLst>
              <a:ext uri="{FF2B5EF4-FFF2-40B4-BE49-F238E27FC236}">
                <a16:creationId xmlns:a16="http://schemas.microsoft.com/office/drawing/2014/main" id="{EBDAC0C8-9EBE-6309-43F7-5A958C59C6C7}"/>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22" name="Image 1" descr=" ">
            <a:extLst>
              <a:ext uri="{FF2B5EF4-FFF2-40B4-BE49-F238E27FC236}">
                <a16:creationId xmlns:a16="http://schemas.microsoft.com/office/drawing/2014/main" id="{55D46E82-B97D-D958-9398-BD87981CF63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42900" y="204509"/>
            <a:ext cx="317498" cy="361809"/>
          </a:xfrm>
          <a:prstGeom prst="rect">
            <a:avLst/>
          </a:prstGeom>
        </p:spPr>
      </p:pic>
      <p:cxnSp>
        <p:nvCxnSpPr>
          <p:cNvPr id="25" name="Straight Connector 24">
            <a:extLst>
              <a:ext uri="{FF2B5EF4-FFF2-40B4-BE49-F238E27FC236}">
                <a16:creationId xmlns:a16="http://schemas.microsoft.com/office/drawing/2014/main" id="{4502E169-0CDC-3811-8329-058FFB935CE2}"/>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 name="Content Placeholder 18">
            <a:extLst>
              <a:ext uri="{FF2B5EF4-FFF2-40B4-BE49-F238E27FC236}">
                <a16:creationId xmlns:a16="http://schemas.microsoft.com/office/drawing/2014/main" id="{6AD4473B-AEA3-ED4D-83C8-A9BB1245AFBE}"/>
              </a:ext>
            </a:extLst>
          </p:cNvPr>
          <p:cNvSpPr>
            <a:spLocks noGrp="1"/>
          </p:cNvSpPr>
          <p:nvPr>
            <p:ph sz="quarter" idx="39"/>
          </p:nvPr>
        </p:nvSpPr>
        <p:spPr>
          <a:xfrm>
            <a:off x="6201435" y="2819400"/>
            <a:ext cx="5647728" cy="3429000"/>
          </a:xfrm>
        </p:spPr>
        <p:txBody>
          <a:bodyPr/>
          <a:lstStyle>
            <a:lvl1pPr marL="11113" indent="-11113">
              <a:lnSpc>
                <a:spcPct val="100000"/>
              </a:lnSpc>
              <a:buNone/>
              <a:tabLst/>
              <a:defRPr>
                <a:solidFill>
                  <a:schemeClr val="bg1"/>
                </a:solidFill>
              </a:defRPr>
            </a:lvl1pPr>
            <a:lvl2pPr>
              <a:lnSpc>
                <a:spcPct val="100000"/>
              </a:lnSpc>
              <a:buNone/>
              <a:defRPr>
                <a:solidFill>
                  <a:schemeClr val="bg1"/>
                </a:solidFill>
              </a:defRPr>
            </a:lvl2pPr>
            <a:lvl3pPr>
              <a:lnSpc>
                <a:spcPct val="100000"/>
              </a:lnSpc>
              <a:buNone/>
              <a:defRPr>
                <a:solidFill>
                  <a:schemeClr val="bg1"/>
                </a:solidFill>
              </a:defRPr>
            </a:lvl3pPr>
            <a:lvl4pPr>
              <a:lnSpc>
                <a:spcPct val="100000"/>
              </a:lnSpc>
              <a:buNone/>
              <a:defRPr>
                <a:solidFill>
                  <a:schemeClr val="bg1"/>
                </a:solidFill>
              </a:defRPr>
            </a:lvl4pPr>
            <a:lvl5pPr>
              <a:lnSpc>
                <a:spcPct val="100000"/>
              </a:lnSpc>
              <a:buNone/>
              <a:defRPr>
                <a:solidFill>
                  <a:schemeClr val="bg1"/>
                </a:solidFill>
              </a:defRPr>
            </a:lvl5pPr>
            <a:lvl6pPr>
              <a:lnSpc>
                <a:spcPct val="100000"/>
              </a:lnSpc>
              <a:buNone/>
              <a:defRPr>
                <a:solidFill>
                  <a:schemeClr val="bg1"/>
                </a:solidFill>
              </a:defRPr>
            </a:lvl6pPr>
            <a:lvl7pPr>
              <a:lnSpc>
                <a:spcPct val="100000"/>
              </a:lnSpc>
              <a:buNone/>
              <a:defRPr>
                <a:solidFill>
                  <a:schemeClr val="bg1"/>
                </a:solidFill>
              </a:defRPr>
            </a:lvl7pPr>
            <a:lvl8pPr>
              <a:lnSpc>
                <a:spcPct val="100000"/>
              </a:lnSpc>
              <a:buNone/>
              <a:defRPr>
                <a:solidFill>
                  <a:schemeClr val="bg1"/>
                </a:solidFill>
              </a:defRPr>
            </a:lvl8pPr>
            <a:lvl9pPr>
              <a:lnSpc>
                <a:spcPct val="100000"/>
              </a:lnSpc>
              <a:buNone/>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Content Placeholder 18">
            <a:extLst>
              <a:ext uri="{FF2B5EF4-FFF2-40B4-BE49-F238E27FC236}">
                <a16:creationId xmlns:a16="http://schemas.microsoft.com/office/drawing/2014/main" id="{41205AFA-5A17-6794-145B-02378D62BD7B}"/>
              </a:ext>
            </a:extLst>
          </p:cNvPr>
          <p:cNvSpPr>
            <a:spLocks noGrp="1"/>
          </p:cNvSpPr>
          <p:nvPr>
            <p:ph sz="quarter" idx="38"/>
          </p:nvPr>
        </p:nvSpPr>
        <p:spPr>
          <a:xfrm>
            <a:off x="358775" y="2819400"/>
            <a:ext cx="5508625" cy="3429000"/>
          </a:xfrm>
        </p:spPr>
        <p:txBody>
          <a:bodyPr/>
          <a:lstStyle>
            <a:lvl1pPr marL="11113" indent="-11113">
              <a:lnSpc>
                <a:spcPct val="100000"/>
              </a:lnSpc>
              <a:buNone/>
              <a:tabLst/>
              <a:defRPr>
                <a:solidFill>
                  <a:schemeClr val="bg1"/>
                </a:solidFill>
              </a:defRPr>
            </a:lvl1pPr>
            <a:lvl2pPr>
              <a:lnSpc>
                <a:spcPct val="100000"/>
              </a:lnSpc>
              <a:buNone/>
              <a:defRPr>
                <a:solidFill>
                  <a:schemeClr val="bg1"/>
                </a:solidFill>
              </a:defRPr>
            </a:lvl2pPr>
            <a:lvl3pPr>
              <a:lnSpc>
                <a:spcPct val="100000"/>
              </a:lnSpc>
              <a:buNone/>
              <a:defRPr>
                <a:solidFill>
                  <a:schemeClr val="bg1"/>
                </a:solidFill>
              </a:defRPr>
            </a:lvl3pPr>
            <a:lvl4pPr>
              <a:lnSpc>
                <a:spcPct val="100000"/>
              </a:lnSpc>
              <a:buNone/>
              <a:defRPr>
                <a:solidFill>
                  <a:schemeClr val="bg1"/>
                </a:solidFill>
              </a:defRPr>
            </a:lvl4pPr>
            <a:lvl5pPr>
              <a:lnSpc>
                <a:spcPct val="100000"/>
              </a:lnSpc>
              <a:buNone/>
              <a:defRPr>
                <a:solidFill>
                  <a:schemeClr val="bg1"/>
                </a:solidFill>
              </a:defRPr>
            </a:lvl5pPr>
            <a:lvl6pPr>
              <a:lnSpc>
                <a:spcPct val="100000"/>
              </a:lnSpc>
              <a:buNone/>
              <a:defRPr>
                <a:solidFill>
                  <a:schemeClr val="bg1"/>
                </a:solidFill>
              </a:defRPr>
            </a:lvl6pPr>
            <a:lvl7pPr>
              <a:lnSpc>
                <a:spcPct val="100000"/>
              </a:lnSpc>
              <a:buNone/>
              <a:defRPr>
                <a:solidFill>
                  <a:schemeClr val="bg1"/>
                </a:solidFill>
              </a:defRPr>
            </a:lvl7pPr>
            <a:lvl8pPr>
              <a:lnSpc>
                <a:spcPct val="100000"/>
              </a:lnSpc>
              <a:buNone/>
              <a:defRPr>
                <a:solidFill>
                  <a:schemeClr val="bg1"/>
                </a:solidFill>
              </a:defRPr>
            </a:lvl8pPr>
            <a:lvl9pPr>
              <a:lnSpc>
                <a:spcPct val="100000"/>
              </a:lnSpc>
              <a:buNone/>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0986920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ongTitle-2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C355A851-8EC2-D3A8-CE46-3CA8C349D51B}"/>
              </a:ext>
            </a:extLst>
          </p:cNvPr>
          <p:cNvSpPr>
            <a:spLocks noGrp="1"/>
          </p:cNvSpPr>
          <p:nvPr>
            <p:ph sz="quarter" idx="38"/>
          </p:nvPr>
        </p:nvSpPr>
        <p:spPr>
          <a:xfrm>
            <a:off x="6208859" y="1108268"/>
            <a:ext cx="2724151" cy="4863028"/>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6" name="Text Placeholder 11">
            <a:extLst>
              <a:ext uri="{FF2B5EF4-FFF2-40B4-BE49-F238E27FC236}">
                <a16:creationId xmlns:a16="http://schemas.microsoft.com/office/drawing/2014/main" id="{AEBDE478-B1FB-944F-8C0C-C3E43E870433}"/>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F356A306-DC48-772A-59FB-11DA3BAE548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4" name="Content Placeholder 18">
            <a:extLst>
              <a:ext uri="{FF2B5EF4-FFF2-40B4-BE49-F238E27FC236}">
                <a16:creationId xmlns:a16="http://schemas.microsoft.com/office/drawing/2014/main" id="{65B41E6B-B657-DD71-8D32-1E887F3688BD}"/>
              </a:ext>
            </a:extLst>
          </p:cNvPr>
          <p:cNvSpPr>
            <a:spLocks noGrp="1"/>
          </p:cNvSpPr>
          <p:nvPr>
            <p:ph sz="quarter" idx="39"/>
          </p:nvPr>
        </p:nvSpPr>
        <p:spPr>
          <a:xfrm>
            <a:off x="9131674" y="1108268"/>
            <a:ext cx="2724151" cy="4863028"/>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328301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225CCF5C-3959-FDFD-6256-C18B66EC0EFF}"/>
              </a:ext>
            </a:extLst>
          </p:cNvPr>
          <p:cNvSpPr>
            <a:spLocks noGrp="1"/>
          </p:cNvSpPr>
          <p:nvPr>
            <p:ph sz="quarter" idx="38"/>
          </p:nvPr>
        </p:nvSpPr>
        <p:spPr>
          <a:xfrm>
            <a:off x="342900"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9" name="Text Placeholder 11">
            <a:extLst>
              <a:ext uri="{FF2B5EF4-FFF2-40B4-BE49-F238E27FC236}">
                <a16:creationId xmlns:a16="http://schemas.microsoft.com/office/drawing/2014/main" id="{6296777D-EB69-40A3-4921-8DFF8FB2739B}"/>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0" name="Slide Number Placeholder 9">
            <a:extLst>
              <a:ext uri="{FF2B5EF4-FFF2-40B4-BE49-F238E27FC236}">
                <a16:creationId xmlns:a16="http://schemas.microsoft.com/office/drawing/2014/main" id="{7C370D95-826F-185B-EB41-194776D2255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Content Placeholder 18">
            <a:extLst>
              <a:ext uri="{FF2B5EF4-FFF2-40B4-BE49-F238E27FC236}">
                <a16:creationId xmlns:a16="http://schemas.microsoft.com/office/drawing/2014/main" id="{0A19B1A7-2E37-5538-85B6-0200683EE3F5}"/>
              </a:ext>
            </a:extLst>
          </p:cNvPr>
          <p:cNvSpPr>
            <a:spLocks noGrp="1"/>
          </p:cNvSpPr>
          <p:nvPr>
            <p:ph sz="quarter" idx="39"/>
          </p:nvPr>
        </p:nvSpPr>
        <p:spPr>
          <a:xfrm>
            <a:off x="3273386"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18">
            <a:extLst>
              <a:ext uri="{FF2B5EF4-FFF2-40B4-BE49-F238E27FC236}">
                <a16:creationId xmlns:a16="http://schemas.microsoft.com/office/drawing/2014/main" id="{2840131B-1675-B6F9-A7BB-7933E8D4A7D5}"/>
              </a:ext>
            </a:extLst>
          </p:cNvPr>
          <p:cNvSpPr>
            <a:spLocks noGrp="1"/>
          </p:cNvSpPr>
          <p:nvPr>
            <p:ph sz="quarter" idx="40"/>
          </p:nvPr>
        </p:nvSpPr>
        <p:spPr>
          <a:xfrm>
            <a:off x="6203873"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18">
            <a:extLst>
              <a:ext uri="{FF2B5EF4-FFF2-40B4-BE49-F238E27FC236}">
                <a16:creationId xmlns:a16="http://schemas.microsoft.com/office/drawing/2014/main" id="{073568C8-72A0-0DB2-B730-0F53B2C3D32C}"/>
              </a:ext>
            </a:extLst>
          </p:cNvPr>
          <p:cNvSpPr>
            <a:spLocks noGrp="1"/>
          </p:cNvSpPr>
          <p:nvPr>
            <p:ph sz="quarter" idx="41"/>
          </p:nvPr>
        </p:nvSpPr>
        <p:spPr>
          <a:xfrm>
            <a:off x="9134359" y="2731417"/>
            <a:ext cx="264661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4191388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5-Column">
    <p:spTree>
      <p:nvGrpSpPr>
        <p:cNvPr id="1" name=""/>
        <p:cNvGrpSpPr/>
        <p:nvPr/>
      </p:nvGrpSpPr>
      <p:grpSpPr>
        <a:xfrm>
          <a:off x="0" y="0"/>
          <a:ext cx="0" cy="0"/>
          <a:chOff x="0" y="0"/>
          <a:chExt cx="0" cy="0"/>
        </a:xfrm>
      </p:grpSpPr>
      <p:sp>
        <p:nvSpPr>
          <p:cNvPr id="3" name="Content Placeholder 18">
            <a:extLst>
              <a:ext uri="{FF2B5EF4-FFF2-40B4-BE49-F238E27FC236}">
                <a16:creationId xmlns:a16="http://schemas.microsoft.com/office/drawing/2014/main" id="{27D97414-97AB-B5D5-2BD7-09986FA740CB}"/>
              </a:ext>
            </a:extLst>
          </p:cNvPr>
          <p:cNvSpPr>
            <a:spLocks noGrp="1"/>
          </p:cNvSpPr>
          <p:nvPr>
            <p:ph sz="quarter" idx="40"/>
          </p:nvPr>
        </p:nvSpPr>
        <p:spPr>
          <a:xfrm>
            <a:off x="342901"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Text 15">
            <a:extLst>
              <a:ext uri="{FF2B5EF4-FFF2-40B4-BE49-F238E27FC236}">
                <a16:creationId xmlns:a16="http://schemas.microsoft.com/office/drawing/2014/main" id="{3A9E3C28-064E-9A3A-52DE-6637BFA35737}"/>
              </a:ext>
            </a:extLst>
          </p:cNvPr>
          <p:cNvSpPr/>
          <p:nvPr userDrawn="1"/>
        </p:nvSpPr>
        <p:spPr>
          <a:xfrm>
            <a:off x="9702750" y="4925449"/>
            <a:ext cx="910162" cy="236974"/>
          </a:xfrm>
          <a:prstGeom prst="rect">
            <a:avLst/>
          </a:prstGeom>
          <a:noFill/>
          <a:ln/>
        </p:spPr>
        <p:txBody>
          <a:bodyPr wrap="square" lIns="0" tIns="0" rIns="0" bIns="0" rtlCol="0" anchor="t"/>
          <a:lstStyle/>
          <a:p>
            <a:pPr>
              <a:lnSpc>
                <a:spcPts val="1399"/>
              </a:lnSpc>
            </a:pPr>
            <a:endParaRPr lang="en-US" sz="1399" b="0" i="0">
              <a:latin typeface="Replica LL TT" panose="020B0504010101010104" pitchFamily="34" charset="77"/>
            </a:endParaRPr>
          </a:p>
        </p:txBody>
      </p:sp>
      <p:sp>
        <p:nvSpPr>
          <p:cNvPr id="27" name="Text Placeholder 10">
            <a:extLst>
              <a:ext uri="{FF2B5EF4-FFF2-40B4-BE49-F238E27FC236}">
                <a16:creationId xmlns:a16="http://schemas.microsoft.com/office/drawing/2014/main" id="{0CACBCE9-7FC9-5EC9-D636-F8D213A890E1}"/>
              </a:ext>
            </a:extLst>
          </p:cNvPr>
          <p:cNvSpPr>
            <a:spLocks noGrp="1"/>
          </p:cNvSpPr>
          <p:nvPr>
            <p:ph type="body" sz="quarter" idx="39"/>
          </p:nvPr>
        </p:nvSpPr>
        <p:spPr>
          <a:xfrm>
            <a:off x="9733818" y="2212400"/>
            <a:ext cx="2102837" cy="442846"/>
          </a:xfrm>
          <a:prstGeom prst="rect">
            <a:avLst/>
          </a:prstGeom>
        </p:spPr>
        <p:txBody>
          <a:bodyPr>
            <a:noAutofit/>
          </a:bodyPr>
          <a:lstStyle>
            <a:lvl1pPr marL="7940" indent="-7940">
              <a:spcBef>
                <a:spcPts val="0"/>
              </a:spcBef>
              <a:buNone/>
              <a:tabLst/>
              <a:defRPr sz="1400" b="0" i="0" cap="all" baseline="0">
                <a:latin typeface="Replica LL TT" panose="020B0504010101010104" pitchFamily="34" charset="77"/>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8">
            <a:extLst>
              <a:ext uri="{FF2B5EF4-FFF2-40B4-BE49-F238E27FC236}">
                <a16:creationId xmlns:a16="http://schemas.microsoft.com/office/drawing/2014/main" id="{EFB3F533-F315-2468-CF10-20574944D000}"/>
              </a:ext>
            </a:extLst>
          </p:cNvPr>
          <p:cNvSpPr>
            <a:spLocks noGrp="1"/>
          </p:cNvSpPr>
          <p:nvPr>
            <p:ph type="body" sz="quarter" idx="38"/>
          </p:nvPr>
        </p:nvSpPr>
        <p:spPr>
          <a:xfrm>
            <a:off x="7377932"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ext Placeholder 6">
            <a:extLst>
              <a:ext uri="{FF2B5EF4-FFF2-40B4-BE49-F238E27FC236}">
                <a16:creationId xmlns:a16="http://schemas.microsoft.com/office/drawing/2014/main" id="{53A4A9DA-A8C9-9630-492A-2C48515DC819}"/>
              </a:ext>
            </a:extLst>
          </p:cNvPr>
          <p:cNvSpPr>
            <a:spLocks noGrp="1"/>
          </p:cNvSpPr>
          <p:nvPr>
            <p:ph type="body" sz="quarter" idx="37"/>
          </p:nvPr>
        </p:nvSpPr>
        <p:spPr>
          <a:xfrm>
            <a:off x="5031284"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4">
            <a:extLst>
              <a:ext uri="{FF2B5EF4-FFF2-40B4-BE49-F238E27FC236}">
                <a16:creationId xmlns:a16="http://schemas.microsoft.com/office/drawing/2014/main" id="{2A8E29FF-FE6C-7472-8E07-99932C283583}"/>
              </a:ext>
            </a:extLst>
          </p:cNvPr>
          <p:cNvSpPr>
            <a:spLocks noGrp="1"/>
          </p:cNvSpPr>
          <p:nvPr>
            <p:ph type="body" sz="quarter" idx="36"/>
          </p:nvPr>
        </p:nvSpPr>
        <p:spPr>
          <a:xfrm>
            <a:off x="2684636" y="2212400"/>
            <a:ext cx="2102837"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AB9A656A-3A77-CE49-4B4A-9D0CF9A02FE7}"/>
              </a:ext>
            </a:extLst>
          </p:cNvPr>
          <p:cNvSpPr>
            <a:spLocks noGrp="1"/>
          </p:cNvSpPr>
          <p:nvPr>
            <p:ph type="body" sz="quarter" idx="20"/>
          </p:nvPr>
        </p:nvSpPr>
        <p:spPr>
          <a:xfrm>
            <a:off x="342900" y="2212400"/>
            <a:ext cx="2069404" cy="442846"/>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900"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7" name="Text Placeholder 11">
            <a:extLst>
              <a:ext uri="{FF2B5EF4-FFF2-40B4-BE49-F238E27FC236}">
                <a16:creationId xmlns:a16="http://schemas.microsoft.com/office/drawing/2014/main" id="{90F8318F-D934-888E-EB41-9CA6EF7B0787}"/>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8" name="Slide Number Placeholder 9">
            <a:extLst>
              <a:ext uri="{FF2B5EF4-FFF2-40B4-BE49-F238E27FC236}">
                <a16:creationId xmlns:a16="http://schemas.microsoft.com/office/drawing/2014/main" id="{C97DC3B7-E258-5117-9F58-0EC3FF5B92C0}"/>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5" name="Content Placeholder 18">
            <a:extLst>
              <a:ext uri="{FF2B5EF4-FFF2-40B4-BE49-F238E27FC236}">
                <a16:creationId xmlns:a16="http://schemas.microsoft.com/office/drawing/2014/main" id="{75072B52-F65D-8ADC-8726-531DAD82E87C}"/>
              </a:ext>
            </a:extLst>
          </p:cNvPr>
          <p:cNvSpPr>
            <a:spLocks noGrp="1"/>
          </p:cNvSpPr>
          <p:nvPr>
            <p:ph sz="quarter" idx="41"/>
          </p:nvPr>
        </p:nvSpPr>
        <p:spPr>
          <a:xfrm>
            <a:off x="2690855"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18">
            <a:extLst>
              <a:ext uri="{FF2B5EF4-FFF2-40B4-BE49-F238E27FC236}">
                <a16:creationId xmlns:a16="http://schemas.microsoft.com/office/drawing/2014/main" id="{60E87829-15FA-4F9F-E0B0-33670C24F09B}"/>
              </a:ext>
            </a:extLst>
          </p:cNvPr>
          <p:cNvSpPr>
            <a:spLocks noGrp="1"/>
          </p:cNvSpPr>
          <p:nvPr>
            <p:ph sz="quarter" idx="42"/>
          </p:nvPr>
        </p:nvSpPr>
        <p:spPr>
          <a:xfrm>
            <a:off x="5039608"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Content Placeholder 18">
            <a:extLst>
              <a:ext uri="{FF2B5EF4-FFF2-40B4-BE49-F238E27FC236}">
                <a16:creationId xmlns:a16="http://schemas.microsoft.com/office/drawing/2014/main" id="{5713EC87-27A4-F4FA-8130-D95432336C93}"/>
              </a:ext>
            </a:extLst>
          </p:cNvPr>
          <p:cNvSpPr>
            <a:spLocks noGrp="1"/>
          </p:cNvSpPr>
          <p:nvPr>
            <p:ph sz="quarter" idx="43"/>
          </p:nvPr>
        </p:nvSpPr>
        <p:spPr>
          <a:xfrm>
            <a:off x="7379396"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18">
            <a:extLst>
              <a:ext uri="{FF2B5EF4-FFF2-40B4-BE49-F238E27FC236}">
                <a16:creationId xmlns:a16="http://schemas.microsoft.com/office/drawing/2014/main" id="{FC9BF00F-5632-B90B-3D21-DB04F0EA241D}"/>
              </a:ext>
            </a:extLst>
          </p:cNvPr>
          <p:cNvSpPr>
            <a:spLocks noGrp="1"/>
          </p:cNvSpPr>
          <p:nvPr>
            <p:ph sz="quarter" idx="44"/>
          </p:nvPr>
        </p:nvSpPr>
        <p:spPr>
          <a:xfrm>
            <a:off x="9732452" y="2731417"/>
            <a:ext cx="2069404" cy="3179764"/>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1525265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meline-5Column">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AE70AB5-06E9-7C4F-34BE-251529F1BD9A}"/>
              </a:ext>
            </a:extLst>
          </p:cNvPr>
          <p:cNvCxnSpPr>
            <a:cxnSpLocks/>
          </p:cNvCxnSpPr>
          <p:nvPr userDrawn="1"/>
        </p:nvCxnSpPr>
        <p:spPr>
          <a:xfrm flipH="1">
            <a:off x="380998" y="2706518"/>
            <a:ext cx="11429941" cy="0"/>
          </a:xfrm>
          <a:prstGeom prst="line">
            <a:avLst/>
          </a:prstGeom>
          <a:ln w="12700">
            <a:solidFill>
              <a:schemeClr val="tx2">
                <a:lumMod val="50000"/>
                <a:lumOff val="50000"/>
              </a:schemeClr>
            </a:solidFill>
            <a:headEnd type="triangle"/>
          </a:ln>
        </p:spPr>
        <p:style>
          <a:lnRef idx="1">
            <a:schemeClr val="accent1"/>
          </a:lnRef>
          <a:fillRef idx="0">
            <a:schemeClr val="accent1"/>
          </a:fillRef>
          <a:effectRef idx="0">
            <a:schemeClr val="accent1"/>
          </a:effectRef>
          <a:fontRef idx="minor">
            <a:schemeClr val="tx1"/>
          </a:fontRef>
        </p:style>
      </p:cxnSp>
      <p:sp>
        <p:nvSpPr>
          <p:cNvPr id="18" name="Diamond 17">
            <a:extLst>
              <a:ext uri="{FF2B5EF4-FFF2-40B4-BE49-F238E27FC236}">
                <a16:creationId xmlns:a16="http://schemas.microsoft.com/office/drawing/2014/main" id="{4D7F1217-6098-353E-4468-B2D82654D733}"/>
              </a:ext>
            </a:extLst>
          </p:cNvPr>
          <p:cNvSpPr/>
          <p:nvPr userDrawn="1"/>
        </p:nvSpPr>
        <p:spPr>
          <a:xfrm>
            <a:off x="269946"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9" name="Diamond 18">
            <a:extLst>
              <a:ext uri="{FF2B5EF4-FFF2-40B4-BE49-F238E27FC236}">
                <a16:creationId xmlns:a16="http://schemas.microsoft.com/office/drawing/2014/main" id="{B7981E77-0D98-8F83-40C2-74252AE6FF83}"/>
              </a:ext>
            </a:extLst>
          </p:cNvPr>
          <p:cNvSpPr/>
          <p:nvPr userDrawn="1"/>
        </p:nvSpPr>
        <p:spPr>
          <a:xfrm>
            <a:off x="2607354"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0" name="Diamond 19">
            <a:extLst>
              <a:ext uri="{FF2B5EF4-FFF2-40B4-BE49-F238E27FC236}">
                <a16:creationId xmlns:a16="http://schemas.microsoft.com/office/drawing/2014/main" id="{089E9D00-977B-F2E8-8B48-DBD82D6D0DED}"/>
              </a:ext>
            </a:extLst>
          </p:cNvPr>
          <p:cNvSpPr/>
          <p:nvPr userDrawn="1"/>
        </p:nvSpPr>
        <p:spPr>
          <a:xfrm>
            <a:off x="4944763"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8" name="Diamond 27">
            <a:extLst>
              <a:ext uri="{FF2B5EF4-FFF2-40B4-BE49-F238E27FC236}">
                <a16:creationId xmlns:a16="http://schemas.microsoft.com/office/drawing/2014/main" id="{876E24B2-6856-3125-5688-D3708D8907CE}"/>
              </a:ext>
            </a:extLst>
          </p:cNvPr>
          <p:cNvSpPr/>
          <p:nvPr userDrawn="1"/>
        </p:nvSpPr>
        <p:spPr>
          <a:xfrm>
            <a:off x="7282172"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9" name="Diamond 28">
            <a:extLst>
              <a:ext uri="{FF2B5EF4-FFF2-40B4-BE49-F238E27FC236}">
                <a16:creationId xmlns:a16="http://schemas.microsoft.com/office/drawing/2014/main" id="{54D84907-4179-0509-9321-74B4D6613CC2}"/>
              </a:ext>
            </a:extLst>
          </p:cNvPr>
          <p:cNvSpPr/>
          <p:nvPr userDrawn="1"/>
        </p:nvSpPr>
        <p:spPr>
          <a:xfrm>
            <a:off x="9619580" y="2616383"/>
            <a:ext cx="198273" cy="198221"/>
          </a:xfrm>
          <a:prstGeom prst="diamond">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7" name="Text Placeholder 10">
            <a:extLst>
              <a:ext uri="{FF2B5EF4-FFF2-40B4-BE49-F238E27FC236}">
                <a16:creationId xmlns:a16="http://schemas.microsoft.com/office/drawing/2014/main" id="{0CACBCE9-7FC9-5EC9-D636-F8D213A890E1}"/>
              </a:ext>
            </a:extLst>
          </p:cNvPr>
          <p:cNvSpPr>
            <a:spLocks noGrp="1"/>
          </p:cNvSpPr>
          <p:nvPr>
            <p:ph type="body" sz="quarter" idx="39"/>
          </p:nvPr>
        </p:nvSpPr>
        <p:spPr>
          <a:xfrm>
            <a:off x="9690778" y="2212400"/>
            <a:ext cx="2102837" cy="430643"/>
          </a:xfrm>
          <a:prstGeom prst="rect">
            <a:avLst/>
          </a:prstGeom>
        </p:spPr>
        <p:txBody>
          <a:bodyPr>
            <a:noAutofit/>
          </a:bodyPr>
          <a:lstStyle>
            <a:lvl1pPr marL="7940" indent="-7940">
              <a:spcBef>
                <a:spcPts val="0"/>
              </a:spcBef>
              <a:buNone/>
              <a:tabLst/>
              <a:defRPr sz="1400" b="0" i="0" cap="all" baseline="0">
                <a:latin typeface="Replica LL TT" panose="020B0504010101010104" pitchFamily="34" charset="77"/>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8">
            <a:extLst>
              <a:ext uri="{FF2B5EF4-FFF2-40B4-BE49-F238E27FC236}">
                <a16:creationId xmlns:a16="http://schemas.microsoft.com/office/drawing/2014/main" id="{EFB3F533-F315-2468-CF10-20574944D000}"/>
              </a:ext>
            </a:extLst>
          </p:cNvPr>
          <p:cNvSpPr>
            <a:spLocks noGrp="1"/>
          </p:cNvSpPr>
          <p:nvPr>
            <p:ph type="body" sz="quarter" idx="38"/>
          </p:nvPr>
        </p:nvSpPr>
        <p:spPr>
          <a:xfrm>
            <a:off x="7355720"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Text Placeholder 6">
            <a:extLst>
              <a:ext uri="{FF2B5EF4-FFF2-40B4-BE49-F238E27FC236}">
                <a16:creationId xmlns:a16="http://schemas.microsoft.com/office/drawing/2014/main" id="{53A4A9DA-A8C9-9630-492A-2C48515DC819}"/>
              </a:ext>
            </a:extLst>
          </p:cNvPr>
          <p:cNvSpPr>
            <a:spLocks noGrp="1"/>
          </p:cNvSpPr>
          <p:nvPr>
            <p:ph type="body" sz="quarter" idx="37"/>
          </p:nvPr>
        </p:nvSpPr>
        <p:spPr>
          <a:xfrm>
            <a:off x="5024860"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ext Placeholder 4">
            <a:extLst>
              <a:ext uri="{FF2B5EF4-FFF2-40B4-BE49-F238E27FC236}">
                <a16:creationId xmlns:a16="http://schemas.microsoft.com/office/drawing/2014/main" id="{2A8E29FF-FE6C-7472-8E07-99932C283583}"/>
              </a:ext>
            </a:extLst>
          </p:cNvPr>
          <p:cNvSpPr>
            <a:spLocks noGrp="1"/>
          </p:cNvSpPr>
          <p:nvPr>
            <p:ph type="body" sz="quarter" idx="36"/>
          </p:nvPr>
        </p:nvSpPr>
        <p:spPr>
          <a:xfrm>
            <a:off x="2684636" y="2212400"/>
            <a:ext cx="2102837"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AB9A656A-3A77-CE49-4B4A-9D0CF9A02FE7}"/>
              </a:ext>
            </a:extLst>
          </p:cNvPr>
          <p:cNvSpPr>
            <a:spLocks noGrp="1"/>
          </p:cNvSpPr>
          <p:nvPr>
            <p:ph type="body" sz="quarter" idx="20"/>
          </p:nvPr>
        </p:nvSpPr>
        <p:spPr>
          <a:xfrm>
            <a:off x="342466" y="2212400"/>
            <a:ext cx="2069404" cy="430643"/>
          </a:xfrm>
          <a:prstGeom prst="rect">
            <a:avLst/>
          </a:prstGeom>
        </p:spPr>
        <p:txBody>
          <a:bodyPr>
            <a:noAutofit/>
          </a:bodyPr>
          <a:lstStyle>
            <a:lvl1pPr marL="7940" indent="-7940">
              <a:spcBef>
                <a:spcPts val="0"/>
              </a:spcBef>
              <a:buNone/>
              <a:tabLst/>
              <a:defRPr sz="14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467" y="1081986"/>
            <a:ext cx="4194608"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7" name="Text Placeholder 11">
            <a:extLst>
              <a:ext uri="{FF2B5EF4-FFF2-40B4-BE49-F238E27FC236}">
                <a16:creationId xmlns:a16="http://schemas.microsoft.com/office/drawing/2014/main" id="{50DCAE08-9E42-F643-38ED-3B9EC2FE821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9" name="Slide Number Placeholder 9">
            <a:extLst>
              <a:ext uri="{FF2B5EF4-FFF2-40B4-BE49-F238E27FC236}">
                <a16:creationId xmlns:a16="http://schemas.microsoft.com/office/drawing/2014/main" id="{DEABB30B-8CBC-4D33-B1EA-6F761EAD886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3" name="Content Placeholder 18">
            <a:extLst>
              <a:ext uri="{FF2B5EF4-FFF2-40B4-BE49-F238E27FC236}">
                <a16:creationId xmlns:a16="http://schemas.microsoft.com/office/drawing/2014/main" id="{EC9BA324-3F36-6C5C-1619-57613101F972}"/>
              </a:ext>
            </a:extLst>
          </p:cNvPr>
          <p:cNvSpPr>
            <a:spLocks noGrp="1"/>
          </p:cNvSpPr>
          <p:nvPr>
            <p:ph sz="quarter" idx="40"/>
          </p:nvPr>
        </p:nvSpPr>
        <p:spPr>
          <a:xfrm>
            <a:off x="342901"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Content Placeholder 18">
            <a:extLst>
              <a:ext uri="{FF2B5EF4-FFF2-40B4-BE49-F238E27FC236}">
                <a16:creationId xmlns:a16="http://schemas.microsoft.com/office/drawing/2014/main" id="{A93D8A50-CFC5-9C62-46C2-1647D461D461}"/>
              </a:ext>
            </a:extLst>
          </p:cNvPr>
          <p:cNvSpPr>
            <a:spLocks noGrp="1"/>
          </p:cNvSpPr>
          <p:nvPr>
            <p:ph sz="quarter" idx="41"/>
          </p:nvPr>
        </p:nvSpPr>
        <p:spPr>
          <a:xfrm>
            <a:off x="2690855"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Content Placeholder 18">
            <a:extLst>
              <a:ext uri="{FF2B5EF4-FFF2-40B4-BE49-F238E27FC236}">
                <a16:creationId xmlns:a16="http://schemas.microsoft.com/office/drawing/2014/main" id="{6FFD7024-9033-53D6-3C01-9339F9B36F3A}"/>
              </a:ext>
            </a:extLst>
          </p:cNvPr>
          <p:cNvSpPr>
            <a:spLocks noGrp="1"/>
          </p:cNvSpPr>
          <p:nvPr>
            <p:ph sz="quarter" idx="42"/>
          </p:nvPr>
        </p:nvSpPr>
        <p:spPr>
          <a:xfrm>
            <a:off x="5039608"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18">
            <a:extLst>
              <a:ext uri="{FF2B5EF4-FFF2-40B4-BE49-F238E27FC236}">
                <a16:creationId xmlns:a16="http://schemas.microsoft.com/office/drawing/2014/main" id="{254188E6-412E-A5BE-3996-BA6B160DFA36}"/>
              </a:ext>
            </a:extLst>
          </p:cNvPr>
          <p:cNvSpPr>
            <a:spLocks noGrp="1"/>
          </p:cNvSpPr>
          <p:nvPr>
            <p:ph sz="quarter" idx="43"/>
          </p:nvPr>
        </p:nvSpPr>
        <p:spPr>
          <a:xfrm>
            <a:off x="7379396"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18">
            <a:extLst>
              <a:ext uri="{FF2B5EF4-FFF2-40B4-BE49-F238E27FC236}">
                <a16:creationId xmlns:a16="http://schemas.microsoft.com/office/drawing/2014/main" id="{0A2355D0-5C0F-FFCE-55D4-EB98EEBFE262}"/>
              </a:ext>
            </a:extLst>
          </p:cNvPr>
          <p:cNvSpPr>
            <a:spLocks noGrp="1"/>
          </p:cNvSpPr>
          <p:nvPr>
            <p:ph sz="quarter" idx="44"/>
          </p:nvPr>
        </p:nvSpPr>
        <p:spPr>
          <a:xfrm>
            <a:off x="9732452" y="2904739"/>
            <a:ext cx="2069404" cy="3006442"/>
          </a:xfrm>
        </p:spPr>
        <p:txBody>
          <a:bodyPr/>
          <a:lstStyle>
            <a:lvl1pPr marL="11113" indent="-11113">
              <a:lnSpc>
                <a:spcPct val="100000"/>
              </a:lnSpc>
              <a:buNone/>
              <a:tabLst/>
              <a:defRPr/>
            </a:lvl1pPr>
            <a:lvl2pPr>
              <a:lnSpc>
                <a:spcPct val="100000"/>
              </a:lnSpc>
              <a:buNone/>
              <a:defRPr/>
            </a:lvl2pPr>
            <a:lvl3pPr>
              <a:lnSpc>
                <a:spcPct val="100000"/>
              </a:lnSpc>
              <a:buNone/>
              <a:defRPr/>
            </a:lvl3pPr>
            <a:lvl4pPr>
              <a:lnSpc>
                <a:spcPct val="100000"/>
              </a:lnSpc>
              <a:buNone/>
              <a:defRPr/>
            </a:lvl4pPr>
            <a:lvl5pPr>
              <a:lnSpc>
                <a:spcPct val="100000"/>
              </a:lnSpc>
              <a:buNone/>
              <a:defRPr/>
            </a:lvl5pPr>
            <a:lvl6pPr>
              <a:buNone/>
              <a:defRPr/>
            </a:lvl6pPr>
            <a:lvl7pPr>
              <a:buNone/>
              <a:defRPr/>
            </a:lvl7pPr>
            <a:lvl8pPr>
              <a:buNone/>
              <a:defRPr/>
            </a:lvl8pPr>
            <a:lvl9pPr>
              <a:buNone/>
              <a:defRPr/>
            </a:lvl9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9266672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meline-6Column">
    <p:bg>
      <p:bgPr>
        <a:solidFill>
          <a:schemeClr val="bg1"/>
        </a:solidFill>
        <a:effectLst/>
      </p:bgPr>
    </p:bg>
    <p:spTree>
      <p:nvGrpSpPr>
        <p:cNvPr id="1" name=""/>
        <p:cNvGrpSpPr/>
        <p:nvPr/>
      </p:nvGrpSpPr>
      <p:grpSpPr>
        <a:xfrm>
          <a:off x="0" y="0"/>
          <a:ext cx="0" cy="0"/>
          <a:chOff x="0" y="0"/>
          <a:chExt cx="0" cy="0"/>
        </a:xfrm>
      </p:grpSpPr>
      <p:sp>
        <p:nvSpPr>
          <p:cNvPr id="42" name="Content Placeholder 6">
            <a:extLst>
              <a:ext uri="{FF2B5EF4-FFF2-40B4-BE49-F238E27FC236}">
                <a16:creationId xmlns:a16="http://schemas.microsoft.com/office/drawing/2014/main" id="{562E809A-D81C-7FE3-C060-99211972BAE9}"/>
              </a:ext>
            </a:extLst>
          </p:cNvPr>
          <p:cNvSpPr>
            <a:spLocks noGrp="1"/>
          </p:cNvSpPr>
          <p:nvPr>
            <p:ph sz="quarter" idx="43"/>
          </p:nvPr>
        </p:nvSpPr>
        <p:spPr>
          <a:xfrm>
            <a:off x="8166770" y="4351362"/>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1" name="Content Placeholder 5">
            <a:extLst>
              <a:ext uri="{FF2B5EF4-FFF2-40B4-BE49-F238E27FC236}">
                <a16:creationId xmlns:a16="http://schemas.microsoft.com/office/drawing/2014/main" id="{682032AB-EAFF-4E01-2831-8BD735C82E4B}"/>
              </a:ext>
            </a:extLst>
          </p:cNvPr>
          <p:cNvSpPr>
            <a:spLocks noGrp="1"/>
          </p:cNvSpPr>
          <p:nvPr>
            <p:ph sz="quarter" idx="42"/>
          </p:nvPr>
        </p:nvSpPr>
        <p:spPr>
          <a:xfrm>
            <a:off x="4284875" y="4351362"/>
            <a:ext cx="500192" cy="500063"/>
          </a:xfrm>
          <a:prstGeom prst="rect">
            <a:avLst/>
          </a:prstGeom>
          <a:noFill/>
        </p:spPr>
        <p:txBody>
          <a:bodyPr>
            <a:noAutofit/>
          </a:bodyPr>
          <a:lstStyle>
            <a:lvl1pPr>
              <a:buNone/>
              <a:defRPr sz="3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0" name="Content Placeholder 4">
            <a:extLst>
              <a:ext uri="{FF2B5EF4-FFF2-40B4-BE49-F238E27FC236}">
                <a16:creationId xmlns:a16="http://schemas.microsoft.com/office/drawing/2014/main" id="{DE57BC3D-139E-F359-382F-749256E157E2}"/>
              </a:ext>
            </a:extLst>
          </p:cNvPr>
          <p:cNvSpPr>
            <a:spLocks noGrp="1"/>
          </p:cNvSpPr>
          <p:nvPr>
            <p:ph sz="quarter" idx="41"/>
          </p:nvPr>
        </p:nvSpPr>
        <p:spPr>
          <a:xfrm>
            <a:off x="371075" y="4351362"/>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6" name="Content Placeholder 3">
            <a:extLst>
              <a:ext uri="{FF2B5EF4-FFF2-40B4-BE49-F238E27FC236}">
                <a16:creationId xmlns:a16="http://schemas.microsoft.com/office/drawing/2014/main" id="{26552AAA-2010-000B-629E-7AA2EB1253AB}"/>
              </a:ext>
            </a:extLst>
          </p:cNvPr>
          <p:cNvSpPr>
            <a:spLocks noGrp="1"/>
          </p:cNvSpPr>
          <p:nvPr>
            <p:ph sz="quarter" idx="31"/>
          </p:nvPr>
        </p:nvSpPr>
        <p:spPr>
          <a:xfrm>
            <a:off x="8166770"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5" name="Content Placeholder 2">
            <a:extLst>
              <a:ext uri="{FF2B5EF4-FFF2-40B4-BE49-F238E27FC236}">
                <a16:creationId xmlns:a16="http://schemas.microsoft.com/office/drawing/2014/main" id="{74A05BE5-1B5D-AA11-0325-D82925EDDEE4}"/>
              </a:ext>
            </a:extLst>
          </p:cNvPr>
          <p:cNvSpPr>
            <a:spLocks noGrp="1"/>
          </p:cNvSpPr>
          <p:nvPr>
            <p:ph sz="quarter" idx="30"/>
          </p:nvPr>
        </p:nvSpPr>
        <p:spPr>
          <a:xfrm>
            <a:off x="4284875"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44" name="Content Placeholder 1">
            <a:extLst>
              <a:ext uri="{FF2B5EF4-FFF2-40B4-BE49-F238E27FC236}">
                <a16:creationId xmlns:a16="http://schemas.microsoft.com/office/drawing/2014/main" id="{74C8AC5D-AF75-CCE2-9C4A-5FA073F1A41D}"/>
              </a:ext>
            </a:extLst>
          </p:cNvPr>
          <p:cNvSpPr>
            <a:spLocks noGrp="1"/>
          </p:cNvSpPr>
          <p:nvPr>
            <p:ph sz="quarter" idx="29"/>
          </p:nvPr>
        </p:nvSpPr>
        <p:spPr>
          <a:xfrm>
            <a:off x="371075" y="2342088"/>
            <a:ext cx="500192" cy="500063"/>
          </a:xfrm>
          <a:prstGeom prst="rect">
            <a:avLst/>
          </a:prstGeom>
          <a:noFill/>
        </p:spPr>
        <p:txBody>
          <a:bodyPr>
            <a:noAutofit/>
          </a:bodyPr>
          <a:lstStyle>
            <a:lvl1pPr>
              <a:buNone/>
              <a:defRPr sz="200" b="0" i="0">
                <a:solidFill>
                  <a:schemeClr val="tx2">
                    <a:lumMod val="10000"/>
                    <a:lumOff val="90000"/>
                  </a:schemeClr>
                </a:solidFill>
                <a:latin typeface="Replica LL TT" panose="020B0504010101010104" pitchFamily="34" charset="77"/>
              </a:defRPr>
            </a:lvl1pPr>
          </a:lstStyle>
          <a:p>
            <a:pPr lvl="0"/>
            <a:r>
              <a:rPr lang="en-US"/>
              <a:t>Click to edit Master text styles</a:t>
            </a:r>
          </a:p>
        </p:txBody>
      </p:sp>
      <p:sp>
        <p:nvSpPr>
          <p:cNvPr id="39" name="Text Placeholder 13">
            <a:extLst>
              <a:ext uri="{FF2B5EF4-FFF2-40B4-BE49-F238E27FC236}">
                <a16:creationId xmlns:a16="http://schemas.microsoft.com/office/drawing/2014/main" id="{EA0CD482-6D86-51BB-D538-C36564C47182}"/>
              </a:ext>
            </a:extLst>
          </p:cNvPr>
          <p:cNvSpPr>
            <a:spLocks noGrp="1"/>
          </p:cNvSpPr>
          <p:nvPr>
            <p:ph type="body" sz="quarter" idx="40"/>
          </p:nvPr>
        </p:nvSpPr>
        <p:spPr>
          <a:xfrm>
            <a:off x="8166769" y="5031914"/>
            <a:ext cx="365316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6" name="Text Placeholder 12">
            <a:extLst>
              <a:ext uri="{FF2B5EF4-FFF2-40B4-BE49-F238E27FC236}">
                <a16:creationId xmlns:a16="http://schemas.microsoft.com/office/drawing/2014/main" id="{736F4E82-F6FC-A7BC-1BBC-EA36C7E86165}"/>
              </a:ext>
            </a:extLst>
          </p:cNvPr>
          <p:cNvSpPr>
            <a:spLocks noGrp="1"/>
          </p:cNvSpPr>
          <p:nvPr>
            <p:ph type="body" sz="quarter" idx="35"/>
          </p:nvPr>
        </p:nvSpPr>
        <p:spPr>
          <a:xfrm>
            <a:off x="8894253" y="4407620"/>
            <a:ext cx="2929470"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11">
            <a:extLst>
              <a:ext uri="{FF2B5EF4-FFF2-40B4-BE49-F238E27FC236}">
                <a16:creationId xmlns:a16="http://schemas.microsoft.com/office/drawing/2014/main" id="{685F40F7-E776-6B68-DA76-4C5186EF47AD}"/>
              </a:ext>
            </a:extLst>
          </p:cNvPr>
          <p:cNvSpPr>
            <a:spLocks noGrp="1"/>
          </p:cNvSpPr>
          <p:nvPr>
            <p:ph type="body" sz="quarter" idx="39"/>
          </p:nvPr>
        </p:nvSpPr>
        <p:spPr>
          <a:xfrm>
            <a:off x="4284874" y="5031914"/>
            <a:ext cx="364946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7" name="Text Placeholder 10">
            <a:extLst>
              <a:ext uri="{FF2B5EF4-FFF2-40B4-BE49-F238E27FC236}">
                <a16:creationId xmlns:a16="http://schemas.microsoft.com/office/drawing/2014/main" id="{E4D5AEC8-4E60-7E73-0E2A-05FB9808CFAF}"/>
              </a:ext>
            </a:extLst>
          </p:cNvPr>
          <p:cNvSpPr>
            <a:spLocks noGrp="1"/>
          </p:cNvSpPr>
          <p:nvPr>
            <p:ph type="body" sz="quarter" idx="36"/>
          </p:nvPr>
        </p:nvSpPr>
        <p:spPr>
          <a:xfrm>
            <a:off x="5012358" y="4407620"/>
            <a:ext cx="2927123"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9" name="Text Placeholder 9">
            <a:extLst>
              <a:ext uri="{FF2B5EF4-FFF2-40B4-BE49-F238E27FC236}">
                <a16:creationId xmlns:a16="http://schemas.microsoft.com/office/drawing/2014/main" id="{08FA54DA-56A2-AC6A-708F-CE80E7E9A97B}"/>
              </a:ext>
            </a:extLst>
          </p:cNvPr>
          <p:cNvSpPr>
            <a:spLocks noGrp="1"/>
          </p:cNvSpPr>
          <p:nvPr>
            <p:ph type="body" sz="quarter" idx="38"/>
          </p:nvPr>
        </p:nvSpPr>
        <p:spPr>
          <a:xfrm>
            <a:off x="342899" y="5031914"/>
            <a:ext cx="3699366"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8" name="Text Placeholder 8">
            <a:extLst>
              <a:ext uri="{FF2B5EF4-FFF2-40B4-BE49-F238E27FC236}">
                <a16:creationId xmlns:a16="http://schemas.microsoft.com/office/drawing/2014/main" id="{DD2F5571-27FD-D920-FF71-8E9788277C3E}"/>
              </a:ext>
            </a:extLst>
          </p:cNvPr>
          <p:cNvSpPr>
            <a:spLocks noGrp="1"/>
          </p:cNvSpPr>
          <p:nvPr>
            <p:ph type="body" sz="quarter" idx="37"/>
          </p:nvPr>
        </p:nvSpPr>
        <p:spPr>
          <a:xfrm>
            <a:off x="1098558" y="4407620"/>
            <a:ext cx="2943707"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5" name="Text Placeholder 7">
            <a:extLst>
              <a:ext uri="{FF2B5EF4-FFF2-40B4-BE49-F238E27FC236}">
                <a16:creationId xmlns:a16="http://schemas.microsoft.com/office/drawing/2014/main" id="{3D330EF2-7153-4F7C-18CF-33892B43F2FD}"/>
              </a:ext>
            </a:extLst>
          </p:cNvPr>
          <p:cNvSpPr>
            <a:spLocks noGrp="1"/>
          </p:cNvSpPr>
          <p:nvPr>
            <p:ph type="body" sz="quarter" idx="25"/>
          </p:nvPr>
        </p:nvSpPr>
        <p:spPr>
          <a:xfrm>
            <a:off x="8166769" y="3022640"/>
            <a:ext cx="365316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2" name="Text Placeholder 6">
            <a:extLst>
              <a:ext uri="{FF2B5EF4-FFF2-40B4-BE49-F238E27FC236}">
                <a16:creationId xmlns:a16="http://schemas.microsoft.com/office/drawing/2014/main" id="{CC55CA73-1137-3E42-49AA-83BF3C0F790B}"/>
              </a:ext>
            </a:extLst>
          </p:cNvPr>
          <p:cNvSpPr>
            <a:spLocks noGrp="1"/>
          </p:cNvSpPr>
          <p:nvPr>
            <p:ph type="body" sz="quarter" idx="22"/>
          </p:nvPr>
        </p:nvSpPr>
        <p:spPr>
          <a:xfrm>
            <a:off x="8894253" y="2398346"/>
            <a:ext cx="2929470"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ext Placeholder 5">
            <a:extLst>
              <a:ext uri="{FF2B5EF4-FFF2-40B4-BE49-F238E27FC236}">
                <a16:creationId xmlns:a16="http://schemas.microsoft.com/office/drawing/2014/main" id="{2AA0B059-7CA9-5C0A-9C11-91B64BD9E3ED}"/>
              </a:ext>
            </a:extLst>
          </p:cNvPr>
          <p:cNvSpPr>
            <a:spLocks noGrp="1"/>
          </p:cNvSpPr>
          <p:nvPr>
            <p:ph type="body" sz="quarter" idx="24"/>
          </p:nvPr>
        </p:nvSpPr>
        <p:spPr>
          <a:xfrm>
            <a:off x="4284874" y="3022640"/>
            <a:ext cx="364946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1" name="Text Placeholder 4">
            <a:extLst>
              <a:ext uri="{FF2B5EF4-FFF2-40B4-BE49-F238E27FC236}">
                <a16:creationId xmlns:a16="http://schemas.microsoft.com/office/drawing/2014/main" id="{9551D2EF-783D-1555-0D1C-EC6468537093}"/>
              </a:ext>
            </a:extLst>
          </p:cNvPr>
          <p:cNvSpPr>
            <a:spLocks noGrp="1"/>
          </p:cNvSpPr>
          <p:nvPr>
            <p:ph type="body" sz="quarter" idx="21"/>
          </p:nvPr>
        </p:nvSpPr>
        <p:spPr>
          <a:xfrm>
            <a:off x="5012358" y="2398346"/>
            <a:ext cx="2927123"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3" name="Text Placeholder 3">
            <a:extLst>
              <a:ext uri="{FF2B5EF4-FFF2-40B4-BE49-F238E27FC236}">
                <a16:creationId xmlns:a16="http://schemas.microsoft.com/office/drawing/2014/main" id="{62205358-74D1-BB42-215F-8AA09D1936B7}"/>
              </a:ext>
            </a:extLst>
          </p:cNvPr>
          <p:cNvSpPr>
            <a:spLocks noGrp="1"/>
          </p:cNvSpPr>
          <p:nvPr>
            <p:ph type="body" sz="quarter" idx="23"/>
          </p:nvPr>
        </p:nvSpPr>
        <p:spPr>
          <a:xfrm>
            <a:off x="342899" y="3022640"/>
            <a:ext cx="3699366"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0" name="Text Placeholder 2">
            <a:extLst>
              <a:ext uri="{FF2B5EF4-FFF2-40B4-BE49-F238E27FC236}">
                <a16:creationId xmlns:a16="http://schemas.microsoft.com/office/drawing/2014/main" id="{66661B36-4E5F-71CD-3ACE-B70FB34C30BB}"/>
              </a:ext>
            </a:extLst>
          </p:cNvPr>
          <p:cNvSpPr>
            <a:spLocks noGrp="1"/>
          </p:cNvSpPr>
          <p:nvPr>
            <p:ph type="body" sz="quarter" idx="20"/>
          </p:nvPr>
        </p:nvSpPr>
        <p:spPr>
          <a:xfrm>
            <a:off x="1098558" y="2398346"/>
            <a:ext cx="2943707" cy="429113"/>
          </a:xfrm>
          <a:prstGeom prst="rect">
            <a:avLst/>
          </a:prstGeom>
        </p:spPr>
        <p:txBody>
          <a:bodyPr anchor="ct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6" name="Text Placeholder 11">
            <a:extLst>
              <a:ext uri="{FF2B5EF4-FFF2-40B4-BE49-F238E27FC236}">
                <a16:creationId xmlns:a16="http://schemas.microsoft.com/office/drawing/2014/main" id="{FC1434AC-6F1B-966C-4397-9C039DEC99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9FD950A0-A7DB-69DA-8B66-7841D22C427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1508628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Image-6Numbers">
    <p:spTree>
      <p:nvGrpSpPr>
        <p:cNvPr id="1" name=""/>
        <p:cNvGrpSpPr/>
        <p:nvPr/>
      </p:nvGrpSpPr>
      <p:grpSpPr>
        <a:xfrm>
          <a:off x="0" y="0"/>
          <a:ext cx="0" cy="0"/>
          <a:chOff x="0" y="0"/>
          <a:chExt cx="0" cy="0"/>
        </a:xfrm>
      </p:grpSpPr>
      <p:sp>
        <p:nvSpPr>
          <p:cNvPr id="3" name="Text Placeholder 8">
            <a:extLst>
              <a:ext uri="{FF2B5EF4-FFF2-40B4-BE49-F238E27FC236}">
                <a16:creationId xmlns:a16="http://schemas.microsoft.com/office/drawing/2014/main" id="{6B0BEAF0-31D0-8FB3-30F2-3E33603CBFCE}"/>
              </a:ext>
            </a:extLst>
          </p:cNvPr>
          <p:cNvSpPr>
            <a:spLocks noGrp="1"/>
          </p:cNvSpPr>
          <p:nvPr>
            <p:ph type="body" sz="quarter" idx="41"/>
          </p:nvPr>
        </p:nvSpPr>
        <p:spPr>
          <a:xfrm>
            <a:off x="10082765" y="5715165"/>
            <a:ext cx="192186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 name="Number 6">
            <a:extLst>
              <a:ext uri="{FF2B5EF4-FFF2-40B4-BE49-F238E27FC236}">
                <a16:creationId xmlns:a16="http://schemas.microsoft.com/office/drawing/2014/main" id="{77559A2C-66AF-A63B-72F4-57D2E47E74C3}"/>
              </a:ext>
            </a:extLst>
          </p:cNvPr>
          <p:cNvSpPr>
            <a:spLocks noGrp="1"/>
          </p:cNvSpPr>
          <p:nvPr>
            <p:ph type="body" sz="quarter" idx="42" hasCustomPrompt="1"/>
          </p:nvPr>
        </p:nvSpPr>
        <p:spPr>
          <a:xfrm>
            <a:off x="10082765" y="5062056"/>
            <a:ext cx="1921860"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15" name="Line 6">
            <a:extLst>
              <a:ext uri="{FF2B5EF4-FFF2-40B4-BE49-F238E27FC236}">
                <a16:creationId xmlns:a16="http://schemas.microsoft.com/office/drawing/2014/main" id="{F9A6D4A3-D7DD-04D2-9375-446221CA1B5A}"/>
              </a:ext>
            </a:extLst>
          </p:cNvPr>
          <p:cNvCxnSpPr>
            <a:cxnSpLocks/>
          </p:cNvCxnSpPr>
          <p:nvPr userDrawn="1"/>
        </p:nvCxnSpPr>
        <p:spPr>
          <a:xfrm>
            <a:off x="10082765"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A8CB5101-712E-1FDF-B4A4-A13A3D7FAA9B}"/>
              </a:ext>
            </a:extLst>
          </p:cNvPr>
          <p:cNvSpPr>
            <a:spLocks noGrp="1"/>
          </p:cNvSpPr>
          <p:nvPr>
            <p:ph type="body" sz="quarter" idx="43"/>
          </p:nvPr>
        </p:nvSpPr>
        <p:spPr>
          <a:xfrm>
            <a:off x="7461719" y="5715165"/>
            <a:ext cx="186719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0" name="Number 5">
            <a:extLst>
              <a:ext uri="{FF2B5EF4-FFF2-40B4-BE49-F238E27FC236}">
                <a16:creationId xmlns:a16="http://schemas.microsoft.com/office/drawing/2014/main" id="{8A83E275-ED85-1F4F-57CF-FD74DBE1F014}"/>
              </a:ext>
            </a:extLst>
          </p:cNvPr>
          <p:cNvSpPr>
            <a:spLocks noGrp="1"/>
          </p:cNvSpPr>
          <p:nvPr>
            <p:ph type="body" sz="quarter" idx="44" hasCustomPrompt="1"/>
          </p:nvPr>
        </p:nvSpPr>
        <p:spPr>
          <a:xfrm>
            <a:off x="7461250" y="5062056"/>
            <a:ext cx="1861799"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14" name="Line 5">
            <a:extLst>
              <a:ext uri="{FF2B5EF4-FFF2-40B4-BE49-F238E27FC236}">
                <a16:creationId xmlns:a16="http://schemas.microsoft.com/office/drawing/2014/main" id="{E9476E00-55D1-0371-125A-340D81A783D4}"/>
              </a:ext>
            </a:extLst>
          </p:cNvPr>
          <p:cNvCxnSpPr>
            <a:cxnSpLocks/>
          </p:cNvCxnSpPr>
          <p:nvPr userDrawn="1"/>
        </p:nvCxnSpPr>
        <p:spPr>
          <a:xfrm>
            <a:off x="7450740"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 Placeholder 6">
            <a:extLst>
              <a:ext uri="{FF2B5EF4-FFF2-40B4-BE49-F238E27FC236}">
                <a16:creationId xmlns:a16="http://schemas.microsoft.com/office/drawing/2014/main" id="{828BDD1F-F8A4-AA54-3C18-E2FFC66C585F}"/>
              </a:ext>
            </a:extLst>
          </p:cNvPr>
          <p:cNvSpPr>
            <a:spLocks noGrp="1"/>
          </p:cNvSpPr>
          <p:nvPr>
            <p:ph type="body" sz="quarter" idx="45"/>
          </p:nvPr>
        </p:nvSpPr>
        <p:spPr>
          <a:xfrm>
            <a:off x="4733925" y="5715165"/>
            <a:ext cx="1903218"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2" name="Number 4">
            <a:extLst>
              <a:ext uri="{FF2B5EF4-FFF2-40B4-BE49-F238E27FC236}">
                <a16:creationId xmlns:a16="http://schemas.microsoft.com/office/drawing/2014/main" id="{B8676FB4-7CF2-B2AC-31BF-E5D9C33F6A47}"/>
              </a:ext>
            </a:extLst>
          </p:cNvPr>
          <p:cNvSpPr>
            <a:spLocks noGrp="1"/>
          </p:cNvSpPr>
          <p:nvPr>
            <p:ph type="body" sz="quarter" idx="46" hasCustomPrompt="1"/>
          </p:nvPr>
        </p:nvSpPr>
        <p:spPr>
          <a:xfrm>
            <a:off x="4733925" y="5062056"/>
            <a:ext cx="1903216"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dirty="0"/>
              <a:t>01</a:t>
            </a:r>
          </a:p>
        </p:txBody>
      </p:sp>
      <p:cxnSp>
        <p:nvCxnSpPr>
          <p:cNvPr id="13" name="Line 4">
            <a:extLst>
              <a:ext uri="{FF2B5EF4-FFF2-40B4-BE49-F238E27FC236}">
                <a16:creationId xmlns:a16="http://schemas.microsoft.com/office/drawing/2014/main" id="{A8D6E652-7B6D-7E18-C6A4-FBC01D56F23E}"/>
              </a:ext>
            </a:extLst>
          </p:cNvPr>
          <p:cNvCxnSpPr>
            <a:cxnSpLocks/>
          </p:cNvCxnSpPr>
          <p:nvPr userDrawn="1"/>
        </p:nvCxnSpPr>
        <p:spPr>
          <a:xfrm>
            <a:off x="4737076" y="502941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40" name="Text Placeholder 5">
            <a:extLst>
              <a:ext uri="{FF2B5EF4-FFF2-40B4-BE49-F238E27FC236}">
                <a16:creationId xmlns:a16="http://schemas.microsoft.com/office/drawing/2014/main" id="{1987A5A9-1A45-D92D-91CB-5E9A9E62D401}"/>
              </a:ext>
            </a:extLst>
          </p:cNvPr>
          <p:cNvSpPr>
            <a:spLocks noGrp="1"/>
          </p:cNvSpPr>
          <p:nvPr>
            <p:ph type="body" sz="quarter" idx="36"/>
          </p:nvPr>
        </p:nvSpPr>
        <p:spPr>
          <a:xfrm>
            <a:off x="10082765" y="4515015"/>
            <a:ext cx="192186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4" name="Number 3">
            <a:extLst>
              <a:ext uri="{FF2B5EF4-FFF2-40B4-BE49-F238E27FC236}">
                <a16:creationId xmlns:a16="http://schemas.microsoft.com/office/drawing/2014/main" id="{FB49438D-B566-7496-AD05-EBF535B79A2E}"/>
              </a:ext>
            </a:extLst>
          </p:cNvPr>
          <p:cNvSpPr>
            <a:spLocks noGrp="1"/>
          </p:cNvSpPr>
          <p:nvPr>
            <p:ph type="body" sz="quarter" idx="39" hasCustomPrompt="1"/>
          </p:nvPr>
        </p:nvSpPr>
        <p:spPr>
          <a:xfrm>
            <a:off x="10082765" y="3861906"/>
            <a:ext cx="1921860"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7" name="Line 3">
            <a:extLst>
              <a:ext uri="{FF2B5EF4-FFF2-40B4-BE49-F238E27FC236}">
                <a16:creationId xmlns:a16="http://schemas.microsoft.com/office/drawing/2014/main" id="{C91B5678-31C0-3C70-1E22-C8137339FA83}"/>
              </a:ext>
            </a:extLst>
          </p:cNvPr>
          <p:cNvCxnSpPr>
            <a:cxnSpLocks/>
          </p:cNvCxnSpPr>
          <p:nvPr/>
        </p:nvCxnSpPr>
        <p:spPr>
          <a:xfrm>
            <a:off x="10082765"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9" name="Text Placeholder 4">
            <a:extLst>
              <a:ext uri="{FF2B5EF4-FFF2-40B4-BE49-F238E27FC236}">
                <a16:creationId xmlns:a16="http://schemas.microsoft.com/office/drawing/2014/main" id="{BCA1F41F-7B74-EBA2-76C6-B7D3897FBC98}"/>
              </a:ext>
            </a:extLst>
          </p:cNvPr>
          <p:cNvSpPr>
            <a:spLocks noGrp="1"/>
          </p:cNvSpPr>
          <p:nvPr>
            <p:ph type="body" sz="quarter" idx="35"/>
          </p:nvPr>
        </p:nvSpPr>
        <p:spPr>
          <a:xfrm>
            <a:off x="7461719" y="4515015"/>
            <a:ext cx="1867190"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3" name="Number 2">
            <a:extLst>
              <a:ext uri="{FF2B5EF4-FFF2-40B4-BE49-F238E27FC236}">
                <a16:creationId xmlns:a16="http://schemas.microsoft.com/office/drawing/2014/main" id="{077C3A3C-9196-9CA9-CE85-F5A6BC39F214}"/>
              </a:ext>
            </a:extLst>
          </p:cNvPr>
          <p:cNvSpPr>
            <a:spLocks noGrp="1"/>
          </p:cNvSpPr>
          <p:nvPr>
            <p:ph type="body" sz="quarter" idx="38" hasCustomPrompt="1"/>
          </p:nvPr>
        </p:nvSpPr>
        <p:spPr>
          <a:xfrm>
            <a:off x="7461250" y="3861906"/>
            <a:ext cx="1861799"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6" name="Line 2">
            <a:extLst>
              <a:ext uri="{FF2B5EF4-FFF2-40B4-BE49-F238E27FC236}">
                <a16:creationId xmlns:a16="http://schemas.microsoft.com/office/drawing/2014/main" id="{2F048074-09DC-71DB-808B-E2A062FBBFDC}"/>
              </a:ext>
            </a:extLst>
          </p:cNvPr>
          <p:cNvCxnSpPr>
            <a:cxnSpLocks/>
          </p:cNvCxnSpPr>
          <p:nvPr/>
        </p:nvCxnSpPr>
        <p:spPr>
          <a:xfrm>
            <a:off x="7450740"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8" name="Text Placeholder 3">
            <a:extLst>
              <a:ext uri="{FF2B5EF4-FFF2-40B4-BE49-F238E27FC236}">
                <a16:creationId xmlns:a16="http://schemas.microsoft.com/office/drawing/2014/main" id="{A7B665D0-2FB7-6EDA-E9DF-2583F1B7C615}"/>
              </a:ext>
            </a:extLst>
          </p:cNvPr>
          <p:cNvSpPr>
            <a:spLocks noGrp="1"/>
          </p:cNvSpPr>
          <p:nvPr>
            <p:ph type="body" sz="quarter" idx="34"/>
          </p:nvPr>
        </p:nvSpPr>
        <p:spPr>
          <a:xfrm>
            <a:off x="4733925" y="4515015"/>
            <a:ext cx="1903218" cy="35070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2" name="Number 1">
            <a:extLst>
              <a:ext uri="{FF2B5EF4-FFF2-40B4-BE49-F238E27FC236}">
                <a16:creationId xmlns:a16="http://schemas.microsoft.com/office/drawing/2014/main" id="{E4384107-C376-82B5-3D49-1E5F8A4AF020}"/>
              </a:ext>
            </a:extLst>
          </p:cNvPr>
          <p:cNvSpPr>
            <a:spLocks noGrp="1"/>
          </p:cNvSpPr>
          <p:nvPr>
            <p:ph type="body" sz="quarter" idx="37" hasCustomPrompt="1"/>
          </p:nvPr>
        </p:nvSpPr>
        <p:spPr>
          <a:xfrm>
            <a:off x="4733924" y="3861906"/>
            <a:ext cx="1903217" cy="626403"/>
          </a:xfrm>
          <a:prstGeom prst="rect">
            <a:avLst/>
          </a:prstGeom>
        </p:spPr>
        <p:txBody>
          <a:bodyPr anchor="ct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dirty="0"/>
              <a:t>01</a:t>
            </a:r>
          </a:p>
        </p:txBody>
      </p:sp>
      <p:cxnSp>
        <p:nvCxnSpPr>
          <p:cNvPr id="30" name="Line 1">
            <a:extLst>
              <a:ext uri="{FF2B5EF4-FFF2-40B4-BE49-F238E27FC236}">
                <a16:creationId xmlns:a16="http://schemas.microsoft.com/office/drawing/2014/main" id="{2508F837-BB0F-C0EE-6911-B3F4D06D5F57}"/>
              </a:ext>
            </a:extLst>
          </p:cNvPr>
          <p:cNvCxnSpPr>
            <a:cxnSpLocks/>
          </p:cNvCxnSpPr>
          <p:nvPr/>
        </p:nvCxnSpPr>
        <p:spPr>
          <a:xfrm>
            <a:off x="4737076" y="3829262"/>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4" name="Text Placeholder 2">
            <a:extLst>
              <a:ext uri="{FF2B5EF4-FFF2-40B4-BE49-F238E27FC236}">
                <a16:creationId xmlns:a16="http://schemas.microsoft.com/office/drawing/2014/main" id="{C3A2D8C8-3E40-BEF8-A439-3EC99F1B762A}"/>
              </a:ext>
            </a:extLst>
          </p:cNvPr>
          <p:cNvSpPr>
            <a:spLocks noGrp="1"/>
          </p:cNvSpPr>
          <p:nvPr>
            <p:ph type="body" sz="quarter" idx="23"/>
          </p:nvPr>
        </p:nvSpPr>
        <p:spPr>
          <a:xfrm>
            <a:off x="342564" y="4659652"/>
            <a:ext cx="4047143"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8" name="Title 1">
            <a:extLst>
              <a:ext uri="{FF2B5EF4-FFF2-40B4-BE49-F238E27FC236}">
                <a16:creationId xmlns:a16="http://schemas.microsoft.com/office/drawing/2014/main" id="{7F2A61EE-69B7-872A-D442-E698C7C54155}"/>
              </a:ext>
            </a:extLst>
          </p:cNvPr>
          <p:cNvSpPr>
            <a:spLocks noGrp="1"/>
          </p:cNvSpPr>
          <p:nvPr>
            <p:ph type="title" hasCustomPrompt="1"/>
          </p:nvPr>
        </p:nvSpPr>
        <p:spPr>
          <a:xfrm>
            <a:off x="342900" y="3770489"/>
            <a:ext cx="4068688"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3" name="Picture Placeholder 1">
            <a:extLst>
              <a:ext uri="{FF2B5EF4-FFF2-40B4-BE49-F238E27FC236}">
                <a16:creationId xmlns:a16="http://schemas.microsoft.com/office/drawing/2014/main" id="{B85AF97B-70C9-A62B-0554-77A585D2CAE4}"/>
              </a:ext>
            </a:extLst>
          </p:cNvPr>
          <p:cNvSpPr>
            <a:spLocks noGrp="1"/>
          </p:cNvSpPr>
          <p:nvPr>
            <p:ph type="pic" sz="quarter" idx="33"/>
          </p:nvPr>
        </p:nvSpPr>
        <p:spPr>
          <a:xfrm>
            <a:off x="371075" y="1142835"/>
            <a:ext cx="11478088" cy="1892620"/>
          </a:xfrm>
          <a:prstGeom prst="snip2SameRect">
            <a:avLst>
              <a:gd name="adj1" fmla="val 5161"/>
              <a:gd name="adj2" fmla="val 5337"/>
            </a:avLst>
          </a:prstGeom>
          <a:noFill/>
        </p:spPr>
        <p:txBody>
          <a:bodyPr anchor="t"/>
          <a:lstStyle>
            <a:lvl1pPr>
              <a:buNone/>
              <a:defRPr sz="200" b="0" i="0">
                <a:latin typeface="+mn-lt"/>
              </a:defRPr>
            </a:lvl1pPr>
          </a:lstStyle>
          <a:p>
            <a:r>
              <a:rPr lang="en-US"/>
              <a:t>Click icon to add picture</a:t>
            </a:r>
            <a:endParaRPr lang="en-US" dirty="0"/>
          </a:p>
        </p:txBody>
      </p:sp>
      <p:sp>
        <p:nvSpPr>
          <p:cNvPr id="2" name="Text Placeholder 11">
            <a:extLst>
              <a:ext uri="{FF2B5EF4-FFF2-40B4-BE49-F238E27FC236}">
                <a16:creationId xmlns:a16="http://schemas.microsoft.com/office/drawing/2014/main" id="{E8F531D3-5C6F-8BEF-7E75-FF317B566F39}"/>
              </a:ext>
            </a:extLst>
          </p:cNvPr>
          <p:cNvSpPr>
            <a:spLocks noGrp="1"/>
          </p:cNvSpPr>
          <p:nvPr>
            <p:ph type="body" sz="quarter" idx="47"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B9E7B3F5-4084-B019-BE95-772ED6C9248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551974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ongTitle-Image">
    <p:spTree>
      <p:nvGrpSpPr>
        <p:cNvPr id="1" name=""/>
        <p:cNvGrpSpPr/>
        <p:nvPr/>
      </p:nvGrpSpPr>
      <p:grpSpPr>
        <a:xfrm>
          <a:off x="0" y="0"/>
          <a:ext cx="0" cy="0"/>
          <a:chOff x="0" y="0"/>
          <a:chExt cx="0" cy="0"/>
        </a:xfrm>
      </p:grpSpPr>
      <p:sp>
        <p:nvSpPr>
          <p:cNvPr id="17" name="Online Image Placeholder 1">
            <a:extLst>
              <a:ext uri="{FF2B5EF4-FFF2-40B4-BE49-F238E27FC236}">
                <a16:creationId xmlns:a16="http://schemas.microsoft.com/office/drawing/2014/main" id="{530B90B0-9F32-598E-8604-0D154B7B928F}"/>
              </a:ext>
            </a:extLst>
          </p:cNvPr>
          <p:cNvSpPr>
            <a:spLocks noGrp="1"/>
          </p:cNvSpPr>
          <p:nvPr>
            <p:ph type="clipArt" sz="quarter" idx="16"/>
          </p:nvPr>
        </p:nvSpPr>
        <p:spPr>
          <a:xfrm>
            <a:off x="6197600" y="1066800"/>
            <a:ext cx="5651500" cy="5181600"/>
          </a:xfrm>
          <a:prstGeom prst="rect">
            <a:avLst/>
          </a:prstGeom>
        </p:spPr>
        <p:txBody>
          <a:bodyPr>
            <a:noAutofit/>
          </a:bodyPr>
          <a:lstStyle>
            <a:lvl1pPr>
              <a:buNone/>
              <a:defRPr sz="1400" b="0" i="0" baseline="0">
                <a:solidFill>
                  <a:schemeClr val="tx1"/>
                </a:solidFill>
                <a:latin typeface="+mn-lt"/>
              </a:defRPr>
            </a:lvl1pPr>
          </a:lstStyle>
          <a:p>
            <a:r>
              <a:rPr lang="en-US"/>
              <a:t>Click icon to add online image</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latin typeface="+mj-lt"/>
              </a:defRPr>
            </a:lvl1pPr>
          </a:lstStyle>
          <a:p>
            <a:r>
              <a:rPr lang="en-US" dirty="0"/>
              <a:t>Click to edit master title style</a:t>
            </a:r>
          </a:p>
        </p:txBody>
      </p:sp>
      <p:sp>
        <p:nvSpPr>
          <p:cNvPr id="6" name="Text Placeholder 11">
            <a:extLst>
              <a:ext uri="{FF2B5EF4-FFF2-40B4-BE49-F238E27FC236}">
                <a16:creationId xmlns:a16="http://schemas.microsoft.com/office/drawing/2014/main" id="{09B935C6-EFDB-2C86-5623-3CCA22A02C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D1CA990B-9BD1-B4AA-DD7D-84A811A4BE8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43489729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ongTitle-Image-Dark">
    <p:bg>
      <p:bgPr>
        <a:solidFill>
          <a:schemeClr val="tx2"/>
        </a:solidFill>
        <a:effectLst/>
      </p:bgPr>
    </p:bg>
    <p:spTree>
      <p:nvGrpSpPr>
        <p:cNvPr id="1" name=""/>
        <p:cNvGrpSpPr/>
        <p:nvPr/>
      </p:nvGrpSpPr>
      <p:grpSpPr>
        <a:xfrm>
          <a:off x="0" y="0"/>
          <a:ext cx="0" cy="0"/>
          <a:chOff x="0" y="0"/>
          <a:chExt cx="0" cy="0"/>
        </a:xfrm>
      </p:grpSpPr>
      <p:pic>
        <p:nvPicPr>
          <p:cNvPr id="10" name="Image 10" descr=" ">
            <a:extLst>
              <a:ext uri="{FF2B5EF4-FFF2-40B4-BE49-F238E27FC236}">
                <a16:creationId xmlns:a16="http://schemas.microsoft.com/office/drawing/2014/main" id="{6C4C0261-F93F-8B6D-C53A-84E01661D7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0998" y="873189"/>
            <a:ext cx="11429941" cy="6348"/>
          </a:xfrm>
          <a:prstGeom prst="rect">
            <a:avLst/>
          </a:prstGeom>
        </p:spPr>
      </p:pic>
      <p:sp>
        <p:nvSpPr>
          <p:cNvPr id="17" name="Online Image Placeholder 1">
            <a:extLst>
              <a:ext uri="{FF2B5EF4-FFF2-40B4-BE49-F238E27FC236}">
                <a16:creationId xmlns:a16="http://schemas.microsoft.com/office/drawing/2014/main" id="{530B90B0-9F32-598E-8604-0D154B7B928F}"/>
              </a:ext>
            </a:extLst>
          </p:cNvPr>
          <p:cNvSpPr>
            <a:spLocks noGrp="1"/>
          </p:cNvSpPr>
          <p:nvPr>
            <p:ph type="clipArt" sz="quarter" idx="16"/>
          </p:nvPr>
        </p:nvSpPr>
        <p:spPr>
          <a:xfrm>
            <a:off x="6197600" y="1131889"/>
            <a:ext cx="5613301" cy="5076825"/>
          </a:xfrm>
          <a:prstGeom prst="rect">
            <a:avLst/>
          </a:prstGeom>
        </p:spPr>
        <p:txBody>
          <a:bodyPr>
            <a:noAutofit/>
          </a:bodyPr>
          <a:lstStyle>
            <a:lvl1pPr>
              <a:buNone/>
              <a:defRPr sz="1400" b="0" i="0" baseline="0">
                <a:solidFill>
                  <a:schemeClr val="bg2"/>
                </a:solidFill>
                <a:latin typeface="+mn-lt"/>
              </a:defRPr>
            </a:lvl1pPr>
          </a:lstStyle>
          <a:p>
            <a:r>
              <a:rPr lang="en-US"/>
              <a:t>Click icon to add online image</a:t>
            </a:r>
            <a:endParaRPr lang="en-US" dirty="0"/>
          </a:p>
        </p:txBody>
      </p:sp>
      <p:sp>
        <p:nvSpPr>
          <p:cNvPr id="2" name="Title 1"/>
          <p:cNvSpPr>
            <a:spLocks noGrp="1"/>
          </p:cNvSpPr>
          <p:nvPr>
            <p:ph type="title" hasCustomPrompt="1"/>
          </p:nvPr>
        </p:nvSpPr>
        <p:spPr>
          <a:xfrm>
            <a:off x="342900" y="1070110"/>
            <a:ext cx="5306426" cy="2397266"/>
          </a:xfrm>
          <a:prstGeom prst="rect">
            <a:avLst/>
          </a:prstGeom>
        </p:spPr>
        <p:txBody>
          <a:bodyPr anchor="t">
            <a:noAutofit/>
          </a:bodyPr>
          <a:lstStyle>
            <a:lvl1pPr>
              <a:lnSpc>
                <a:spcPct val="90000"/>
              </a:lnSpc>
              <a:spcAft>
                <a:spcPts val="600"/>
              </a:spcAft>
              <a:defRPr sz="3001" cap="none" baseline="0">
                <a:solidFill>
                  <a:schemeClr val="bg2"/>
                </a:solidFill>
                <a:latin typeface="+mj-lt"/>
              </a:defRPr>
            </a:lvl1pPr>
          </a:lstStyle>
          <a:p>
            <a:r>
              <a:rPr lang="en-US"/>
              <a:t>Click to edit master title style</a:t>
            </a:r>
          </a:p>
        </p:txBody>
      </p:sp>
      <p:sp>
        <p:nvSpPr>
          <p:cNvPr id="3" name="Slide Number Placeholder 9">
            <a:extLst>
              <a:ext uri="{FF2B5EF4-FFF2-40B4-BE49-F238E27FC236}">
                <a16:creationId xmlns:a16="http://schemas.microsoft.com/office/drawing/2014/main" id="{49237CBF-9652-FDEB-4D49-73AA428B52C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solidFill>
                <a:schemeClr val="tx2">
                  <a:lumMod val="50000"/>
                  <a:lumOff val="50000"/>
                </a:schemeClr>
              </a:solidFill>
            </a:endParaRPr>
          </a:p>
        </p:txBody>
      </p:sp>
      <p:sp>
        <p:nvSpPr>
          <p:cNvPr id="4" name="Text Placeholder 11">
            <a:extLst>
              <a:ext uri="{FF2B5EF4-FFF2-40B4-BE49-F238E27FC236}">
                <a16:creationId xmlns:a16="http://schemas.microsoft.com/office/drawing/2014/main" id="{84A5B98C-1BD9-D362-A8C4-C987217BB576}"/>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10000"/>
                    <a:lumOff val="9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Text Placeholder 28">
            <a:extLst>
              <a:ext uri="{FF2B5EF4-FFF2-40B4-BE49-F238E27FC236}">
                <a16:creationId xmlns:a16="http://schemas.microsoft.com/office/drawing/2014/main" id="{21E60D18-E49B-C5E3-D2B9-3C101808693B}"/>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10000"/>
                    <a:lumOff val="9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10000"/>
                  <a:lumOff val="90000"/>
                </a:schemeClr>
              </a:solidFill>
              <a:latin typeface="Replica LL TT" panose="020B0504010101010104" pitchFamily="34" charset="77"/>
            </a:endParaRPr>
          </a:p>
        </p:txBody>
      </p:sp>
      <p:pic>
        <p:nvPicPr>
          <p:cNvPr id="11" name="Image 1" descr=" ">
            <a:extLst>
              <a:ext uri="{FF2B5EF4-FFF2-40B4-BE49-F238E27FC236}">
                <a16:creationId xmlns:a16="http://schemas.microsoft.com/office/drawing/2014/main" id="{41BC7F60-49F3-062C-620E-2633CE6AFAD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cxnSp>
        <p:nvCxnSpPr>
          <p:cNvPr id="14" name="Straight Connector 13">
            <a:extLst>
              <a:ext uri="{FF2B5EF4-FFF2-40B4-BE49-F238E27FC236}">
                <a16:creationId xmlns:a16="http://schemas.microsoft.com/office/drawing/2014/main" id="{DB3E47EB-4905-9194-3CFD-93BAE0E1A753}"/>
              </a:ext>
            </a:extLst>
          </p:cNvPr>
          <p:cNvCxnSpPr>
            <a:cxnSpLocks/>
          </p:cNvCxnSpPr>
          <p:nvPr userDrawn="1"/>
        </p:nvCxnSpPr>
        <p:spPr>
          <a:xfrm>
            <a:off x="342900" y="6515100"/>
            <a:ext cx="11506200" cy="0"/>
          </a:xfrm>
          <a:prstGeom prst="line">
            <a:avLst/>
          </a:prstGeom>
          <a:ln w="12700">
            <a:solidFill>
              <a:schemeClr val="tx2">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6404482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Column-2Images">
    <p:spTree>
      <p:nvGrpSpPr>
        <p:cNvPr id="1" name=""/>
        <p:cNvGrpSpPr/>
        <p:nvPr/>
      </p:nvGrpSpPr>
      <p:grpSpPr>
        <a:xfrm>
          <a:off x="0" y="0"/>
          <a:ext cx="0" cy="0"/>
          <a:chOff x="0" y="0"/>
          <a:chExt cx="0" cy="0"/>
        </a:xfrm>
      </p:grpSpPr>
      <p:sp>
        <p:nvSpPr>
          <p:cNvPr id="18" name="Picture Placeholder 2">
            <a:extLst>
              <a:ext uri="{FF2B5EF4-FFF2-40B4-BE49-F238E27FC236}">
                <a16:creationId xmlns:a16="http://schemas.microsoft.com/office/drawing/2014/main" id="{8F85F813-EA66-574A-3AE5-20D098D614A5}"/>
              </a:ext>
            </a:extLst>
          </p:cNvPr>
          <p:cNvSpPr>
            <a:spLocks noGrp="1"/>
          </p:cNvSpPr>
          <p:nvPr>
            <p:ph type="pic" sz="quarter" idx="21"/>
          </p:nvPr>
        </p:nvSpPr>
        <p:spPr>
          <a:xfrm>
            <a:off x="6209160" y="3517836"/>
            <a:ext cx="5655816" cy="2475533"/>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4" name="Text Placeholder 3">
            <a:extLst>
              <a:ext uri="{FF2B5EF4-FFF2-40B4-BE49-F238E27FC236}">
                <a16:creationId xmlns:a16="http://schemas.microsoft.com/office/drawing/2014/main" id="{F2DB7CA0-634F-9191-9810-155B3EB3FB6B}"/>
              </a:ext>
            </a:extLst>
          </p:cNvPr>
          <p:cNvSpPr>
            <a:spLocks noGrp="1"/>
          </p:cNvSpPr>
          <p:nvPr>
            <p:ph type="body" sz="quarter" idx="25"/>
          </p:nvPr>
        </p:nvSpPr>
        <p:spPr>
          <a:xfrm>
            <a:off x="6197600" y="2319306"/>
            <a:ext cx="5618699" cy="92557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1" name="Picture Placeholder 1">
            <a:extLst>
              <a:ext uri="{FF2B5EF4-FFF2-40B4-BE49-F238E27FC236}">
                <a16:creationId xmlns:a16="http://schemas.microsoft.com/office/drawing/2014/main" id="{7035E1D6-BF82-46DB-77D9-DFAB27816A89}"/>
              </a:ext>
            </a:extLst>
          </p:cNvPr>
          <p:cNvSpPr>
            <a:spLocks noGrp="1"/>
          </p:cNvSpPr>
          <p:nvPr>
            <p:ph type="pic" sz="quarter" idx="20"/>
          </p:nvPr>
        </p:nvSpPr>
        <p:spPr>
          <a:xfrm>
            <a:off x="341759" y="3517836"/>
            <a:ext cx="5655816" cy="2475533"/>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5" name="Text Placeholder 2">
            <a:extLst>
              <a:ext uri="{FF2B5EF4-FFF2-40B4-BE49-F238E27FC236}">
                <a16:creationId xmlns:a16="http://schemas.microsoft.com/office/drawing/2014/main" id="{A00F41B0-95DB-701B-B6DD-AA7AAF84FB43}"/>
              </a:ext>
            </a:extLst>
          </p:cNvPr>
          <p:cNvSpPr>
            <a:spLocks noGrp="1"/>
          </p:cNvSpPr>
          <p:nvPr>
            <p:ph type="body" sz="quarter" idx="35"/>
          </p:nvPr>
        </p:nvSpPr>
        <p:spPr>
          <a:xfrm>
            <a:off x="338691" y="2319306"/>
            <a:ext cx="5604909" cy="92557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0" name="Title 1">
            <a:extLst>
              <a:ext uri="{FF2B5EF4-FFF2-40B4-BE49-F238E27FC236}">
                <a16:creationId xmlns:a16="http://schemas.microsoft.com/office/drawing/2014/main" id="{A165DD24-823D-3F8B-0AD2-82C0042F78F0}"/>
              </a:ext>
            </a:extLst>
          </p:cNvPr>
          <p:cNvSpPr>
            <a:spLocks noGrp="1"/>
          </p:cNvSpPr>
          <p:nvPr>
            <p:ph type="title" hasCustomPrompt="1"/>
          </p:nvPr>
        </p:nvSpPr>
        <p:spPr>
          <a:xfrm>
            <a:off x="352570" y="1081986"/>
            <a:ext cx="418450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8DCFECB6-6EE2-39EE-D7FA-82604C97AFC5}"/>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606187AB-8556-B587-B87D-BDC4855A6F8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2638901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ngTitle-Text-4images">
    <p:bg>
      <p:bgRef idx="1001">
        <a:schemeClr val="bg1"/>
      </p:bgRef>
    </p:bg>
    <p:spTree>
      <p:nvGrpSpPr>
        <p:cNvPr id="1" name=""/>
        <p:cNvGrpSpPr/>
        <p:nvPr/>
      </p:nvGrpSpPr>
      <p:grpSpPr>
        <a:xfrm>
          <a:off x="0" y="0"/>
          <a:ext cx="0" cy="0"/>
          <a:chOff x="0" y="0"/>
          <a:chExt cx="0" cy="0"/>
        </a:xfrm>
      </p:grpSpPr>
      <p:sp>
        <p:nvSpPr>
          <p:cNvPr id="35" name="Picture Placeholder 33">
            <a:extLst>
              <a:ext uri="{FF2B5EF4-FFF2-40B4-BE49-F238E27FC236}">
                <a16:creationId xmlns:a16="http://schemas.microsoft.com/office/drawing/2014/main" id="{74C546ED-101E-36DA-076A-F26E85A375A5}"/>
              </a:ext>
            </a:extLst>
          </p:cNvPr>
          <p:cNvSpPr>
            <a:spLocks noGrp="1"/>
          </p:cNvSpPr>
          <p:nvPr>
            <p:ph type="pic" sz="quarter" idx="18"/>
          </p:nvPr>
        </p:nvSpPr>
        <p:spPr>
          <a:xfrm>
            <a:off x="9119691" y="3797975"/>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4" name="Picture Placeholder 33">
            <a:extLst>
              <a:ext uri="{FF2B5EF4-FFF2-40B4-BE49-F238E27FC236}">
                <a16:creationId xmlns:a16="http://schemas.microsoft.com/office/drawing/2014/main" id="{B55BDE9A-0372-5EA9-ACC7-B9B90004A7A2}"/>
              </a:ext>
            </a:extLst>
          </p:cNvPr>
          <p:cNvSpPr>
            <a:spLocks noGrp="1"/>
          </p:cNvSpPr>
          <p:nvPr>
            <p:ph type="pic" sz="quarter" idx="17"/>
          </p:nvPr>
        </p:nvSpPr>
        <p:spPr>
          <a:xfrm>
            <a:off x="6197600" y="3797975"/>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7" name="Picture Placeholder 33">
            <a:extLst>
              <a:ext uri="{FF2B5EF4-FFF2-40B4-BE49-F238E27FC236}">
                <a16:creationId xmlns:a16="http://schemas.microsoft.com/office/drawing/2014/main" id="{E05BF496-661D-295A-4DC7-98DAAFF115D4}"/>
              </a:ext>
            </a:extLst>
          </p:cNvPr>
          <p:cNvSpPr>
            <a:spLocks noGrp="1"/>
          </p:cNvSpPr>
          <p:nvPr>
            <p:ph type="pic" sz="quarter" idx="20"/>
          </p:nvPr>
        </p:nvSpPr>
        <p:spPr>
          <a:xfrm>
            <a:off x="6197600" y="1137903"/>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9" name="Picture Placeholder 33">
            <a:extLst>
              <a:ext uri="{FF2B5EF4-FFF2-40B4-BE49-F238E27FC236}">
                <a16:creationId xmlns:a16="http://schemas.microsoft.com/office/drawing/2014/main" id="{95A41B67-CDA6-2A24-A480-4A1DA10D14CB}"/>
              </a:ext>
            </a:extLst>
          </p:cNvPr>
          <p:cNvSpPr>
            <a:spLocks noGrp="1"/>
          </p:cNvSpPr>
          <p:nvPr>
            <p:ph type="pic" sz="quarter" idx="22"/>
          </p:nvPr>
        </p:nvSpPr>
        <p:spPr>
          <a:xfrm>
            <a:off x="9119691" y="1137903"/>
            <a:ext cx="2705832" cy="1966912"/>
          </a:xfrm>
          <a:prstGeom prst="rect">
            <a:avLst/>
          </a:prstGeom>
        </p:spPr>
        <p:txBody>
          <a:bodyPr>
            <a:noAutofit/>
          </a:bodyPr>
          <a:lstStyle>
            <a:lvl1pPr marL="7940" indent="-7940">
              <a:buNone/>
              <a:tabLst/>
              <a:defRPr sz="1400" b="0" i="0">
                <a:latin typeface="+mn-lt"/>
              </a:defRPr>
            </a:lvl1pPr>
          </a:lstStyle>
          <a:p>
            <a:r>
              <a:rPr lang="en-US"/>
              <a:t>Click icon to add picture</a:t>
            </a:r>
          </a:p>
        </p:txBody>
      </p:sp>
      <p:sp>
        <p:nvSpPr>
          <p:cNvPr id="36" name="Text Placeholder 29">
            <a:extLst>
              <a:ext uri="{FF2B5EF4-FFF2-40B4-BE49-F238E27FC236}">
                <a16:creationId xmlns:a16="http://schemas.microsoft.com/office/drawing/2014/main" id="{ED16980D-F309-7F68-6617-9CDDD31C7F4A}"/>
              </a:ext>
            </a:extLst>
          </p:cNvPr>
          <p:cNvSpPr>
            <a:spLocks noGrp="1"/>
          </p:cNvSpPr>
          <p:nvPr>
            <p:ph type="body" sz="quarter" idx="19" hasCustomPrompt="1"/>
          </p:nvPr>
        </p:nvSpPr>
        <p:spPr>
          <a:xfrm>
            <a:off x="9119691" y="5896941"/>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8" name="Text Placeholder 29">
            <a:extLst>
              <a:ext uri="{FF2B5EF4-FFF2-40B4-BE49-F238E27FC236}">
                <a16:creationId xmlns:a16="http://schemas.microsoft.com/office/drawing/2014/main" id="{0035A22C-9751-F717-F3D1-E76DF981B05A}"/>
              </a:ext>
            </a:extLst>
          </p:cNvPr>
          <p:cNvSpPr>
            <a:spLocks noGrp="1"/>
          </p:cNvSpPr>
          <p:nvPr>
            <p:ph type="body" sz="quarter" idx="21" hasCustomPrompt="1"/>
          </p:nvPr>
        </p:nvSpPr>
        <p:spPr>
          <a:xfrm>
            <a:off x="6197600" y="3236086"/>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40" name="Text Placeholder 29">
            <a:extLst>
              <a:ext uri="{FF2B5EF4-FFF2-40B4-BE49-F238E27FC236}">
                <a16:creationId xmlns:a16="http://schemas.microsoft.com/office/drawing/2014/main" id="{DF696556-135C-DBC4-844C-2C4B4E12E91C}"/>
              </a:ext>
            </a:extLst>
          </p:cNvPr>
          <p:cNvSpPr>
            <a:spLocks noGrp="1"/>
          </p:cNvSpPr>
          <p:nvPr>
            <p:ph type="body" sz="quarter" idx="23" hasCustomPrompt="1"/>
          </p:nvPr>
        </p:nvSpPr>
        <p:spPr>
          <a:xfrm>
            <a:off x="9119691" y="3236086"/>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B0CCF301-C6A4-0538-45A3-22B5616FC280}"/>
              </a:ext>
            </a:extLst>
          </p:cNvPr>
          <p:cNvSpPr>
            <a:spLocks noGrp="1"/>
          </p:cNvSpPr>
          <p:nvPr>
            <p:ph type="body" sz="quarter" idx="10" hasCustomPrompt="1"/>
          </p:nvPr>
        </p:nvSpPr>
        <p:spPr>
          <a:xfrm>
            <a:off x="6197600" y="5896941"/>
            <a:ext cx="2745270" cy="206660"/>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1" name="Content Placeholder 2">
            <a:extLst>
              <a:ext uri="{FF2B5EF4-FFF2-40B4-BE49-F238E27FC236}">
                <a16:creationId xmlns:a16="http://schemas.microsoft.com/office/drawing/2014/main" id="{D927F74B-A656-0DF7-078D-7EEBA3708395}"/>
              </a:ext>
            </a:extLst>
          </p:cNvPr>
          <p:cNvSpPr>
            <a:spLocks noGrp="1"/>
          </p:cNvSpPr>
          <p:nvPr>
            <p:ph sz="quarter" idx="16"/>
          </p:nvPr>
        </p:nvSpPr>
        <p:spPr>
          <a:xfrm>
            <a:off x="366477" y="3509403"/>
            <a:ext cx="5282849" cy="2682355"/>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32" name="Title 1">
            <a:extLst>
              <a:ext uri="{FF2B5EF4-FFF2-40B4-BE49-F238E27FC236}">
                <a16:creationId xmlns:a16="http://schemas.microsoft.com/office/drawing/2014/main" id="{7271886F-A12B-EE68-4CEB-A757F36B9E1C}"/>
              </a:ext>
            </a:extLst>
          </p:cNvPr>
          <p:cNvSpPr>
            <a:spLocks noGrp="1"/>
          </p:cNvSpPr>
          <p:nvPr>
            <p:ph type="title" hasCustomPrompt="1"/>
          </p:nvPr>
        </p:nvSpPr>
        <p:spPr>
          <a:xfrm>
            <a:off x="366477" y="1070110"/>
            <a:ext cx="5282849"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dirty="0"/>
              <a:t>Click to edit master title style</a:t>
            </a:r>
          </a:p>
        </p:txBody>
      </p:sp>
      <p:sp>
        <p:nvSpPr>
          <p:cNvPr id="3" name="Text Placeholder 11">
            <a:extLst>
              <a:ext uri="{FF2B5EF4-FFF2-40B4-BE49-F238E27FC236}">
                <a16:creationId xmlns:a16="http://schemas.microsoft.com/office/drawing/2014/main" id="{41EA56B5-6CE3-31C4-03B0-85A743501AB9}"/>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3B0FB7E7-5569-BED8-6823-2231F4D7811A}"/>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660654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hortTitle-Text-4images">
    <p:bg>
      <p:bgRef idx="1001">
        <a:schemeClr val="bg1"/>
      </p:bgRef>
    </p:bg>
    <p:spTree>
      <p:nvGrpSpPr>
        <p:cNvPr id="1" name=""/>
        <p:cNvGrpSpPr/>
        <p:nvPr/>
      </p:nvGrpSpPr>
      <p:grpSpPr>
        <a:xfrm>
          <a:off x="0" y="0"/>
          <a:ext cx="0" cy="0"/>
          <a:chOff x="0" y="0"/>
          <a:chExt cx="0" cy="0"/>
        </a:xfrm>
      </p:grpSpPr>
      <p:sp>
        <p:nvSpPr>
          <p:cNvPr id="36" name="Text Placeholder 29">
            <a:extLst>
              <a:ext uri="{FF2B5EF4-FFF2-40B4-BE49-F238E27FC236}">
                <a16:creationId xmlns:a16="http://schemas.microsoft.com/office/drawing/2014/main" id="{ED16980D-F309-7F68-6617-9CDDD31C7F4A}"/>
              </a:ext>
            </a:extLst>
          </p:cNvPr>
          <p:cNvSpPr>
            <a:spLocks noGrp="1"/>
          </p:cNvSpPr>
          <p:nvPr>
            <p:ph type="body" sz="quarter" idx="19" hasCustomPrompt="1"/>
          </p:nvPr>
        </p:nvSpPr>
        <p:spPr>
          <a:xfrm>
            <a:off x="9141236" y="5889970"/>
            <a:ext cx="2718508"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B0CCF301-C6A4-0538-45A3-22B5616FC280}"/>
              </a:ext>
            </a:extLst>
          </p:cNvPr>
          <p:cNvSpPr>
            <a:spLocks noGrp="1"/>
          </p:cNvSpPr>
          <p:nvPr>
            <p:ph type="body" sz="quarter" idx="10" hasCustomPrompt="1"/>
          </p:nvPr>
        </p:nvSpPr>
        <p:spPr>
          <a:xfrm>
            <a:off x="6192340" y="5889970"/>
            <a:ext cx="2745313"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40" name="Text Placeholder 29">
            <a:extLst>
              <a:ext uri="{FF2B5EF4-FFF2-40B4-BE49-F238E27FC236}">
                <a16:creationId xmlns:a16="http://schemas.microsoft.com/office/drawing/2014/main" id="{DF696556-135C-DBC4-844C-2C4B4E12E91C}"/>
              </a:ext>
            </a:extLst>
          </p:cNvPr>
          <p:cNvSpPr>
            <a:spLocks noGrp="1"/>
          </p:cNvSpPr>
          <p:nvPr>
            <p:ph type="body" sz="quarter" idx="23" hasCustomPrompt="1"/>
          </p:nvPr>
        </p:nvSpPr>
        <p:spPr>
          <a:xfrm>
            <a:off x="3270250" y="5889970"/>
            <a:ext cx="2778114"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8" name="Text Placeholder 29">
            <a:extLst>
              <a:ext uri="{FF2B5EF4-FFF2-40B4-BE49-F238E27FC236}">
                <a16:creationId xmlns:a16="http://schemas.microsoft.com/office/drawing/2014/main" id="{0035A22C-9751-F717-F3D1-E76DF981B05A}"/>
              </a:ext>
            </a:extLst>
          </p:cNvPr>
          <p:cNvSpPr>
            <a:spLocks noGrp="1"/>
          </p:cNvSpPr>
          <p:nvPr>
            <p:ph type="body" sz="quarter" idx="21" hasCustomPrompt="1"/>
          </p:nvPr>
        </p:nvSpPr>
        <p:spPr>
          <a:xfrm>
            <a:off x="342900" y="5889970"/>
            <a:ext cx="2783373" cy="192915"/>
          </a:xfrm>
          <a:prstGeom prst="rect">
            <a:avLst/>
          </a:prstGeom>
        </p:spPr>
        <p:txBody>
          <a:bodyPr>
            <a:noAutofit/>
          </a:bodyPr>
          <a:lstStyle>
            <a:lvl1pPr marL="9528" indent="-9528">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Picture Placeholder 33">
            <a:extLst>
              <a:ext uri="{FF2B5EF4-FFF2-40B4-BE49-F238E27FC236}">
                <a16:creationId xmlns:a16="http://schemas.microsoft.com/office/drawing/2014/main" id="{74C546ED-101E-36DA-076A-F26E85A375A5}"/>
              </a:ext>
            </a:extLst>
          </p:cNvPr>
          <p:cNvSpPr>
            <a:spLocks noGrp="1"/>
          </p:cNvSpPr>
          <p:nvPr>
            <p:ph type="pic" sz="quarter" idx="18"/>
          </p:nvPr>
        </p:nvSpPr>
        <p:spPr>
          <a:xfrm>
            <a:off x="9124949" y="3797975"/>
            <a:ext cx="2700573"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4" name="Picture Placeholder 33">
            <a:extLst>
              <a:ext uri="{FF2B5EF4-FFF2-40B4-BE49-F238E27FC236}">
                <a16:creationId xmlns:a16="http://schemas.microsoft.com/office/drawing/2014/main" id="{B55BDE9A-0372-5EA9-ACC7-B9B90004A7A2}"/>
              </a:ext>
            </a:extLst>
          </p:cNvPr>
          <p:cNvSpPr>
            <a:spLocks noGrp="1"/>
          </p:cNvSpPr>
          <p:nvPr>
            <p:ph type="pic" sz="quarter" idx="17"/>
          </p:nvPr>
        </p:nvSpPr>
        <p:spPr>
          <a:xfrm>
            <a:off x="6208860" y="3797975"/>
            <a:ext cx="2705503"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9" name="Picture Placeholder 33">
            <a:extLst>
              <a:ext uri="{FF2B5EF4-FFF2-40B4-BE49-F238E27FC236}">
                <a16:creationId xmlns:a16="http://schemas.microsoft.com/office/drawing/2014/main" id="{95A41B67-CDA6-2A24-A480-4A1DA10D14CB}"/>
              </a:ext>
            </a:extLst>
          </p:cNvPr>
          <p:cNvSpPr>
            <a:spLocks noGrp="1"/>
          </p:cNvSpPr>
          <p:nvPr>
            <p:ph type="pic" sz="quarter" idx="22"/>
          </p:nvPr>
        </p:nvSpPr>
        <p:spPr>
          <a:xfrm>
            <a:off x="3284699" y="3797975"/>
            <a:ext cx="2698442"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37" name="Picture Placeholder 33">
            <a:extLst>
              <a:ext uri="{FF2B5EF4-FFF2-40B4-BE49-F238E27FC236}">
                <a16:creationId xmlns:a16="http://schemas.microsoft.com/office/drawing/2014/main" id="{E05BF496-661D-295A-4DC7-98DAAFF115D4}"/>
              </a:ext>
            </a:extLst>
          </p:cNvPr>
          <p:cNvSpPr>
            <a:spLocks noGrp="1"/>
          </p:cNvSpPr>
          <p:nvPr>
            <p:ph type="pic" sz="quarter" idx="20"/>
          </p:nvPr>
        </p:nvSpPr>
        <p:spPr>
          <a:xfrm>
            <a:off x="373542" y="3797975"/>
            <a:ext cx="2699858" cy="1966912"/>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2" name="Text Placeholder 2">
            <a:extLst>
              <a:ext uri="{FF2B5EF4-FFF2-40B4-BE49-F238E27FC236}">
                <a16:creationId xmlns:a16="http://schemas.microsoft.com/office/drawing/2014/main" id="{F000A5C9-0CE4-0478-9DE7-9C6307328E5D}"/>
              </a:ext>
            </a:extLst>
          </p:cNvPr>
          <p:cNvSpPr>
            <a:spLocks noGrp="1"/>
          </p:cNvSpPr>
          <p:nvPr>
            <p:ph type="body" sz="quarter" idx="25"/>
          </p:nvPr>
        </p:nvSpPr>
        <p:spPr>
          <a:xfrm>
            <a:off x="6192340" y="1076098"/>
            <a:ext cx="5618599" cy="23529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1" name="Title 1">
            <a:extLst>
              <a:ext uri="{FF2B5EF4-FFF2-40B4-BE49-F238E27FC236}">
                <a16:creationId xmlns:a16="http://schemas.microsoft.com/office/drawing/2014/main" id="{E1E97197-0F32-D6AF-203E-B5CBB3961F15}"/>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4" name="Text Placeholder 11">
            <a:extLst>
              <a:ext uri="{FF2B5EF4-FFF2-40B4-BE49-F238E27FC236}">
                <a16:creationId xmlns:a16="http://schemas.microsoft.com/office/drawing/2014/main" id="{D01505AE-CE1B-1380-2CC6-D8246D31DFA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1A017801-60B9-37DA-0839-517744478F8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3566978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estimonial-BigImage">
    <p:bg>
      <p:bgPr>
        <a:gradFill>
          <a:gsLst>
            <a:gs pos="0">
              <a:schemeClr val="accent5">
                <a:lumMod val="20000"/>
                <a:lumOff val="80000"/>
                <a:alpha val="33000"/>
              </a:schemeClr>
            </a:gs>
            <a:gs pos="35000">
              <a:schemeClr val="accent6">
                <a:alpha val="68000"/>
              </a:schemeClr>
            </a:gs>
            <a:gs pos="100000">
              <a:schemeClr val="accent5"/>
            </a:gs>
          </a:gsLst>
          <a:lin ang="16200000" scaled="1"/>
        </a:gradFill>
        <a:effectLst/>
      </p:bgPr>
    </p:bg>
    <p:spTree>
      <p:nvGrpSpPr>
        <p:cNvPr id="1" name=""/>
        <p:cNvGrpSpPr/>
        <p:nvPr/>
      </p:nvGrpSpPr>
      <p:grpSpPr>
        <a:xfrm>
          <a:off x="0" y="0"/>
          <a:ext cx="0" cy="0"/>
          <a:chOff x="0" y="0"/>
          <a:chExt cx="0" cy="0"/>
        </a:xfrm>
      </p:grpSpPr>
      <p:pic>
        <p:nvPicPr>
          <p:cNvPr id="20" name="Graphic 19">
            <a:extLst>
              <a:ext uri="{FF2B5EF4-FFF2-40B4-BE49-F238E27FC236}">
                <a16:creationId xmlns:a16="http://schemas.microsoft.com/office/drawing/2014/main" id="{39353EA2-D79C-A104-A3D9-7B6FD6BB595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68671" y="2028268"/>
            <a:ext cx="221339" cy="165961"/>
          </a:xfrm>
          <a:prstGeom prst="rect">
            <a:avLst/>
          </a:prstGeom>
        </p:spPr>
      </p:pic>
      <p:sp>
        <p:nvSpPr>
          <p:cNvPr id="18" name="Picture Placeholder 1">
            <a:extLst>
              <a:ext uri="{FF2B5EF4-FFF2-40B4-BE49-F238E27FC236}">
                <a16:creationId xmlns:a16="http://schemas.microsoft.com/office/drawing/2014/main" id="{B9C44A18-9652-44E3-1A16-F446DF95179E}"/>
              </a:ext>
            </a:extLst>
          </p:cNvPr>
          <p:cNvSpPr>
            <a:spLocks noGrp="1"/>
          </p:cNvSpPr>
          <p:nvPr>
            <p:ph type="pic" sz="quarter" idx="35"/>
          </p:nvPr>
        </p:nvSpPr>
        <p:spPr>
          <a:xfrm>
            <a:off x="6208862" y="876301"/>
            <a:ext cx="5983138" cy="5961318"/>
          </a:xfrm>
          <a:prstGeom prst="rect">
            <a:avLst/>
          </a:prstGeom>
        </p:spPr>
        <p:txBody>
          <a:bodyPr>
            <a:noAutofit/>
          </a:bodyPr>
          <a:lstStyle>
            <a:lvl1pPr marL="7940" indent="-7940">
              <a:buNone/>
              <a:tabLst/>
              <a:defRPr sz="1400" b="0" i="0" baseline="0">
                <a:latin typeface="+mn-lt"/>
              </a:defRPr>
            </a:lvl1pPr>
          </a:lstStyle>
          <a:p>
            <a:r>
              <a:rPr lang="en-US"/>
              <a:t>Click icon to add picture</a:t>
            </a:r>
          </a:p>
        </p:txBody>
      </p:sp>
      <p:sp>
        <p:nvSpPr>
          <p:cNvPr id="13" name="Text Placeholder 12">
            <a:extLst>
              <a:ext uri="{FF2B5EF4-FFF2-40B4-BE49-F238E27FC236}">
                <a16:creationId xmlns:a16="http://schemas.microsoft.com/office/drawing/2014/main" id="{B2E23C9D-534E-7DED-C4A2-99B50540256E}"/>
              </a:ext>
            </a:extLst>
          </p:cNvPr>
          <p:cNvSpPr>
            <a:spLocks noGrp="1"/>
          </p:cNvSpPr>
          <p:nvPr>
            <p:ph type="body" sz="quarter" idx="23" hasCustomPrompt="1"/>
          </p:nvPr>
        </p:nvSpPr>
        <p:spPr>
          <a:xfrm>
            <a:off x="328888" y="4516964"/>
            <a:ext cx="3388215" cy="81864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dirty="0"/>
              <a:t>Click to edit Speaker Name and position</a:t>
            </a:r>
          </a:p>
        </p:txBody>
      </p:sp>
      <p:sp>
        <p:nvSpPr>
          <p:cNvPr id="5" name="Title 1">
            <a:extLst>
              <a:ext uri="{FF2B5EF4-FFF2-40B4-BE49-F238E27FC236}">
                <a16:creationId xmlns:a16="http://schemas.microsoft.com/office/drawing/2014/main" id="{00D4CDE9-A183-7184-2816-32426B27C8DA}"/>
              </a:ext>
            </a:extLst>
          </p:cNvPr>
          <p:cNvSpPr>
            <a:spLocks noGrp="1"/>
          </p:cNvSpPr>
          <p:nvPr>
            <p:ph type="title" hasCustomPrompt="1"/>
          </p:nvPr>
        </p:nvSpPr>
        <p:spPr>
          <a:xfrm>
            <a:off x="342900" y="2549508"/>
            <a:ext cx="5865961" cy="1529197"/>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2" name="Text Placeholder 11">
            <a:extLst>
              <a:ext uri="{FF2B5EF4-FFF2-40B4-BE49-F238E27FC236}">
                <a16:creationId xmlns:a16="http://schemas.microsoft.com/office/drawing/2014/main" id="{958EBF03-2ABE-E514-C370-51B18EC7FF7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8A4B9982-51CA-8A8E-BBC0-9198B636DA7E}"/>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8" name="Straight Connector 7">
            <a:extLst>
              <a:ext uri="{FF2B5EF4-FFF2-40B4-BE49-F238E27FC236}">
                <a16:creationId xmlns:a16="http://schemas.microsoft.com/office/drawing/2014/main" id="{2905A41D-A69D-444C-0191-7D9854A9CAF8}"/>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2" name="Text Placeholder 28">
            <a:extLst>
              <a:ext uri="{FF2B5EF4-FFF2-40B4-BE49-F238E27FC236}">
                <a16:creationId xmlns:a16="http://schemas.microsoft.com/office/drawing/2014/main" id="{66ABAA34-4FD0-2F05-CEE3-13CDA047530C}"/>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4" name="Image 1" descr=" ">
            <a:extLst>
              <a:ext uri="{FF2B5EF4-FFF2-40B4-BE49-F238E27FC236}">
                <a16:creationId xmlns:a16="http://schemas.microsoft.com/office/drawing/2014/main" id="{AF931C8D-1BF6-E3CB-FB6D-D1DC262BD60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147307583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estimonial-Smal-imag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0" name="Graphic 19">
            <a:extLst>
              <a:ext uri="{FF2B5EF4-FFF2-40B4-BE49-F238E27FC236}">
                <a16:creationId xmlns:a16="http://schemas.microsoft.com/office/drawing/2014/main" id="{39353EA2-D79C-A104-A3D9-7B6FD6BB59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68671" y="1385532"/>
            <a:ext cx="221339" cy="165961"/>
          </a:xfrm>
          <a:prstGeom prst="rect">
            <a:avLst/>
          </a:prstGeom>
        </p:spPr>
      </p:pic>
      <p:sp>
        <p:nvSpPr>
          <p:cNvPr id="7" name="Text Placeholder 2">
            <a:extLst>
              <a:ext uri="{FF2B5EF4-FFF2-40B4-BE49-F238E27FC236}">
                <a16:creationId xmlns:a16="http://schemas.microsoft.com/office/drawing/2014/main" id="{A5037F03-FBD8-0ED3-E44D-0E67D2A46AAF}"/>
              </a:ext>
            </a:extLst>
          </p:cNvPr>
          <p:cNvSpPr>
            <a:spLocks noGrp="1"/>
          </p:cNvSpPr>
          <p:nvPr>
            <p:ph type="body" sz="quarter" idx="43" hasCustomPrompt="1"/>
          </p:nvPr>
        </p:nvSpPr>
        <p:spPr>
          <a:xfrm>
            <a:off x="7661275" y="5617202"/>
            <a:ext cx="1997125" cy="470070"/>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Speaker Name and position</a:t>
            </a:r>
          </a:p>
        </p:txBody>
      </p:sp>
      <p:sp>
        <p:nvSpPr>
          <p:cNvPr id="4" name="Picture Placeholder 1">
            <a:extLst>
              <a:ext uri="{FF2B5EF4-FFF2-40B4-BE49-F238E27FC236}">
                <a16:creationId xmlns:a16="http://schemas.microsoft.com/office/drawing/2014/main" id="{58CFD518-5E70-16B8-A190-B8FBC896F8CF}"/>
              </a:ext>
            </a:extLst>
          </p:cNvPr>
          <p:cNvSpPr>
            <a:spLocks noGrp="1"/>
          </p:cNvSpPr>
          <p:nvPr>
            <p:ph type="pic" sz="quarter" idx="54"/>
          </p:nvPr>
        </p:nvSpPr>
        <p:spPr>
          <a:xfrm>
            <a:off x="7661275" y="3168344"/>
            <a:ext cx="1897176" cy="2276493"/>
          </a:xfrm>
          <a:prstGeom prst="rect">
            <a:avLst/>
          </a:prstGeom>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5" name="Title 1">
            <a:extLst>
              <a:ext uri="{FF2B5EF4-FFF2-40B4-BE49-F238E27FC236}">
                <a16:creationId xmlns:a16="http://schemas.microsoft.com/office/drawing/2014/main" id="{00D4CDE9-A183-7184-2816-32426B27C8DA}"/>
              </a:ext>
            </a:extLst>
          </p:cNvPr>
          <p:cNvSpPr>
            <a:spLocks noGrp="1"/>
          </p:cNvSpPr>
          <p:nvPr>
            <p:ph type="title" hasCustomPrompt="1"/>
          </p:nvPr>
        </p:nvSpPr>
        <p:spPr>
          <a:xfrm>
            <a:off x="342900" y="1906771"/>
            <a:ext cx="7118350" cy="2523144"/>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2" name="Text Placeholder 11">
            <a:extLst>
              <a:ext uri="{FF2B5EF4-FFF2-40B4-BE49-F238E27FC236}">
                <a16:creationId xmlns:a16="http://schemas.microsoft.com/office/drawing/2014/main" id="{1954331E-46F0-8941-911B-583F52B420A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F07F1E96-E520-1166-166B-E3586BBB1864}"/>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11" name="Straight Connector 10">
            <a:extLst>
              <a:ext uri="{FF2B5EF4-FFF2-40B4-BE49-F238E27FC236}">
                <a16:creationId xmlns:a16="http://schemas.microsoft.com/office/drawing/2014/main" id="{00C439FB-8183-A69E-DE9B-E1B174EC1B82}"/>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14" name="Text Placeholder 28">
            <a:extLst>
              <a:ext uri="{FF2B5EF4-FFF2-40B4-BE49-F238E27FC236}">
                <a16:creationId xmlns:a16="http://schemas.microsoft.com/office/drawing/2014/main" id="{80D25C3A-826E-FDDE-F818-B5347C1A0987}"/>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C208C247-7D03-7CCB-F15C-F610635A141A}"/>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2900" y="204509"/>
            <a:ext cx="317498" cy="361809"/>
          </a:xfrm>
          <a:prstGeom prst="rect">
            <a:avLst/>
          </a:prstGeom>
        </p:spPr>
      </p:pic>
    </p:spTree>
    <p:extLst>
      <p:ext uri="{BB962C8B-B14F-4D97-AF65-F5344CB8AC3E}">
        <p14:creationId xmlns:p14="http://schemas.microsoft.com/office/powerpoint/2010/main" val="116128287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Team">
    <p:spTree>
      <p:nvGrpSpPr>
        <p:cNvPr id="1" name=""/>
        <p:cNvGrpSpPr/>
        <p:nvPr/>
      </p:nvGrpSpPr>
      <p:grpSpPr>
        <a:xfrm>
          <a:off x="0" y="0"/>
          <a:ext cx="0" cy="0"/>
          <a:chOff x="0" y="0"/>
          <a:chExt cx="0" cy="0"/>
        </a:xfrm>
      </p:grpSpPr>
      <p:sp>
        <p:nvSpPr>
          <p:cNvPr id="41" name="Picture Placeholder 40">
            <a:extLst>
              <a:ext uri="{FF2B5EF4-FFF2-40B4-BE49-F238E27FC236}">
                <a16:creationId xmlns:a16="http://schemas.microsoft.com/office/drawing/2014/main" id="{F7037D0F-6F54-34FE-658B-F56CCB37ED46}"/>
              </a:ext>
            </a:extLst>
          </p:cNvPr>
          <p:cNvSpPr>
            <a:spLocks noGrp="1"/>
          </p:cNvSpPr>
          <p:nvPr>
            <p:ph type="pic" sz="quarter" idx="45"/>
          </p:nvPr>
        </p:nvSpPr>
        <p:spPr>
          <a:xfrm>
            <a:off x="6182673" y="1373188"/>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endParaRPr lang="en-US" dirty="0"/>
          </a:p>
        </p:txBody>
      </p:sp>
      <p:sp>
        <p:nvSpPr>
          <p:cNvPr id="42" name="Picture Placeholder 40">
            <a:extLst>
              <a:ext uri="{FF2B5EF4-FFF2-40B4-BE49-F238E27FC236}">
                <a16:creationId xmlns:a16="http://schemas.microsoft.com/office/drawing/2014/main" id="{EA588CAB-2E7D-805A-40AA-79E7DE14EC78}"/>
              </a:ext>
            </a:extLst>
          </p:cNvPr>
          <p:cNvSpPr>
            <a:spLocks noGrp="1"/>
          </p:cNvSpPr>
          <p:nvPr>
            <p:ph type="pic" sz="quarter" idx="46"/>
          </p:nvPr>
        </p:nvSpPr>
        <p:spPr>
          <a:xfrm>
            <a:off x="4722948"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3" name="Picture Placeholder 40">
            <a:extLst>
              <a:ext uri="{FF2B5EF4-FFF2-40B4-BE49-F238E27FC236}">
                <a16:creationId xmlns:a16="http://schemas.microsoft.com/office/drawing/2014/main" id="{B49EF702-A408-67CE-06A0-5F80D7C50359}"/>
              </a:ext>
            </a:extLst>
          </p:cNvPr>
          <p:cNvSpPr>
            <a:spLocks noGrp="1"/>
          </p:cNvSpPr>
          <p:nvPr>
            <p:ph type="pic" sz="quarter" idx="47"/>
          </p:nvPr>
        </p:nvSpPr>
        <p:spPr>
          <a:xfrm>
            <a:off x="7667683"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4" name="Picture Placeholder 40">
            <a:extLst>
              <a:ext uri="{FF2B5EF4-FFF2-40B4-BE49-F238E27FC236}">
                <a16:creationId xmlns:a16="http://schemas.microsoft.com/office/drawing/2014/main" id="{F4FE2429-D435-D6E7-F00C-2C059F85F346}"/>
              </a:ext>
            </a:extLst>
          </p:cNvPr>
          <p:cNvSpPr>
            <a:spLocks noGrp="1"/>
          </p:cNvSpPr>
          <p:nvPr>
            <p:ph type="pic" sz="quarter" idx="48"/>
          </p:nvPr>
        </p:nvSpPr>
        <p:spPr>
          <a:xfrm>
            <a:off x="9124950" y="1373188"/>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5" name="Picture Placeholder 40">
            <a:extLst>
              <a:ext uri="{FF2B5EF4-FFF2-40B4-BE49-F238E27FC236}">
                <a16:creationId xmlns:a16="http://schemas.microsoft.com/office/drawing/2014/main" id="{CFF4A757-7BF2-83CE-335D-1EB52D8624A7}"/>
              </a:ext>
            </a:extLst>
          </p:cNvPr>
          <p:cNvSpPr>
            <a:spLocks noGrp="1"/>
          </p:cNvSpPr>
          <p:nvPr>
            <p:ph type="pic" sz="quarter" idx="49"/>
          </p:nvPr>
        </p:nvSpPr>
        <p:spPr>
          <a:xfrm>
            <a:off x="10593541" y="1373188"/>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6" name="Picture Placeholder 40">
            <a:extLst>
              <a:ext uri="{FF2B5EF4-FFF2-40B4-BE49-F238E27FC236}">
                <a16:creationId xmlns:a16="http://schemas.microsoft.com/office/drawing/2014/main" id="{0E6EC163-F054-0623-EDF4-C5C46CE2E0F4}"/>
              </a:ext>
            </a:extLst>
          </p:cNvPr>
          <p:cNvSpPr>
            <a:spLocks noGrp="1"/>
          </p:cNvSpPr>
          <p:nvPr>
            <p:ph type="pic" sz="quarter" idx="50"/>
          </p:nvPr>
        </p:nvSpPr>
        <p:spPr>
          <a:xfrm>
            <a:off x="6182673" y="3922424"/>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7" name="Picture Placeholder 40">
            <a:extLst>
              <a:ext uri="{FF2B5EF4-FFF2-40B4-BE49-F238E27FC236}">
                <a16:creationId xmlns:a16="http://schemas.microsoft.com/office/drawing/2014/main" id="{F81FE220-C131-4DFA-B84B-9593700F4B91}"/>
              </a:ext>
            </a:extLst>
          </p:cNvPr>
          <p:cNvSpPr>
            <a:spLocks noGrp="1"/>
          </p:cNvSpPr>
          <p:nvPr>
            <p:ph type="pic" sz="quarter" idx="51"/>
          </p:nvPr>
        </p:nvSpPr>
        <p:spPr>
          <a:xfrm>
            <a:off x="4722948"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8" name="Picture Placeholder 40">
            <a:extLst>
              <a:ext uri="{FF2B5EF4-FFF2-40B4-BE49-F238E27FC236}">
                <a16:creationId xmlns:a16="http://schemas.microsoft.com/office/drawing/2014/main" id="{7D717190-D728-E036-75BE-5B19723B121A}"/>
              </a:ext>
            </a:extLst>
          </p:cNvPr>
          <p:cNvSpPr>
            <a:spLocks noGrp="1"/>
          </p:cNvSpPr>
          <p:nvPr>
            <p:ph type="pic" sz="quarter" idx="52"/>
          </p:nvPr>
        </p:nvSpPr>
        <p:spPr>
          <a:xfrm>
            <a:off x="7667683"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9" name="Picture Placeholder 40">
            <a:extLst>
              <a:ext uri="{FF2B5EF4-FFF2-40B4-BE49-F238E27FC236}">
                <a16:creationId xmlns:a16="http://schemas.microsoft.com/office/drawing/2014/main" id="{CE0CDD4B-8917-1D21-CB83-808A474B3A55}"/>
              </a:ext>
            </a:extLst>
          </p:cNvPr>
          <p:cNvSpPr>
            <a:spLocks noGrp="1"/>
          </p:cNvSpPr>
          <p:nvPr>
            <p:ph type="pic" sz="quarter" idx="53"/>
          </p:nvPr>
        </p:nvSpPr>
        <p:spPr>
          <a:xfrm>
            <a:off x="9124950" y="3922424"/>
            <a:ext cx="1268742" cy="1522412"/>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50" name="Picture Placeholder 40">
            <a:extLst>
              <a:ext uri="{FF2B5EF4-FFF2-40B4-BE49-F238E27FC236}">
                <a16:creationId xmlns:a16="http://schemas.microsoft.com/office/drawing/2014/main" id="{9FFC01FC-6FCD-A75A-2348-F7050FA601F4}"/>
              </a:ext>
            </a:extLst>
          </p:cNvPr>
          <p:cNvSpPr>
            <a:spLocks noGrp="1"/>
          </p:cNvSpPr>
          <p:nvPr>
            <p:ph type="pic" sz="quarter" idx="54"/>
          </p:nvPr>
        </p:nvSpPr>
        <p:spPr>
          <a:xfrm>
            <a:off x="10593541" y="3922424"/>
            <a:ext cx="1268742" cy="1522412"/>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33" name="Text Placeholder 29">
            <a:extLst>
              <a:ext uri="{FF2B5EF4-FFF2-40B4-BE49-F238E27FC236}">
                <a16:creationId xmlns:a16="http://schemas.microsoft.com/office/drawing/2014/main" id="{6BD2FEBB-896F-0FE0-75AB-AADC5AAD6D47}"/>
              </a:ext>
            </a:extLst>
          </p:cNvPr>
          <p:cNvSpPr>
            <a:spLocks noGrp="1"/>
          </p:cNvSpPr>
          <p:nvPr>
            <p:ph type="body" sz="quarter" idx="39" hasCustomPrompt="1"/>
          </p:nvPr>
        </p:nvSpPr>
        <p:spPr>
          <a:xfrm>
            <a:off x="4733925" y="5571483"/>
            <a:ext cx="1359888"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4" name="Text Placeholder 29">
            <a:extLst>
              <a:ext uri="{FF2B5EF4-FFF2-40B4-BE49-F238E27FC236}">
                <a16:creationId xmlns:a16="http://schemas.microsoft.com/office/drawing/2014/main" id="{A9C3035E-842C-AD62-963E-6C3F2C8E0F5B}"/>
              </a:ext>
            </a:extLst>
          </p:cNvPr>
          <p:cNvSpPr>
            <a:spLocks noGrp="1"/>
          </p:cNvSpPr>
          <p:nvPr>
            <p:ph type="body" sz="quarter" idx="40" hasCustomPrompt="1"/>
          </p:nvPr>
        </p:nvSpPr>
        <p:spPr>
          <a:xfrm>
            <a:off x="6208861" y="5571483"/>
            <a:ext cx="1252390"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Text Placeholder 29">
            <a:extLst>
              <a:ext uri="{FF2B5EF4-FFF2-40B4-BE49-F238E27FC236}">
                <a16:creationId xmlns:a16="http://schemas.microsoft.com/office/drawing/2014/main" id="{E520716C-D577-6320-14BE-B8B6DE44C059}"/>
              </a:ext>
            </a:extLst>
          </p:cNvPr>
          <p:cNvSpPr>
            <a:spLocks noGrp="1"/>
          </p:cNvSpPr>
          <p:nvPr>
            <p:ph type="body" sz="quarter" idx="41" hasCustomPrompt="1"/>
          </p:nvPr>
        </p:nvSpPr>
        <p:spPr>
          <a:xfrm>
            <a:off x="7661275" y="5571483"/>
            <a:ext cx="126047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6" name="Text Placeholder 29">
            <a:extLst>
              <a:ext uri="{FF2B5EF4-FFF2-40B4-BE49-F238E27FC236}">
                <a16:creationId xmlns:a16="http://schemas.microsoft.com/office/drawing/2014/main" id="{97DE4CDD-587D-D651-2DC9-34AF612397B6}"/>
              </a:ext>
            </a:extLst>
          </p:cNvPr>
          <p:cNvSpPr>
            <a:spLocks noGrp="1"/>
          </p:cNvSpPr>
          <p:nvPr>
            <p:ph type="body" sz="quarter" idx="42" hasCustomPrompt="1"/>
          </p:nvPr>
        </p:nvSpPr>
        <p:spPr>
          <a:xfrm>
            <a:off x="9124949" y="5571483"/>
            <a:ext cx="1268743"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7" name="Text Placeholder 29">
            <a:extLst>
              <a:ext uri="{FF2B5EF4-FFF2-40B4-BE49-F238E27FC236}">
                <a16:creationId xmlns:a16="http://schemas.microsoft.com/office/drawing/2014/main" id="{44D3F08F-7529-994C-BA62-657C615E4FEE}"/>
              </a:ext>
            </a:extLst>
          </p:cNvPr>
          <p:cNvSpPr>
            <a:spLocks noGrp="1"/>
          </p:cNvSpPr>
          <p:nvPr>
            <p:ph type="body" sz="quarter" idx="43" hasCustomPrompt="1"/>
          </p:nvPr>
        </p:nvSpPr>
        <p:spPr>
          <a:xfrm>
            <a:off x="10588625" y="5571483"/>
            <a:ext cx="126047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8" name="Text Placeholder 29">
            <a:extLst>
              <a:ext uri="{FF2B5EF4-FFF2-40B4-BE49-F238E27FC236}">
                <a16:creationId xmlns:a16="http://schemas.microsoft.com/office/drawing/2014/main" id="{30C91EA3-3DE3-23C1-A165-EF19EB520B3F}"/>
              </a:ext>
            </a:extLst>
          </p:cNvPr>
          <p:cNvSpPr>
            <a:spLocks noGrp="1"/>
          </p:cNvSpPr>
          <p:nvPr>
            <p:ph type="body" sz="quarter" idx="21" hasCustomPrompt="1"/>
          </p:nvPr>
        </p:nvSpPr>
        <p:spPr>
          <a:xfrm>
            <a:off x="4733925" y="3013010"/>
            <a:ext cx="1257765"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9" name="Text Placeholder 29">
            <a:extLst>
              <a:ext uri="{FF2B5EF4-FFF2-40B4-BE49-F238E27FC236}">
                <a16:creationId xmlns:a16="http://schemas.microsoft.com/office/drawing/2014/main" id="{F87D810A-BD3E-4AC9-78C9-90C928698229}"/>
              </a:ext>
            </a:extLst>
          </p:cNvPr>
          <p:cNvSpPr>
            <a:spLocks noGrp="1"/>
          </p:cNvSpPr>
          <p:nvPr>
            <p:ph type="body" sz="quarter" idx="35" hasCustomPrompt="1"/>
          </p:nvPr>
        </p:nvSpPr>
        <p:spPr>
          <a:xfrm>
            <a:off x="6193652" y="3013010"/>
            <a:ext cx="126874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0" name="Text Placeholder 29">
            <a:extLst>
              <a:ext uri="{FF2B5EF4-FFF2-40B4-BE49-F238E27FC236}">
                <a16:creationId xmlns:a16="http://schemas.microsoft.com/office/drawing/2014/main" id="{F61C726B-A14D-591C-66FB-D641358AC8E2}"/>
              </a:ext>
            </a:extLst>
          </p:cNvPr>
          <p:cNvSpPr>
            <a:spLocks noGrp="1"/>
          </p:cNvSpPr>
          <p:nvPr>
            <p:ph type="body" sz="quarter" idx="36" hasCustomPrompt="1"/>
          </p:nvPr>
        </p:nvSpPr>
        <p:spPr>
          <a:xfrm>
            <a:off x="7696338" y="3013010"/>
            <a:ext cx="122541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1" name="Text Placeholder 29">
            <a:extLst>
              <a:ext uri="{FF2B5EF4-FFF2-40B4-BE49-F238E27FC236}">
                <a16:creationId xmlns:a16="http://schemas.microsoft.com/office/drawing/2014/main" id="{A7E1E480-D41A-5D71-24C9-DDD0FEAFB77B}"/>
              </a:ext>
            </a:extLst>
          </p:cNvPr>
          <p:cNvSpPr>
            <a:spLocks noGrp="1"/>
          </p:cNvSpPr>
          <p:nvPr>
            <p:ph type="body" sz="quarter" idx="37" hasCustomPrompt="1"/>
          </p:nvPr>
        </p:nvSpPr>
        <p:spPr>
          <a:xfrm>
            <a:off x="9124951" y="3013010"/>
            <a:ext cx="1268742"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2" name="Text Placeholder 29">
            <a:extLst>
              <a:ext uri="{FF2B5EF4-FFF2-40B4-BE49-F238E27FC236}">
                <a16:creationId xmlns:a16="http://schemas.microsoft.com/office/drawing/2014/main" id="{BD867114-87DB-15EA-AD25-896162B82012}"/>
              </a:ext>
            </a:extLst>
          </p:cNvPr>
          <p:cNvSpPr>
            <a:spLocks noGrp="1"/>
          </p:cNvSpPr>
          <p:nvPr>
            <p:ph type="body" sz="quarter" idx="38" hasCustomPrompt="1"/>
          </p:nvPr>
        </p:nvSpPr>
        <p:spPr>
          <a:xfrm>
            <a:off x="10588625" y="3013010"/>
            <a:ext cx="1288540" cy="370271"/>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 name="Title 1"/>
          <p:cNvSpPr>
            <a:spLocks noGrp="1"/>
          </p:cNvSpPr>
          <p:nvPr>
            <p:ph type="title" hasCustomPrompt="1"/>
          </p:nvPr>
        </p:nvSpPr>
        <p:spPr>
          <a:xfrm>
            <a:off x="342900" y="2917071"/>
            <a:ext cx="4177921" cy="892929"/>
          </a:xfrm>
        </p:spPr>
        <p:txBody>
          <a:bodyPr anchor="t">
            <a:noAutofit/>
          </a:bodyPr>
          <a:lstStyle>
            <a:lvl1pPr>
              <a:defRPr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AC5E8B28-DBA8-964B-3479-30B6E9A3AF73}"/>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362C9962-2DB9-EC56-CD76-2BA0B97555F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24463013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Team">
    <p:spTree>
      <p:nvGrpSpPr>
        <p:cNvPr id="1" name=""/>
        <p:cNvGrpSpPr/>
        <p:nvPr/>
      </p:nvGrpSpPr>
      <p:grpSpPr>
        <a:xfrm>
          <a:off x="0" y="0"/>
          <a:ext cx="0" cy="0"/>
          <a:chOff x="0" y="0"/>
          <a:chExt cx="0" cy="0"/>
        </a:xfrm>
      </p:grpSpPr>
      <p:sp>
        <p:nvSpPr>
          <p:cNvPr id="46" name="Picture Placeholder 40">
            <a:extLst>
              <a:ext uri="{FF2B5EF4-FFF2-40B4-BE49-F238E27FC236}">
                <a16:creationId xmlns:a16="http://schemas.microsoft.com/office/drawing/2014/main" id="{0E6EC163-F054-0623-EDF4-C5C46CE2E0F4}"/>
              </a:ext>
            </a:extLst>
          </p:cNvPr>
          <p:cNvSpPr>
            <a:spLocks noGrp="1"/>
          </p:cNvSpPr>
          <p:nvPr>
            <p:ph type="pic" sz="quarter" idx="50"/>
          </p:nvPr>
        </p:nvSpPr>
        <p:spPr>
          <a:xfrm>
            <a:off x="2333096"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7" name="Picture Placeholder 40">
            <a:extLst>
              <a:ext uri="{FF2B5EF4-FFF2-40B4-BE49-F238E27FC236}">
                <a16:creationId xmlns:a16="http://schemas.microsoft.com/office/drawing/2014/main" id="{F81FE220-C131-4DFA-B84B-9593700F4B91}"/>
              </a:ext>
            </a:extLst>
          </p:cNvPr>
          <p:cNvSpPr>
            <a:spLocks noGrp="1"/>
          </p:cNvSpPr>
          <p:nvPr>
            <p:ph type="pic" sz="quarter" idx="51"/>
          </p:nvPr>
        </p:nvSpPr>
        <p:spPr>
          <a:xfrm>
            <a:off x="381739"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8" name="Picture Placeholder 40">
            <a:extLst>
              <a:ext uri="{FF2B5EF4-FFF2-40B4-BE49-F238E27FC236}">
                <a16:creationId xmlns:a16="http://schemas.microsoft.com/office/drawing/2014/main" id="{7D717190-D728-E036-75BE-5B19723B121A}"/>
              </a:ext>
            </a:extLst>
          </p:cNvPr>
          <p:cNvSpPr>
            <a:spLocks noGrp="1"/>
          </p:cNvSpPr>
          <p:nvPr>
            <p:ph type="pic" sz="quarter" idx="52"/>
          </p:nvPr>
        </p:nvSpPr>
        <p:spPr>
          <a:xfrm>
            <a:off x="4284453"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49" name="Picture Placeholder 40">
            <a:extLst>
              <a:ext uri="{FF2B5EF4-FFF2-40B4-BE49-F238E27FC236}">
                <a16:creationId xmlns:a16="http://schemas.microsoft.com/office/drawing/2014/main" id="{CE0CDD4B-8917-1D21-CB83-808A474B3A55}"/>
              </a:ext>
            </a:extLst>
          </p:cNvPr>
          <p:cNvSpPr>
            <a:spLocks noGrp="1"/>
          </p:cNvSpPr>
          <p:nvPr>
            <p:ph type="pic" sz="quarter" idx="53"/>
          </p:nvPr>
        </p:nvSpPr>
        <p:spPr>
          <a:xfrm>
            <a:off x="6235810"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50" name="Picture Placeholder 40">
            <a:extLst>
              <a:ext uri="{FF2B5EF4-FFF2-40B4-BE49-F238E27FC236}">
                <a16:creationId xmlns:a16="http://schemas.microsoft.com/office/drawing/2014/main" id="{9FFC01FC-6FCD-A75A-2348-F7050FA601F4}"/>
              </a:ext>
            </a:extLst>
          </p:cNvPr>
          <p:cNvSpPr>
            <a:spLocks noGrp="1"/>
          </p:cNvSpPr>
          <p:nvPr>
            <p:ph type="pic" sz="quarter" idx="54"/>
          </p:nvPr>
        </p:nvSpPr>
        <p:spPr>
          <a:xfrm>
            <a:off x="8187167" y="2722843"/>
            <a:ext cx="1569960" cy="1883854"/>
          </a:xfrm>
          <a:prstGeom prst="rect">
            <a:avLst/>
          </a:prstGeom>
          <a:gradFill>
            <a:gsLst>
              <a:gs pos="0">
                <a:schemeClr val="accent5">
                  <a:lumMod val="20000"/>
                  <a:lumOff val="80000"/>
                  <a:alpha val="47929"/>
                </a:schemeClr>
              </a:gs>
              <a:gs pos="35000">
                <a:schemeClr val="accent6"/>
              </a:gs>
              <a:gs pos="100000">
                <a:schemeClr val="accent5"/>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33" name="Text Placeholder 29">
            <a:extLst>
              <a:ext uri="{FF2B5EF4-FFF2-40B4-BE49-F238E27FC236}">
                <a16:creationId xmlns:a16="http://schemas.microsoft.com/office/drawing/2014/main" id="{6BD2FEBB-896F-0FE0-75AB-AADC5AAD6D47}"/>
              </a:ext>
            </a:extLst>
          </p:cNvPr>
          <p:cNvSpPr>
            <a:spLocks noGrp="1"/>
          </p:cNvSpPr>
          <p:nvPr>
            <p:ph type="body" sz="quarter" idx="39" hasCustomPrompt="1"/>
          </p:nvPr>
        </p:nvSpPr>
        <p:spPr>
          <a:xfrm>
            <a:off x="34290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dirty="0"/>
              <a:t>Click to edit caption</a:t>
            </a:r>
          </a:p>
        </p:txBody>
      </p:sp>
      <p:sp>
        <p:nvSpPr>
          <p:cNvPr id="34" name="Text Placeholder 29">
            <a:extLst>
              <a:ext uri="{FF2B5EF4-FFF2-40B4-BE49-F238E27FC236}">
                <a16:creationId xmlns:a16="http://schemas.microsoft.com/office/drawing/2014/main" id="{A9C3035E-842C-AD62-963E-6C3F2C8E0F5B}"/>
              </a:ext>
            </a:extLst>
          </p:cNvPr>
          <p:cNvSpPr>
            <a:spLocks noGrp="1"/>
          </p:cNvSpPr>
          <p:nvPr>
            <p:ph type="body" sz="quarter" idx="40" hasCustomPrompt="1"/>
          </p:nvPr>
        </p:nvSpPr>
        <p:spPr>
          <a:xfrm>
            <a:off x="229241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5" name="Text Placeholder 29">
            <a:extLst>
              <a:ext uri="{FF2B5EF4-FFF2-40B4-BE49-F238E27FC236}">
                <a16:creationId xmlns:a16="http://schemas.microsoft.com/office/drawing/2014/main" id="{E520716C-D577-6320-14BE-B8B6DE44C059}"/>
              </a:ext>
            </a:extLst>
          </p:cNvPr>
          <p:cNvSpPr>
            <a:spLocks noGrp="1"/>
          </p:cNvSpPr>
          <p:nvPr>
            <p:ph type="body" sz="quarter" idx="41" hasCustomPrompt="1"/>
          </p:nvPr>
        </p:nvSpPr>
        <p:spPr>
          <a:xfrm>
            <a:off x="4241920" y="4755324"/>
            <a:ext cx="1630873"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6" name="Text Placeholder 29">
            <a:extLst>
              <a:ext uri="{FF2B5EF4-FFF2-40B4-BE49-F238E27FC236}">
                <a16:creationId xmlns:a16="http://schemas.microsoft.com/office/drawing/2014/main" id="{97DE4CDD-587D-D651-2DC9-34AF612397B6}"/>
              </a:ext>
            </a:extLst>
          </p:cNvPr>
          <p:cNvSpPr>
            <a:spLocks noGrp="1"/>
          </p:cNvSpPr>
          <p:nvPr>
            <p:ph type="body" sz="quarter" idx="42" hasCustomPrompt="1"/>
          </p:nvPr>
        </p:nvSpPr>
        <p:spPr>
          <a:xfrm>
            <a:off x="6208861" y="4755324"/>
            <a:ext cx="1613441"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37" name="Text Placeholder 29">
            <a:extLst>
              <a:ext uri="{FF2B5EF4-FFF2-40B4-BE49-F238E27FC236}">
                <a16:creationId xmlns:a16="http://schemas.microsoft.com/office/drawing/2014/main" id="{44D3F08F-7529-994C-BA62-657C615E4FEE}"/>
              </a:ext>
            </a:extLst>
          </p:cNvPr>
          <p:cNvSpPr>
            <a:spLocks noGrp="1"/>
          </p:cNvSpPr>
          <p:nvPr>
            <p:ph type="body" sz="quarter" idx="43" hasCustomPrompt="1"/>
          </p:nvPr>
        </p:nvSpPr>
        <p:spPr>
          <a:xfrm>
            <a:off x="8158370" y="4755324"/>
            <a:ext cx="1613442"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6" name="Picture Placeholder 40">
            <a:extLst>
              <a:ext uri="{FF2B5EF4-FFF2-40B4-BE49-F238E27FC236}">
                <a16:creationId xmlns:a16="http://schemas.microsoft.com/office/drawing/2014/main" id="{92E72762-88E9-E56D-0AD2-2B2853F4E4F1}"/>
              </a:ext>
            </a:extLst>
          </p:cNvPr>
          <p:cNvSpPr>
            <a:spLocks noGrp="1"/>
          </p:cNvSpPr>
          <p:nvPr>
            <p:ph type="pic" sz="quarter" idx="55"/>
          </p:nvPr>
        </p:nvSpPr>
        <p:spPr>
          <a:xfrm>
            <a:off x="10138526" y="2722843"/>
            <a:ext cx="1569960" cy="1883854"/>
          </a:xfrm>
          <a:prstGeom prst="rect">
            <a:avLst/>
          </a:prstGeom>
          <a:gradFill>
            <a:gsLst>
              <a:gs pos="0">
                <a:schemeClr val="accent2">
                  <a:lumMod val="20000"/>
                  <a:lumOff val="80000"/>
                  <a:alpha val="33000"/>
                </a:schemeClr>
              </a:gs>
              <a:gs pos="35000">
                <a:schemeClr val="accent3"/>
              </a:gs>
              <a:gs pos="100000">
                <a:schemeClr val="accent2"/>
              </a:gs>
            </a:gsLst>
            <a:lin ang="16200000" scaled="1"/>
          </a:gradFill>
        </p:spPr>
        <p:txBody>
          <a:bodyPr>
            <a:noAutofit/>
          </a:bodyPr>
          <a:lstStyle>
            <a:lvl1pPr marL="7940" indent="-7940">
              <a:buNone/>
              <a:tabLst/>
              <a:defRPr sz="1400" b="0" i="0" baseline="0">
                <a:latin typeface="+mn-lt"/>
              </a:defRPr>
            </a:lvl1pPr>
          </a:lstStyle>
          <a:p>
            <a:r>
              <a:rPr lang="en-US"/>
              <a:t>Click icon to add picture</a:t>
            </a:r>
          </a:p>
        </p:txBody>
      </p:sp>
      <p:sp>
        <p:nvSpPr>
          <p:cNvPr id="7" name="Text Placeholder 29">
            <a:extLst>
              <a:ext uri="{FF2B5EF4-FFF2-40B4-BE49-F238E27FC236}">
                <a16:creationId xmlns:a16="http://schemas.microsoft.com/office/drawing/2014/main" id="{95F335D5-2639-961F-D6D8-C637860E9449}"/>
              </a:ext>
            </a:extLst>
          </p:cNvPr>
          <p:cNvSpPr>
            <a:spLocks noGrp="1"/>
          </p:cNvSpPr>
          <p:nvPr>
            <p:ph type="body" sz="quarter" idx="56" hasCustomPrompt="1"/>
          </p:nvPr>
        </p:nvSpPr>
        <p:spPr>
          <a:xfrm>
            <a:off x="10107880" y="4755324"/>
            <a:ext cx="1613442" cy="458179"/>
          </a:xfrm>
          <a:prstGeom prst="rect">
            <a:avLst/>
          </a:prstGeom>
        </p:spPr>
        <p:txBody>
          <a:bodyPr>
            <a:noAutofit/>
          </a:bodyPr>
          <a:lstStyle>
            <a:lvl1pPr marL="9528" indent="-9528">
              <a:spcBef>
                <a:spcPts val="0"/>
              </a:spcBef>
              <a:buNone/>
              <a:tabLst/>
              <a:defRPr sz="1100" b="0" i="0" baseline="0">
                <a:latin typeface="+mn-lt"/>
              </a:defRPr>
            </a:lvl1pPr>
            <a:lvl2pPr>
              <a:buNone/>
              <a:defRPr sz="1100"/>
            </a:lvl2pPr>
            <a:lvl3pPr>
              <a:buNone/>
              <a:defRPr sz="1100"/>
            </a:lvl3pPr>
            <a:lvl4pPr>
              <a:buNone/>
              <a:defRPr sz="1100"/>
            </a:lvl4pPr>
            <a:lvl5pPr>
              <a:buNone/>
              <a:defRPr sz="1100"/>
            </a:lvl5pPr>
          </a:lstStyle>
          <a:p>
            <a:pPr lvl="0"/>
            <a:r>
              <a:rPr lang="en-US"/>
              <a:t>Click to edit caption</a:t>
            </a:r>
          </a:p>
        </p:txBody>
      </p:sp>
      <p:sp>
        <p:nvSpPr>
          <p:cNvPr id="2" name="Title 1">
            <a:extLst>
              <a:ext uri="{FF2B5EF4-FFF2-40B4-BE49-F238E27FC236}">
                <a16:creationId xmlns:a16="http://schemas.microsoft.com/office/drawing/2014/main" id="{0C677D1E-86B7-9061-FB39-260313FB1634}"/>
              </a:ext>
            </a:extLst>
          </p:cNvPr>
          <p:cNvSpPr>
            <a:spLocks noGrp="1"/>
          </p:cNvSpPr>
          <p:nvPr>
            <p:ph type="title" hasCustomPrompt="1"/>
          </p:nvPr>
        </p:nvSpPr>
        <p:spPr>
          <a:xfrm>
            <a:off x="342899" y="1081985"/>
            <a:ext cx="7122025" cy="1317916"/>
          </a:xfrm>
          <a:prstGeom prst="rect">
            <a:avLst/>
          </a:prstGeom>
        </p:spPr>
        <p:txBody>
          <a:bodyPr anchor="t">
            <a:noAutofit/>
          </a:bodyPr>
          <a:lstStyle>
            <a:lvl1pPr>
              <a:lnSpc>
                <a:spcPct val="80000"/>
              </a:lnSpc>
              <a:defRPr sz="5002"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F1BB08C2-6244-D8AF-B096-095FB6F30790}"/>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A9877DF8-A837-884A-B14D-47691C05FB6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0278686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aseStudy">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F6C73E9E-3FBF-9FCD-F0A6-7DB54FAEB38F}"/>
              </a:ext>
            </a:extLst>
          </p:cNvPr>
          <p:cNvSpPr/>
          <p:nvPr userDrawn="1"/>
        </p:nvSpPr>
        <p:spPr>
          <a:xfrm>
            <a:off x="5984916" y="-1339"/>
            <a:ext cx="6207084" cy="6858000"/>
          </a:xfrm>
          <a:prstGeom prst="rect">
            <a:avLst/>
          </a:prstGeom>
          <a:solidFill>
            <a:schemeClr val="tx2">
              <a:lumMod val="10000"/>
              <a:lumOff val="9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23" name="Content Placeholder 4">
            <a:extLst>
              <a:ext uri="{FF2B5EF4-FFF2-40B4-BE49-F238E27FC236}">
                <a16:creationId xmlns:a16="http://schemas.microsoft.com/office/drawing/2014/main" id="{CC4CB2C9-B316-C8B8-0033-9CBBB1A1D7A5}"/>
              </a:ext>
            </a:extLst>
          </p:cNvPr>
          <p:cNvSpPr>
            <a:spLocks noGrp="1"/>
          </p:cNvSpPr>
          <p:nvPr>
            <p:ph sz="quarter" idx="43"/>
          </p:nvPr>
        </p:nvSpPr>
        <p:spPr>
          <a:xfrm>
            <a:off x="6208580" y="4932888"/>
            <a:ext cx="5640519" cy="1401022"/>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4" name="Text Placeholder 4">
            <a:extLst>
              <a:ext uri="{FF2B5EF4-FFF2-40B4-BE49-F238E27FC236}">
                <a16:creationId xmlns:a16="http://schemas.microsoft.com/office/drawing/2014/main" id="{92F1FDD2-078C-A8E3-87BB-EB0195CDF4F2}"/>
              </a:ext>
            </a:extLst>
          </p:cNvPr>
          <p:cNvSpPr>
            <a:spLocks noGrp="1"/>
          </p:cNvSpPr>
          <p:nvPr>
            <p:ph type="body" sz="quarter" idx="44" hasCustomPrompt="1"/>
          </p:nvPr>
        </p:nvSpPr>
        <p:spPr>
          <a:xfrm>
            <a:off x="6208205" y="4535470"/>
            <a:ext cx="5625775"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solution</a:t>
            </a:r>
          </a:p>
        </p:txBody>
      </p:sp>
      <p:sp>
        <p:nvSpPr>
          <p:cNvPr id="29" name="Picture Placeholder 2">
            <a:extLst>
              <a:ext uri="{FF2B5EF4-FFF2-40B4-BE49-F238E27FC236}">
                <a16:creationId xmlns:a16="http://schemas.microsoft.com/office/drawing/2014/main" id="{5CDD5922-097E-F6BC-95AC-4075873287F6}"/>
              </a:ext>
            </a:extLst>
          </p:cNvPr>
          <p:cNvSpPr>
            <a:spLocks noGrp="1"/>
          </p:cNvSpPr>
          <p:nvPr>
            <p:ph type="pic" sz="quarter" idx="45"/>
          </p:nvPr>
        </p:nvSpPr>
        <p:spPr>
          <a:xfrm>
            <a:off x="6208860" y="1083104"/>
            <a:ext cx="5625119" cy="3130550"/>
          </a:xfrm>
          <a:prstGeom prst="snip2SameRect">
            <a:avLst>
              <a:gd name="adj1" fmla="val 2479"/>
              <a:gd name="adj2" fmla="val 2421"/>
            </a:avLst>
          </a:prstGeom>
        </p:spPr>
        <p:txBody>
          <a:bodyPr/>
          <a:lstStyle>
            <a:lvl1pPr>
              <a:defRPr b="0" i="0" baseline="0">
                <a:latin typeface="+mn-lt"/>
              </a:defRPr>
            </a:lvl1pPr>
          </a:lstStyle>
          <a:p>
            <a:r>
              <a:rPr lang="en-US"/>
              <a:t>Click icon to add picture</a:t>
            </a:r>
          </a:p>
        </p:txBody>
      </p:sp>
      <p:sp>
        <p:nvSpPr>
          <p:cNvPr id="21" name="Content Placeholder 3">
            <a:extLst>
              <a:ext uri="{FF2B5EF4-FFF2-40B4-BE49-F238E27FC236}">
                <a16:creationId xmlns:a16="http://schemas.microsoft.com/office/drawing/2014/main" id="{9748891B-C57D-282B-8A55-F620A6817185}"/>
              </a:ext>
            </a:extLst>
          </p:cNvPr>
          <p:cNvSpPr>
            <a:spLocks noGrp="1"/>
          </p:cNvSpPr>
          <p:nvPr>
            <p:ph sz="quarter" idx="41"/>
          </p:nvPr>
        </p:nvSpPr>
        <p:spPr>
          <a:xfrm>
            <a:off x="342900" y="4932888"/>
            <a:ext cx="4844993" cy="1401022"/>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2" name="Text Placeholder 3">
            <a:extLst>
              <a:ext uri="{FF2B5EF4-FFF2-40B4-BE49-F238E27FC236}">
                <a16:creationId xmlns:a16="http://schemas.microsoft.com/office/drawing/2014/main" id="{A9AB51F4-A39A-3A08-4F45-5A06DE5D0DAB}"/>
              </a:ext>
            </a:extLst>
          </p:cNvPr>
          <p:cNvSpPr>
            <a:spLocks noGrp="1"/>
          </p:cNvSpPr>
          <p:nvPr>
            <p:ph type="body" sz="quarter" idx="42" hasCustomPrompt="1"/>
          </p:nvPr>
        </p:nvSpPr>
        <p:spPr>
          <a:xfrm>
            <a:off x="342734" y="4535470"/>
            <a:ext cx="4832329"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challenge</a:t>
            </a:r>
          </a:p>
        </p:txBody>
      </p:sp>
      <p:sp>
        <p:nvSpPr>
          <p:cNvPr id="4" name="Content Placeholder 2">
            <a:extLst>
              <a:ext uri="{FF2B5EF4-FFF2-40B4-BE49-F238E27FC236}">
                <a16:creationId xmlns:a16="http://schemas.microsoft.com/office/drawing/2014/main" id="{5DF1E2C6-5A96-66EA-963D-0551C2000438}"/>
              </a:ext>
            </a:extLst>
          </p:cNvPr>
          <p:cNvSpPr>
            <a:spLocks noGrp="1"/>
          </p:cNvSpPr>
          <p:nvPr>
            <p:ph sz="quarter" idx="16"/>
          </p:nvPr>
        </p:nvSpPr>
        <p:spPr>
          <a:xfrm>
            <a:off x="342900" y="2609818"/>
            <a:ext cx="4844993" cy="1603837"/>
          </a:xfrm>
          <a:prstGeom prst="rect">
            <a:avLst/>
          </a:prstGeom>
        </p:spPr>
        <p:txBody>
          <a:bodyPr>
            <a:noAutofit/>
          </a:bodyPr>
          <a:lstStyle>
            <a:lvl1pPr marL="0" indent="0">
              <a:lnSpc>
                <a:spcPct val="100000"/>
              </a:lnSpc>
              <a:spcBef>
                <a:spcPts val="0"/>
              </a:spcBef>
              <a:spcAft>
                <a:spcPts val="1000"/>
              </a:spcAft>
              <a:buNone/>
              <a:tabLst/>
              <a:defRPr sz="1400" b="0" i="0" baseline="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3" name="Text Placeholder 2">
            <a:extLst>
              <a:ext uri="{FF2B5EF4-FFF2-40B4-BE49-F238E27FC236}">
                <a16:creationId xmlns:a16="http://schemas.microsoft.com/office/drawing/2014/main" id="{D144BA02-1A4D-D9D5-65F3-09E1B0B0BE5E}"/>
              </a:ext>
            </a:extLst>
          </p:cNvPr>
          <p:cNvSpPr>
            <a:spLocks noGrp="1"/>
          </p:cNvSpPr>
          <p:nvPr>
            <p:ph type="body" sz="quarter" idx="20" hasCustomPrompt="1"/>
          </p:nvPr>
        </p:nvSpPr>
        <p:spPr>
          <a:xfrm>
            <a:off x="342734" y="2212400"/>
            <a:ext cx="4832329"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client Overview</a:t>
            </a:r>
          </a:p>
        </p:txBody>
      </p:sp>
      <p:sp>
        <p:nvSpPr>
          <p:cNvPr id="2" name="Title 1"/>
          <p:cNvSpPr>
            <a:spLocks noGrp="1"/>
          </p:cNvSpPr>
          <p:nvPr>
            <p:ph type="title" hasCustomPrompt="1"/>
          </p:nvPr>
        </p:nvSpPr>
        <p:spPr>
          <a:xfrm>
            <a:off x="332852" y="1081986"/>
            <a:ext cx="407873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6" name="Text Placeholder 11">
            <a:extLst>
              <a:ext uri="{FF2B5EF4-FFF2-40B4-BE49-F238E27FC236}">
                <a16:creationId xmlns:a16="http://schemas.microsoft.com/office/drawing/2014/main" id="{B170415B-AA20-14B0-46DA-F58F1C7C3770}"/>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7" name="Slide Number Placeholder 9">
            <a:extLst>
              <a:ext uri="{FF2B5EF4-FFF2-40B4-BE49-F238E27FC236}">
                <a16:creationId xmlns:a16="http://schemas.microsoft.com/office/drawing/2014/main" id="{5C4A74E3-3A12-E6C9-4395-FE9ADF28832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9330492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mage-3Numbers">
    <p:spTree>
      <p:nvGrpSpPr>
        <p:cNvPr id="1" name=""/>
        <p:cNvGrpSpPr/>
        <p:nvPr/>
      </p:nvGrpSpPr>
      <p:grpSpPr>
        <a:xfrm>
          <a:off x="0" y="0"/>
          <a:ext cx="0" cy="0"/>
          <a:chOff x="0" y="0"/>
          <a:chExt cx="0" cy="0"/>
        </a:xfrm>
      </p:grpSpPr>
      <p:sp>
        <p:nvSpPr>
          <p:cNvPr id="40" name="Text Placeholder 11">
            <a:extLst>
              <a:ext uri="{FF2B5EF4-FFF2-40B4-BE49-F238E27FC236}">
                <a16:creationId xmlns:a16="http://schemas.microsoft.com/office/drawing/2014/main" id="{1987A5A9-1A45-D92D-91CB-5E9A9E62D401}"/>
              </a:ext>
            </a:extLst>
          </p:cNvPr>
          <p:cNvSpPr>
            <a:spLocks noGrp="1"/>
          </p:cNvSpPr>
          <p:nvPr>
            <p:ph type="body" sz="quarter" idx="36"/>
          </p:nvPr>
        </p:nvSpPr>
        <p:spPr>
          <a:xfrm>
            <a:off x="10082766" y="4513607"/>
            <a:ext cx="182986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4" name="Number 3">
            <a:extLst>
              <a:ext uri="{FF2B5EF4-FFF2-40B4-BE49-F238E27FC236}">
                <a16:creationId xmlns:a16="http://schemas.microsoft.com/office/drawing/2014/main" id="{FB49438D-B566-7496-AD05-EBF535B79A2E}"/>
              </a:ext>
            </a:extLst>
          </p:cNvPr>
          <p:cNvSpPr>
            <a:spLocks noGrp="1"/>
          </p:cNvSpPr>
          <p:nvPr>
            <p:ph type="body" sz="quarter" idx="39" hasCustomPrompt="1"/>
          </p:nvPr>
        </p:nvSpPr>
        <p:spPr>
          <a:xfrm>
            <a:off x="10082765" y="3830604"/>
            <a:ext cx="1829863"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7" name="Line 3">
            <a:extLst>
              <a:ext uri="{FF2B5EF4-FFF2-40B4-BE49-F238E27FC236}">
                <a16:creationId xmlns:a16="http://schemas.microsoft.com/office/drawing/2014/main" id="{C91B5678-31C0-3C70-1E22-C8137339FA83}"/>
              </a:ext>
            </a:extLst>
          </p:cNvPr>
          <p:cNvCxnSpPr>
            <a:cxnSpLocks/>
          </p:cNvCxnSpPr>
          <p:nvPr/>
        </p:nvCxnSpPr>
        <p:spPr>
          <a:xfrm>
            <a:off x="10082765"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9" name="Text Placeholder 11">
            <a:extLst>
              <a:ext uri="{FF2B5EF4-FFF2-40B4-BE49-F238E27FC236}">
                <a16:creationId xmlns:a16="http://schemas.microsoft.com/office/drawing/2014/main" id="{BCA1F41F-7B74-EBA2-76C6-B7D3897FBC98}"/>
              </a:ext>
            </a:extLst>
          </p:cNvPr>
          <p:cNvSpPr>
            <a:spLocks noGrp="1"/>
          </p:cNvSpPr>
          <p:nvPr>
            <p:ph type="body" sz="quarter" idx="35"/>
          </p:nvPr>
        </p:nvSpPr>
        <p:spPr>
          <a:xfrm>
            <a:off x="7461251" y="4513607"/>
            <a:ext cx="178368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3" name="Number 2">
            <a:extLst>
              <a:ext uri="{FF2B5EF4-FFF2-40B4-BE49-F238E27FC236}">
                <a16:creationId xmlns:a16="http://schemas.microsoft.com/office/drawing/2014/main" id="{077C3A3C-9196-9CA9-CE85-F5A6BC39F214}"/>
              </a:ext>
            </a:extLst>
          </p:cNvPr>
          <p:cNvSpPr>
            <a:spLocks noGrp="1"/>
          </p:cNvSpPr>
          <p:nvPr>
            <p:ph type="body" sz="quarter" idx="38" hasCustomPrompt="1"/>
          </p:nvPr>
        </p:nvSpPr>
        <p:spPr>
          <a:xfrm>
            <a:off x="7461250" y="3830604"/>
            <a:ext cx="1783683"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6" name="Line 2">
            <a:extLst>
              <a:ext uri="{FF2B5EF4-FFF2-40B4-BE49-F238E27FC236}">
                <a16:creationId xmlns:a16="http://schemas.microsoft.com/office/drawing/2014/main" id="{2F048074-09DC-71DB-808B-E2A062FBBFDC}"/>
              </a:ext>
            </a:extLst>
          </p:cNvPr>
          <p:cNvCxnSpPr>
            <a:cxnSpLocks/>
          </p:cNvCxnSpPr>
          <p:nvPr/>
        </p:nvCxnSpPr>
        <p:spPr>
          <a:xfrm>
            <a:off x="7450740"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8" name="Text Placeholder 11">
            <a:extLst>
              <a:ext uri="{FF2B5EF4-FFF2-40B4-BE49-F238E27FC236}">
                <a16:creationId xmlns:a16="http://schemas.microsoft.com/office/drawing/2014/main" id="{A7B665D0-2FB7-6EDA-E9DF-2583F1B7C615}"/>
              </a:ext>
            </a:extLst>
          </p:cNvPr>
          <p:cNvSpPr>
            <a:spLocks noGrp="1"/>
          </p:cNvSpPr>
          <p:nvPr>
            <p:ph type="body" sz="quarter" idx="34"/>
          </p:nvPr>
        </p:nvSpPr>
        <p:spPr>
          <a:xfrm>
            <a:off x="4733925" y="4513607"/>
            <a:ext cx="1819244"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2" name="Number 1">
            <a:extLst>
              <a:ext uri="{FF2B5EF4-FFF2-40B4-BE49-F238E27FC236}">
                <a16:creationId xmlns:a16="http://schemas.microsoft.com/office/drawing/2014/main" id="{E4384107-C376-82B5-3D49-1E5F8A4AF020}"/>
              </a:ext>
            </a:extLst>
          </p:cNvPr>
          <p:cNvSpPr>
            <a:spLocks noGrp="1"/>
          </p:cNvSpPr>
          <p:nvPr>
            <p:ph type="body" sz="quarter" idx="37" hasCustomPrompt="1"/>
          </p:nvPr>
        </p:nvSpPr>
        <p:spPr>
          <a:xfrm>
            <a:off x="4733925" y="3830604"/>
            <a:ext cx="1819244"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30" name="Line 1">
            <a:extLst>
              <a:ext uri="{FF2B5EF4-FFF2-40B4-BE49-F238E27FC236}">
                <a16:creationId xmlns:a16="http://schemas.microsoft.com/office/drawing/2014/main" id="{2508F837-BB0F-C0EE-6911-B3F4D06D5F57}"/>
              </a:ext>
            </a:extLst>
          </p:cNvPr>
          <p:cNvCxnSpPr>
            <a:cxnSpLocks/>
          </p:cNvCxnSpPr>
          <p:nvPr/>
        </p:nvCxnSpPr>
        <p:spPr>
          <a:xfrm>
            <a:off x="4737076" y="3798005"/>
            <a:ext cx="421069" cy="0"/>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24" name="Text Placeholder 2">
            <a:extLst>
              <a:ext uri="{FF2B5EF4-FFF2-40B4-BE49-F238E27FC236}">
                <a16:creationId xmlns:a16="http://schemas.microsoft.com/office/drawing/2014/main" id="{C3A2D8C8-3E40-BEF8-A439-3EC99F1B762A}"/>
              </a:ext>
            </a:extLst>
          </p:cNvPr>
          <p:cNvSpPr>
            <a:spLocks noGrp="1"/>
          </p:cNvSpPr>
          <p:nvPr>
            <p:ph type="body" sz="quarter" idx="23"/>
          </p:nvPr>
        </p:nvSpPr>
        <p:spPr>
          <a:xfrm>
            <a:off x="342900" y="4659652"/>
            <a:ext cx="4068687"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 name="Title 1">
            <a:extLst>
              <a:ext uri="{FF2B5EF4-FFF2-40B4-BE49-F238E27FC236}">
                <a16:creationId xmlns:a16="http://schemas.microsoft.com/office/drawing/2014/main" id="{A4D1AD02-2142-88F6-C395-A5E04FA9323D}"/>
              </a:ext>
            </a:extLst>
          </p:cNvPr>
          <p:cNvSpPr>
            <a:spLocks noGrp="1"/>
          </p:cNvSpPr>
          <p:nvPr>
            <p:ph type="title" hasCustomPrompt="1"/>
          </p:nvPr>
        </p:nvSpPr>
        <p:spPr>
          <a:xfrm>
            <a:off x="350864" y="3770489"/>
            <a:ext cx="4060723"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3" name="Picture Placeholder 1">
            <a:extLst>
              <a:ext uri="{FF2B5EF4-FFF2-40B4-BE49-F238E27FC236}">
                <a16:creationId xmlns:a16="http://schemas.microsoft.com/office/drawing/2014/main" id="{B85AF97B-70C9-A62B-0554-77A585D2CAE4}"/>
              </a:ext>
            </a:extLst>
          </p:cNvPr>
          <p:cNvSpPr>
            <a:spLocks noGrp="1"/>
          </p:cNvSpPr>
          <p:nvPr>
            <p:ph type="pic" sz="quarter" idx="33"/>
          </p:nvPr>
        </p:nvSpPr>
        <p:spPr>
          <a:xfrm>
            <a:off x="371075" y="1142835"/>
            <a:ext cx="11439864" cy="1892620"/>
          </a:xfrm>
          <a:prstGeom prst="snip2SameRect">
            <a:avLst>
              <a:gd name="adj1" fmla="val 4703"/>
              <a:gd name="adj2" fmla="val 4518"/>
            </a:avLst>
          </a:prstGeom>
          <a:noFill/>
        </p:spPr>
        <p:txBody>
          <a:bodyPr anchor="t"/>
          <a:lstStyle>
            <a:lvl1pPr>
              <a:buNone/>
              <a:defRPr sz="200" b="0" i="0">
                <a:latin typeface="+mn-lt"/>
              </a:defRPr>
            </a:lvl1pPr>
          </a:lstStyle>
          <a:p>
            <a:r>
              <a:rPr lang="en-US"/>
              <a:t>Click icon to add picture</a:t>
            </a:r>
          </a:p>
        </p:txBody>
      </p:sp>
      <p:sp>
        <p:nvSpPr>
          <p:cNvPr id="2" name="Text Placeholder 11">
            <a:extLst>
              <a:ext uri="{FF2B5EF4-FFF2-40B4-BE49-F238E27FC236}">
                <a16:creationId xmlns:a16="http://schemas.microsoft.com/office/drawing/2014/main" id="{936FB90D-FD99-D981-2110-177F0987B037}"/>
              </a:ext>
            </a:extLst>
          </p:cNvPr>
          <p:cNvSpPr>
            <a:spLocks noGrp="1"/>
          </p:cNvSpPr>
          <p:nvPr>
            <p:ph type="body" sz="quarter" idx="40"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7E5653D8-543B-1BA6-6B40-344D14E95F7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78982270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Image-3Icons-3Column">
    <p:bg>
      <p:bgPr>
        <a:solidFill>
          <a:schemeClr val="bg1"/>
        </a:solidFill>
        <a:effectLst/>
      </p:bgPr>
    </p:bg>
    <p:spTree>
      <p:nvGrpSpPr>
        <p:cNvPr id="1" name=""/>
        <p:cNvGrpSpPr/>
        <p:nvPr/>
      </p:nvGrpSpPr>
      <p:grpSpPr>
        <a:xfrm>
          <a:off x="0" y="0"/>
          <a:ext cx="0" cy="0"/>
          <a:chOff x="0" y="0"/>
          <a:chExt cx="0" cy="0"/>
        </a:xfrm>
      </p:grpSpPr>
      <p:sp>
        <p:nvSpPr>
          <p:cNvPr id="53" name="Picture Placeholder 1">
            <a:extLst>
              <a:ext uri="{FF2B5EF4-FFF2-40B4-BE49-F238E27FC236}">
                <a16:creationId xmlns:a16="http://schemas.microsoft.com/office/drawing/2014/main" id="{803DDEC3-9A10-A4E7-A810-9DD1923CAD48}"/>
              </a:ext>
            </a:extLst>
          </p:cNvPr>
          <p:cNvSpPr>
            <a:spLocks noGrp="1"/>
          </p:cNvSpPr>
          <p:nvPr>
            <p:ph type="pic" sz="quarter" idx="33"/>
          </p:nvPr>
        </p:nvSpPr>
        <p:spPr>
          <a:xfrm>
            <a:off x="342900" y="4941178"/>
            <a:ext cx="11506263" cy="1927333"/>
          </a:xfrm>
          <a:prstGeom prst="snip2SameRect">
            <a:avLst>
              <a:gd name="adj1" fmla="val 4673"/>
              <a:gd name="adj2" fmla="val 0"/>
            </a:avLst>
          </a:prstGeom>
          <a:noFill/>
        </p:spPr>
        <p:txBody>
          <a:bodyPr anchor="t"/>
          <a:lstStyle>
            <a:lvl1pPr>
              <a:buNone/>
              <a:defRPr sz="200" b="0" i="0">
                <a:latin typeface="+mn-lt"/>
              </a:defRPr>
            </a:lvl1pPr>
          </a:lstStyle>
          <a:p>
            <a:r>
              <a:rPr lang="en-US"/>
              <a:t>Click icon to add picture</a:t>
            </a:r>
          </a:p>
        </p:txBody>
      </p:sp>
      <p:sp>
        <p:nvSpPr>
          <p:cNvPr id="37" name="Text Placeholder 8">
            <a:extLst>
              <a:ext uri="{FF2B5EF4-FFF2-40B4-BE49-F238E27FC236}">
                <a16:creationId xmlns:a16="http://schemas.microsoft.com/office/drawing/2014/main" id="{A839C26F-539A-EC68-E7EE-B8A96B64C344}"/>
              </a:ext>
            </a:extLst>
          </p:cNvPr>
          <p:cNvSpPr>
            <a:spLocks noGrp="1"/>
          </p:cNvSpPr>
          <p:nvPr>
            <p:ph type="body" sz="quarter" idx="27"/>
          </p:nvPr>
        </p:nvSpPr>
        <p:spPr>
          <a:xfrm>
            <a:off x="570388" y="5591350"/>
            <a:ext cx="6890862" cy="74206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7">
            <a:extLst>
              <a:ext uri="{FF2B5EF4-FFF2-40B4-BE49-F238E27FC236}">
                <a16:creationId xmlns:a16="http://schemas.microsoft.com/office/drawing/2014/main" id="{E63B9C7F-BAD2-48C6-94B1-9E0685574F84}"/>
              </a:ext>
            </a:extLst>
          </p:cNvPr>
          <p:cNvSpPr>
            <a:spLocks noGrp="1"/>
          </p:cNvSpPr>
          <p:nvPr>
            <p:ph type="body" sz="quarter" idx="26"/>
          </p:nvPr>
        </p:nvSpPr>
        <p:spPr>
          <a:xfrm>
            <a:off x="570388" y="5149338"/>
            <a:ext cx="3697712" cy="344487"/>
          </a:xfrm>
          <a:prstGeom prst="rect">
            <a:avLst/>
          </a:prstGeom>
        </p:spPr>
        <p:txBody>
          <a:bodyPr>
            <a:noAutofit/>
          </a:bodyPr>
          <a:lstStyle>
            <a:lvl1pPr>
              <a:spcBef>
                <a:spcPts val="0"/>
              </a:spcBef>
              <a:buNone/>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5" name="Text Placeholder 6">
            <a:extLst>
              <a:ext uri="{FF2B5EF4-FFF2-40B4-BE49-F238E27FC236}">
                <a16:creationId xmlns:a16="http://schemas.microsoft.com/office/drawing/2014/main" id="{3D330EF2-7153-4F7C-18CF-33892B43F2FD}"/>
              </a:ext>
            </a:extLst>
          </p:cNvPr>
          <p:cNvSpPr>
            <a:spLocks noGrp="1"/>
          </p:cNvSpPr>
          <p:nvPr>
            <p:ph type="body" sz="quarter" idx="25"/>
          </p:nvPr>
        </p:nvSpPr>
        <p:spPr>
          <a:xfrm>
            <a:off x="8142447" y="3604505"/>
            <a:ext cx="3677485"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2" name="Text Placeholder 5">
            <a:extLst>
              <a:ext uri="{FF2B5EF4-FFF2-40B4-BE49-F238E27FC236}">
                <a16:creationId xmlns:a16="http://schemas.microsoft.com/office/drawing/2014/main" id="{CC55CA73-1137-3E42-49AA-83BF3C0F790B}"/>
              </a:ext>
            </a:extLst>
          </p:cNvPr>
          <p:cNvSpPr>
            <a:spLocks noGrp="1"/>
          </p:cNvSpPr>
          <p:nvPr>
            <p:ph type="body" sz="quarter" idx="22"/>
          </p:nvPr>
        </p:nvSpPr>
        <p:spPr>
          <a:xfrm>
            <a:off x="8146237" y="3156419"/>
            <a:ext cx="3677485"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4" name="Text Placeholder 4">
            <a:extLst>
              <a:ext uri="{FF2B5EF4-FFF2-40B4-BE49-F238E27FC236}">
                <a16:creationId xmlns:a16="http://schemas.microsoft.com/office/drawing/2014/main" id="{2AA0B059-7CA9-5C0A-9C11-91B64BD9E3ED}"/>
              </a:ext>
            </a:extLst>
          </p:cNvPr>
          <p:cNvSpPr>
            <a:spLocks noGrp="1"/>
          </p:cNvSpPr>
          <p:nvPr>
            <p:ph type="body" sz="quarter" idx="24"/>
          </p:nvPr>
        </p:nvSpPr>
        <p:spPr>
          <a:xfrm>
            <a:off x="4256858" y="3604505"/>
            <a:ext cx="3677484"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1" name="Text Placeholder 3">
            <a:extLst>
              <a:ext uri="{FF2B5EF4-FFF2-40B4-BE49-F238E27FC236}">
                <a16:creationId xmlns:a16="http://schemas.microsoft.com/office/drawing/2014/main" id="{9551D2EF-783D-1555-0D1C-EC6468537093}"/>
              </a:ext>
            </a:extLst>
          </p:cNvPr>
          <p:cNvSpPr>
            <a:spLocks noGrp="1"/>
          </p:cNvSpPr>
          <p:nvPr>
            <p:ph type="body" sz="quarter" idx="21"/>
          </p:nvPr>
        </p:nvSpPr>
        <p:spPr>
          <a:xfrm>
            <a:off x="4261996" y="3156419"/>
            <a:ext cx="3677484"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3" name="Text Placeholder 2">
            <a:extLst>
              <a:ext uri="{FF2B5EF4-FFF2-40B4-BE49-F238E27FC236}">
                <a16:creationId xmlns:a16="http://schemas.microsoft.com/office/drawing/2014/main" id="{62205358-74D1-BB42-215F-8AA09D1936B7}"/>
              </a:ext>
            </a:extLst>
          </p:cNvPr>
          <p:cNvSpPr>
            <a:spLocks noGrp="1"/>
          </p:cNvSpPr>
          <p:nvPr>
            <p:ph type="body" sz="quarter" idx="23"/>
          </p:nvPr>
        </p:nvSpPr>
        <p:spPr>
          <a:xfrm>
            <a:off x="342900" y="3604505"/>
            <a:ext cx="3677484" cy="882051"/>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0" name="Text Placeholder 1">
            <a:extLst>
              <a:ext uri="{FF2B5EF4-FFF2-40B4-BE49-F238E27FC236}">
                <a16:creationId xmlns:a16="http://schemas.microsoft.com/office/drawing/2014/main" id="{66661B36-4E5F-71CD-3ACE-B70FB34C30BB}"/>
              </a:ext>
            </a:extLst>
          </p:cNvPr>
          <p:cNvSpPr>
            <a:spLocks noGrp="1"/>
          </p:cNvSpPr>
          <p:nvPr>
            <p:ph type="body" sz="quarter" idx="20"/>
          </p:nvPr>
        </p:nvSpPr>
        <p:spPr>
          <a:xfrm>
            <a:off x="342900" y="3156419"/>
            <a:ext cx="3677484" cy="344487"/>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6" name="Content Placeholder 3">
            <a:extLst>
              <a:ext uri="{FF2B5EF4-FFF2-40B4-BE49-F238E27FC236}">
                <a16:creationId xmlns:a16="http://schemas.microsoft.com/office/drawing/2014/main" id="{26552AAA-2010-000B-629E-7AA2EB1253AB}"/>
              </a:ext>
            </a:extLst>
          </p:cNvPr>
          <p:cNvSpPr>
            <a:spLocks noGrp="1"/>
          </p:cNvSpPr>
          <p:nvPr>
            <p:ph sz="quarter" idx="31"/>
          </p:nvPr>
        </p:nvSpPr>
        <p:spPr>
          <a:xfrm>
            <a:off x="8166770"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5" name="Content Placeholder 2">
            <a:extLst>
              <a:ext uri="{FF2B5EF4-FFF2-40B4-BE49-F238E27FC236}">
                <a16:creationId xmlns:a16="http://schemas.microsoft.com/office/drawing/2014/main" id="{74A05BE5-1B5D-AA11-0325-D82925EDDEE4}"/>
              </a:ext>
            </a:extLst>
          </p:cNvPr>
          <p:cNvSpPr>
            <a:spLocks noGrp="1"/>
          </p:cNvSpPr>
          <p:nvPr>
            <p:ph sz="quarter" idx="30"/>
          </p:nvPr>
        </p:nvSpPr>
        <p:spPr>
          <a:xfrm>
            <a:off x="4284875"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4" name="Content Placeholder 1">
            <a:extLst>
              <a:ext uri="{FF2B5EF4-FFF2-40B4-BE49-F238E27FC236}">
                <a16:creationId xmlns:a16="http://schemas.microsoft.com/office/drawing/2014/main" id="{74C8AC5D-AF75-CCE2-9C4A-5FA073F1A41D}"/>
              </a:ext>
            </a:extLst>
          </p:cNvPr>
          <p:cNvSpPr>
            <a:spLocks noGrp="1"/>
          </p:cNvSpPr>
          <p:nvPr>
            <p:ph sz="quarter" idx="29"/>
          </p:nvPr>
        </p:nvSpPr>
        <p:spPr>
          <a:xfrm>
            <a:off x="371075" y="2457451"/>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2" name="Title 1"/>
          <p:cNvSpPr>
            <a:spLocks noGrp="1"/>
          </p:cNvSpPr>
          <p:nvPr>
            <p:ph type="title" hasCustomPrompt="1"/>
          </p:nvPr>
        </p:nvSpPr>
        <p:spPr>
          <a:xfrm>
            <a:off x="349542" y="1081986"/>
            <a:ext cx="406204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B450DF93-2044-9F7A-06FB-B1BB905DEE1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3793C4B-55C0-FC6E-BDFC-875687790F1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93960653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igNumb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20401" y="-1339"/>
            <a:ext cx="6171598" cy="6858000"/>
          </a:xfrm>
          <a:prstGeom prst="rect">
            <a:avLst/>
          </a:prstGeom>
          <a:blipFill>
            <a:blip>
              <a:extLst>
                <a:ext uri="{96DAC541-7B7A-43D3-8B79-37D633B846F1}">
                  <asvg:svgBlip xmlns:asvg="http://schemas.microsoft.com/office/drawing/2016/SVG/main" r:embed="rId2"/>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pic>
        <p:nvPicPr>
          <p:cNvPr id="3" name="Image 8" descr=" ">
            <a:extLst>
              <a:ext uri="{FF2B5EF4-FFF2-40B4-BE49-F238E27FC236}">
                <a16:creationId xmlns:a16="http://schemas.microsoft.com/office/drawing/2014/main" id="{A5890462-737C-8747-196D-F282EE79CB5A}"/>
              </a:ext>
            </a:extLst>
          </p:cNvPr>
          <p:cNvPicPr>
            <a:picLocks noChangeAspect="1"/>
          </p:cNvPicPr>
          <p:nvPr userDrawn="1"/>
        </p:nvPicPr>
        <p:blipFill>
          <a:blip r:embed="rId3"/>
          <a:stretch>
            <a:fillRect/>
          </a:stretch>
        </p:blipFill>
        <p:spPr>
          <a:xfrm>
            <a:off x="-1" y="0"/>
            <a:ext cx="12191937" cy="882654"/>
          </a:xfrm>
          <a:prstGeom prst="rect">
            <a:avLst/>
          </a:prstGeom>
        </p:spPr>
      </p:pic>
      <p:sp>
        <p:nvSpPr>
          <p:cNvPr id="25" name="Text Placeholder 3">
            <a:extLst>
              <a:ext uri="{FF2B5EF4-FFF2-40B4-BE49-F238E27FC236}">
                <a16:creationId xmlns:a16="http://schemas.microsoft.com/office/drawing/2014/main" id="{383C93A4-CEF2-8908-678C-613CAC60B236}"/>
              </a:ext>
            </a:extLst>
          </p:cNvPr>
          <p:cNvSpPr>
            <a:spLocks noGrp="1"/>
          </p:cNvSpPr>
          <p:nvPr userDrawn="1">
            <p:ph type="body" sz="quarter" idx="23" hasCustomPrompt="1"/>
          </p:nvPr>
        </p:nvSpPr>
        <p:spPr>
          <a:xfrm>
            <a:off x="6836725" y="2187354"/>
            <a:ext cx="4974214" cy="2973386"/>
          </a:xfrm>
          <a:prstGeom prst="rect">
            <a:avLst/>
          </a:prstGeom>
        </p:spPr>
        <p:txBody>
          <a:bodyPr anchor="ctr">
            <a:noAutofit/>
          </a:bodyPr>
          <a:lstStyle>
            <a:lvl1pPr marL="0" indent="0" algn="r">
              <a:lnSpc>
                <a:spcPct val="100000"/>
              </a:lnSpc>
              <a:spcBef>
                <a:spcPts val="0"/>
              </a:spcBef>
              <a:buNone/>
              <a:tabLst/>
              <a:defRPr sz="21000"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24" name="Text Placeholder 4">
            <a:extLst>
              <a:ext uri="{FF2B5EF4-FFF2-40B4-BE49-F238E27FC236}">
                <a16:creationId xmlns:a16="http://schemas.microsoft.com/office/drawing/2014/main" id="{BE08E7DC-EE45-9A8F-DBB9-2686D9A4D7F1}"/>
              </a:ext>
            </a:extLst>
          </p:cNvPr>
          <p:cNvSpPr>
            <a:spLocks noGrp="1"/>
          </p:cNvSpPr>
          <p:nvPr userDrawn="1">
            <p:ph type="body" sz="quarter" idx="40"/>
          </p:nvPr>
        </p:nvSpPr>
        <p:spPr>
          <a:xfrm>
            <a:off x="9146386" y="4901879"/>
            <a:ext cx="2702714" cy="882051"/>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F4104195-8171-BBB1-8E79-FCDF09ACFA77}"/>
              </a:ext>
            </a:extLst>
          </p:cNvPr>
          <p:cNvSpPr>
            <a:spLocks noGrp="1"/>
          </p:cNvSpPr>
          <p:nvPr userDrawn="1">
            <p:ph type="body" sz="quarter" idx="22" hasCustomPrompt="1"/>
          </p:nvPr>
        </p:nvSpPr>
        <p:spPr>
          <a:xfrm>
            <a:off x="6208861" y="1074070"/>
            <a:ext cx="2937525" cy="409218"/>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STAT TITLE</a:t>
            </a:r>
          </a:p>
        </p:txBody>
      </p:sp>
      <p:sp>
        <p:nvSpPr>
          <p:cNvPr id="2" name="Title 1">
            <a:extLst>
              <a:ext uri="{FF2B5EF4-FFF2-40B4-BE49-F238E27FC236}">
                <a16:creationId xmlns:a16="http://schemas.microsoft.com/office/drawing/2014/main" id="{049EE3DA-A65D-93E7-9E9C-CFE35775A1F7}"/>
              </a:ext>
            </a:extLst>
          </p:cNvPr>
          <p:cNvSpPr>
            <a:spLocks noGrp="1"/>
          </p:cNvSpPr>
          <p:nvPr userDrawn="1">
            <p:ph type="title" hasCustomPrompt="1"/>
          </p:nvPr>
        </p:nvSpPr>
        <p:spPr>
          <a:xfrm>
            <a:off x="342900" y="1070110"/>
            <a:ext cx="5306426"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4" name="Text Placeholder 11">
            <a:extLst>
              <a:ext uri="{FF2B5EF4-FFF2-40B4-BE49-F238E27FC236}">
                <a16:creationId xmlns:a16="http://schemas.microsoft.com/office/drawing/2014/main" id="{EA4CF3B5-4723-A59D-461D-90B6355C8B22}"/>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1FE3B954-0568-5CDC-37E6-49B4BB1F3D1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6" name="Straight Connector 5">
            <a:extLst>
              <a:ext uri="{FF2B5EF4-FFF2-40B4-BE49-F238E27FC236}">
                <a16:creationId xmlns:a16="http://schemas.microsoft.com/office/drawing/2014/main" id="{B62F5F33-5E9C-401C-E667-E17258E3A97B}"/>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549362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BigNumber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0" y="0"/>
            <a:ext cx="5881492" cy="6858000"/>
          </a:xfrm>
          <a:prstGeom prst="rect">
            <a:avLst/>
          </a:prstGeom>
          <a:blipFill>
            <a:blip>
              <a:extLst>
                <a:ext uri="{96DAC541-7B7A-43D3-8B79-37D633B846F1}">
                  <asvg:svgBlip xmlns:asvg="http://schemas.microsoft.com/office/drawing/2016/SVG/main" r:embed="rId2"/>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pic>
        <p:nvPicPr>
          <p:cNvPr id="2" name="Image 8" descr=" ">
            <a:extLst>
              <a:ext uri="{FF2B5EF4-FFF2-40B4-BE49-F238E27FC236}">
                <a16:creationId xmlns:a16="http://schemas.microsoft.com/office/drawing/2014/main" id="{C021970F-E944-64B0-6CF8-C929582A312E}"/>
              </a:ext>
            </a:extLst>
          </p:cNvPr>
          <p:cNvPicPr>
            <a:picLocks noChangeAspect="1"/>
          </p:cNvPicPr>
          <p:nvPr userDrawn="1"/>
        </p:nvPicPr>
        <p:blipFill>
          <a:blip r:embed="rId3"/>
          <a:stretch>
            <a:fillRect/>
          </a:stretch>
        </p:blipFill>
        <p:spPr>
          <a:xfrm>
            <a:off x="0" y="1339"/>
            <a:ext cx="12191937" cy="881536"/>
          </a:xfrm>
          <a:prstGeom prst="rect">
            <a:avLst/>
          </a:prstGeom>
        </p:spPr>
      </p:pic>
      <p:sp>
        <p:nvSpPr>
          <p:cNvPr id="32" name="Number 2">
            <a:extLst>
              <a:ext uri="{FF2B5EF4-FFF2-40B4-BE49-F238E27FC236}">
                <a16:creationId xmlns:a16="http://schemas.microsoft.com/office/drawing/2014/main" id="{D6E371F4-19FD-56C9-11F5-130C1EDAF9B2}"/>
              </a:ext>
            </a:extLst>
          </p:cNvPr>
          <p:cNvSpPr>
            <a:spLocks noGrp="1"/>
          </p:cNvSpPr>
          <p:nvPr>
            <p:ph type="body" sz="quarter" idx="42" hasCustomPrompt="1"/>
          </p:nvPr>
        </p:nvSpPr>
        <p:spPr>
          <a:xfrm>
            <a:off x="7770322" y="4392666"/>
            <a:ext cx="3558127" cy="1391264"/>
          </a:xfrm>
          <a:prstGeom prst="rect">
            <a:avLst/>
          </a:prstGeom>
        </p:spPr>
        <p:txBody>
          <a:bodyPr anchor="ctr">
            <a:noAutofit/>
          </a:bodyPr>
          <a:lstStyle>
            <a:lvl1pPr marL="0" indent="0">
              <a:lnSpc>
                <a:spcPct val="80000"/>
              </a:lnSpc>
              <a:spcBef>
                <a:spcPts val="0"/>
              </a:spcBef>
              <a:buNone/>
              <a:tabLst/>
              <a:defRPr sz="12204"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31" name="Text Placeholder 4">
            <a:extLst>
              <a:ext uri="{FF2B5EF4-FFF2-40B4-BE49-F238E27FC236}">
                <a16:creationId xmlns:a16="http://schemas.microsoft.com/office/drawing/2014/main" id="{A34C238C-B176-752B-F224-BD347DA9E555}"/>
              </a:ext>
            </a:extLst>
          </p:cNvPr>
          <p:cNvSpPr>
            <a:spLocks noGrp="1"/>
          </p:cNvSpPr>
          <p:nvPr>
            <p:ph type="body" sz="quarter" idx="41"/>
          </p:nvPr>
        </p:nvSpPr>
        <p:spPr>
          <a:xfrm>
            <a:off x="7924800" y="5606011"/>
            <a:ext cx="3488995" cy="558853"/>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5" name="Number 1">
            <a:extLst>
              <a:ext uri="{FF2B5EF4-FFF2-40B4-BE49-F238E27FC236}">
                <a16:creationId xmlns:a16="http://schemas.microsoft.com/office/drawing/2014/main" id="{383C93A4-CEF2-8908-678C-613CAC60B236}"/>
              </a:ext>
            </a:extLst>
          </p:cNvPr>
          <p:cNvSpPr>
            <a:spLocks noGrp="1"/>
          </p:cNvSpPr>
          <p:nvPr>
            <p:ph type="body" sz="quarter" idx="23" hasCustomPrompt="1"/>
          </p:nvPr>
        </p:nvSpPr>
        <p:spPr>
          <a:xfrm>
            <a:off x="7770322" y="2051878"/>
            <a:ext cx="3558127" cy="1391264"/>
          </a:xfrm>
          <a:prstGeom prst="rect">
            <a:avLst/>
          </a:prstGeom>
        </p:spPr>
        <p:txBody>
          <a:bodyPr anchor="ctr">
            <a:noAutofit/>
          </a:bodyPr>
          <a:lstStyle>
            <a:lvl1pPr marL="0" indent="0">
              <a:lnSpc>
                <a:spcPct val="80000"/>
              </a:lnSpc>
              <a:spcBef>
                <a:spcPts val="0"/>
              </a:spcBef>
              <a:buNone/>
              <a:tabLst/>
              <a:defRPr sz="12204"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24" name="Text Placeholder 3">
            <a:extLst>
              <a:ext uri="{FF2B5EF4-FFF2-40B4-BE49-F238E27FC236}">
                <a16:creationId xmlns:a16="http://schemas.microsoft.com/office/drawing/2014/main" id="{BE08E7DC-EE45-9A8F-DBB9-2686D9A4D7F1}"/>
              </a:ext>
            </a:extLst>
          </p:cNvPr>
          <p:cNvSpPr>
            <a:spLocks noGrp="1"/>
          </p:cNvSpPr>
          <p:nvPr>
            <p:ph type="body" sz="quarter" idx="40"/>
          </p:nvPr>
        </p:nvSpPr>
        <p:spPr>
          <a:xfrm>
            <a:off x="7924800" y="3265223"/>
            <a:ext cx="3488995" cy="558853"/>
          </a:xfrm>
          <a:prstGeom prst="rect">
            <a:avLst/>
          </a:prstGeom>
        </p:spPr>
        <p:txBody>
          <a:bodyPr>
            <a:noAutofit/>
          </a:bodyPr>
          <a:lstStyle>
            <a:lvl1pPr marL="0" indent="0">
              <a:lnSpc>
                <a:spcPct val="100000"/>
              </a:lnSpc>
              <a:spcBef>
                <a:spcPts val="0"/>
              </a:spcBef>
              <a:buNone/>
              <a:tabLst/>
              <a:defRPr sz="11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Text Placeholder 2">
            <a:extLst>
              <a:ext uri="{FF2B5EF4-FFF2-40B4-BE49-F238E27FC236}">
                <a16:creationId xmlns:a16="http://schemas.microsoft.com/office/drawing/2014/main" id="{F4104195-8171-BBB1-8E79-FCDF09ACFA77}"/>
              </a:ext>
            </a:extLst>
          </p:cNvPr>
          <p:cNvSpPr>
            <a:spLocks noGrp="1"/>
          </p:cNvSpPr>
          <p:nvPr>
            <p:ph type="body" sz="quarter" idx="22" hasCustomPrompt="1"/>
          </p:nvPr>
        </p:nvSpPr>
        <p:spPr>
          <a:xfrm>
            <a:off x="6197600" y="1074070"/>
            <a:ext cx="2948786" cy="409218"/>
          </a:xfrm>
          <a:prstGeom prst="rect">
            <a:avLst/>
          </a:prstGeom>
        </p:spPr>
        <p:txBody>
          <a:bodyPr>
            <a:noAutofit/>
          </a:bodyPr>
          <a:lstStyle>
            <a:lvl1pPr marL="7940" indent="-7940">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STAT TITLE</a:t>
            </a:r>
          </a:p>
        </p:txBody>
      </p:sp>
      <p:sp>
        <p:nvSpPr>
          <p:cNvPr id="34" name="Title 1">
            <a:extLst>
              <a:ext uri="{FF2B5EF4-FFF2-40B4-BE49-F238E27FC236}">
                <a16:creationId xmlns:a16="http://schemas.microsoft.com/office/drawing/2014/main" id="{3A2C5009-2063-7E11-BADF-E11468EF7A5F}"/>
              </a:ext>
            </a:extLst>
          </p:cNvPr>
          <p:cNvSpPr>
            <a:spLocks noGrp="1"/>
          </p:cNvSpPr>
          <p:nvPr>
            <p:ph type="title" hasCustomPrompt="1"/>
          </p:nvPr>
        </p:nvSpPr>
        <p:spPr>
          <a:xfrm>
            <a:off x="342900" y="1070110"/>
            <a:ext cx="5306426" cy="2257330"/>
          </a:xfrm>
          <a:prstGeom prst="rect">
            <a:avLst/>
          </a:prstGeom>
        </p:spPr>
        <p:txBody>
          <a:bodyPr anchor="t">
            <a:noAutofit/>
          </a:bodyPr>
          <a:lstStyle>
            <a:lvl1pPr>
              <a:lnSpc>
                <a:spcPct val="90000"/>
              </a:lnSpc>
              <a:spcAft>
                <a:spcPts val="600"/>
              </a:spcAft>
              <a:defRPr sz="3001" cap="none" baseline="0">
                <a:latin typeface="+mj-lt"/>
              </a:defRPr>
            </a:lvl1pPr>
          </a:lstStyle>
          <a:p>
            <a:r>
              <a:rPr lang="en-US"/>
              <a:t>Click to edit master title style</a:t>
            </a:r>
          </a:p>
        </p:txBody>
      </p:sp>
      <p:sp>
        <p:nvSpPr>
          <p:cNvPr id="11" name="Text Placeholder 11">
            <a:extLst>
              <a:ext uri="{FF2B5EF4-FFF2-40B4-BE49-F238E27FC236}">
                <a16:creationId xmlns:a16="http://schemas.microsoft.com/office/drawing/2014/main" id="{3034B4E1-C612-4F0A-7A25-EF2BEC042F67}"/>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12" name="Slide Number Placeholder 9">
            <a:extLst>
              <a:ext uri="{FF2B5EF4-FFF2-40B4-BE49-F238E27FC236}">
                <a16:creationId xmlns:a16="http://schemas.microsoft.com/office/drawing/2014/main" id="{9D82476A-AFF5-82BD-8D40-1BFE73F5F418}"/>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14" name="Text Placeholder 28">
            <a:extLst>
              <a:ext uri="{FF2B5EF4-FFF2-40B4-BE49-F238E27FC236}">
                <a16:creationId xmlns:a16="http://schemas.microsoft.com/office/drawing/2014/main" id="{AAEAD339-0EDC-86DA-69E0-AA33F424E118}"/>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5" name="Image 1" descr=" ">
            <a:extLst>
              <a:ext uri="{FF2B5EF4-FFF2-40B4-BE49-F238E27FC236}">
                <a16:creationId xmlns:a16="http://schemas.microsoft.com/office/drawing/2014/main" id="{BF3A203C-0CE3-ECCF-14F6-AC799D4D3DC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2900" y="204509"/>
            <a:ext cx="317498" cy="361809"/>
          </a:xfrm>
          <a:prstGeom prst="rect">
            <a:avLst/>
          </a:prstGeom>
        </p:spPr>
      </p:pic>
      <p:cxnSp>
        <p:nvCxnSpPr>
          <p:cNvPr id="18" name="Straight Connector 17">
            <a:extLst>
              <a:ext uri="{FF2B5EF4-FFF2-40B4-BE49-F238E27FC236}">
                <a16:creationId xmlns:a16="http://schemas.microsoft.com/office/drawing/2014/main" id="{6377A6CE-C330-9550-0BB3-3299529A249B}"/>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13635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4-Numbers">
    <p:bg>
      <p:bgRef idx="1001">
        <a:schemeClr val="bg1"/>
      </p:bgRef>
    </p:bg>
    <p:spTree>
      <p:nvGrpSpPr>
        <p:cNvPr id="1" name=""/>
        <p:cNvGrpSpPr/>
        <p:nvPr/>
      </p:nvGrpSpPr>
      <p:grpSpPr>
        <a:xfrm>
          <a:off x="0" y="0"/>
          <a:ext cx="0" cy="0"/>
          <a:chOff x="0" y="0"/>
          <a:chExt cx="0" cy="0"/>
        </a:xfrm>
      </p:grpSpPr>
      <p:sp>
        <p:nvSpPr>
          <p:cNvPr id="7" name="Shape 4">
            <a:extLst>
              <a:ext uri="{FF2B5EF4-FFF2-40B4-BE49-F238E27FC236}">
                <a16:creationId xmlns:a16="http://schemas.microsoft.com/office/drawing/2014/main" id="{CBD68E5C-FDD1-E946-B187-31EC3A415F64}"/>
              </a:ext>
            </a:extLst>
          </p:cNvPr>
          <p:cNvSpPr/>
          <p:nvPr userDrawn="1"/>
        </p:nvSpPr>
        <p:spPr>
          <a:xfrm>
            <a:off x="9132140" y="3790803"/>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63" name="Shape 3">
            <a:extLst>
              <a:ext uri="{FF2B5EF4-FFF2-40B4-BE49-F238E27FC236}">
                <a16:creationId xmlns:a16="http://schemas.microsoft.com/office/drawing/2014/main" id="{2C70FB12-87CA-74A7-0683-D52F0F18760A}"/>
              </a:ext>
            </a:extLst>
          </p:cNvPr>
          <p:cNvSpPr/>
          <p:nvPr userDrawn="1"/>
        </p:nvSpPr>
        <p:spPr>
          <a:xfrm>
            <a:off x="6184867" y="3790803"/>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8" name="Shape 2">
            <a:extLst>
              <a:ext uri="{FF2B5EF4-FFF2-40B4-BE49-F238E27FC236}">
                <a16:creationId xmlns:a16="http://schemas.microsoft.com/office/drawing/2014/main" id="{CAC133A5-E7C6-551B-4A5F-3A5633635BB1}"/>
              </a:ext>
            </a:extLst>
          </p:cNvPr>
          <p:cNvSpPr/>
          <p:nvPr userDrawn="1"/>
        </p:nvSpPr>
        <p:spPr>
          <a:xfrm>
            <a:off x="9132140" y="1264886"/>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6" name="Shape 1">
            <a:extLst>
              <a:ext uri="{FF2B5EF4-FFF2-40B4-BE49-F238E27FC236}">
                <a16:creationId xmlns:a16="http://schemas.microsoft.com/office/drawing/2014/main" id="{22F9960C-E2AB-2E26-121E-DD7E98FF219F}"/>
              </a:ext>
            </a:extLst>
          </p:cNvPr>
          <p:cNvSpPr/>
          <p:nvPr userDrawn="1"/>
        </p:nvSpPr>
        <p:spPr>
          <a:xfrm>
            <a:off x="6184867" y="1264886"/>
            <a:ext cx="2724135" cy="2304156"/>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3" name="Text Placeholder 10">
            <a:extLst>
              <a:ext uri="{FF2B5EF4-FFF2-40B4-BE49-F238E27FC236}">
                <a16:creationId xmlns:a16="http://schemas.microsoft.com/office/drawing/2014/main" id="{D78665C4-764B-2624-E5D7-EFD48AFF9CE7}"/>
              </a:ext>
            </a:extLst>
          </p:cNvPr>
          <p:cNvSpPr>
            <a:spLocks noGrp="1"/>
          </p:cNvSpPr>
          <p:nvPr>
            <p:ph type="body" sz="quarter" idx="36"/>
          </p:nvPr>
        </p:nvSpPr>
        <p:spPr>
          <a:xfrm>
            <a:off x="9361530" y="5279913"/>
            <a:ext cx="222155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4" name="Number 4">
            <a:extLst>
              <a:ext uri="{FF2B5EF4-FFF2-40B4-BE49-F238E27FC236}">
                <a16:creationId xmlns:a16="http://schemas.microsoft.com/office/drawing/2014/main" id="{6E4825CA-19E7-ACA9-887C-94767C8227F3}"/>
              </a:ext>
            </a:extLst>
          </p:cNvPr>
          <p:cNvSpPr>
            <a:spLocks noGrp="1"/>
          </p:cNvSpPr>
          <p:nvPr>
            <p:ph type="body" sz="quarter" idx="39" hasCustomPrompt="1"/>
          </p:nvPr>
        </p:nvSpPr>
        <p:spPr>
          <a:xfrm>
            <a:off x="9353771" y="4524674"/>
            <a:ext cx="2083512"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18" name="Text Placeholder 9">
            <a:extLst>
              <a:ext uri="{FF2B5EF4-FFF2-40B4-BE49-F238E27FC236}">
                <a16:creationId xmlns:a16="http://schemas.microsoft.com/office/drawing/2014/main" id="{70F36D56-C3AB-F1C5-7B0A-43DC66577FD5}"/>
              </a:ext>
            </a:extLst>
          </p:cNvPr>
          <p:cNvSpPr>
            <a:spLocks noGrp="1"/>
          </p:cNvSpPr>
          <p:nvPr>
            <p:ph type="body" sz="quarter" idx="35"/>
          </p:nvPr>
        </p:nvSpPr>
        <p:spPr>
          <a:xfrm>
            <a:off x="6457869" y="5279913"/>
            <a:ext cx="2231349"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19" name="Number 3">
            <a:extLst>
              <a:ext uri="{FF2B5EF4-FFF2-40B4-BE49-F238E27FC236}">
                <a16:creationId xmlns:a16="http://schemas.microsoft.com/office/drawing/2014/main" id="{A28756CF-345F-1512-7CB4-41A53E8C9956}"/>
              </a:ext>
            </a:extLst>
          </p:cNvPr>
          <p:cNvSpPr>
            <a:spLocks noGrp="1"/>
          </p:cNvSpPr>
          <p:nvPr>
            <p:ph type="body" sz="quarter" idx="38" hasCustomPrompt="1"/>
          </p:nvPr>
        </p:nvSpPr>
        <p:spPr>
          <a:xfrm>
            <a:off x="6455357" y="4524674"/>
            <a:ext cx="2092699"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22" name="Text Placeholder 8">
            <a:extLst>
              <a:ext uri="{FF2B5EF4-FFF2-40B4-BE49-F238E27FC236}">
                <a16:creationId xmlns:a16="http://schemas.microsoft.com/office/drawing/2014/main" id="{E8A38D63-45C9-B210-8016-02516D53E410}"/>
              </a:ext>
            </a:extLst>
          </p:cNvPr>
          <p:cNvSpPr>
            <a:spLocks noGrp="1"/>
          </p:cNvSpPr>
          <p:nvPr>
            <p:ph type="body" sz="quarter" idx="40"/>
          </p:nvPr>
        </p:nvSpPr>
        <p:spPr>
          <a:xfrm>
            <a:off x="9361530" y="2744942"/>
            <a:ext cx="2221553"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3" name="Number 2">
            <a:extLst>
              <a:ext uri="{FF2B5EF4-FFF2-40B4-BE49-F238E27FC236}">
                <a16:creationId xmlns:a16="http://schemas.microsoft.com/office/drawing/2014/main" id="{8EEA1E79-2064-AEAD-FA5C-117D6BB8DB0B}"/>
              </a:ext>
            </a:extLst>
          </p:cNvPr>
          <p:cNvSpPr>
            <a:spLocks noGrp="1"/>
          </p:cNvSpPr>
          <p:nvPr>
            <p:ph type="body" sz="quarter" idx="41" hasCustomPrompt="1"/>
          </p:nvPr>
        </p:nvSpPr>
        <p:spPr>
          <a:xfrm>
            <a:off x="9353771" y="1989702"/>
            <a:ext cx="2083512"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sp>
        <p:nvSpPr>
          <p:cNvPr id="25" name="Text Placeholder 7">
            <a:extLst>
              <a:ext uri="{FF2B5EF4-FFF2-40B4-BE49-F238E27FC236}">
                <a16:creationId xmlns:a16="http://schemas.microsoft.com/office/drawing/2014/main" id="{D61E1C6F-6359-B32A-AA99-9334918E8A95}"/>
              </a:ext>
            </a:extLst>
          </p:cNvPr>
          <p:cNvSpPr>
            <a:spLocks noGrp="1"/>
          </p:cNvSpPr>
          <p:nvPr>
            <p:ph type="body" sz="quarter" idx="42"/>
          </p:nvPr>
        </p:nvSpPr>
        <p:spPr>
          <a:xfrm>
            <a:off x="6457869" y="2744942"/>
            <a:ext cx="2231349" cy="626403"/>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6" name="Number 1">
            <a:extLst>
              <a:ext uri="{FF2B5EF4-FFF2-40B4-BE49-F238E27FC236}">
                <a16:creationId xmlns:a16="http://schemas.microsoft.com/office/drawing/2014/main" id="{2268D589-062D-8D1B-5DE8-DE7B24C7535D}"/>
              </a:ext>
            </a:extLst>
          </p:cNvPr>
          <p:cNvSpPr>
            <a:spLocks noGrp="1"/>
          </p:cNvSpPr>
          <p:nvPr>
            <p:ph type="body" sz="quarter" idx="43" hasCustomPrompt="1"/>
          </p:nvPr>
        </p:nvSpPr>
        <p:spPr>
          <a:xfrm>
            <a:off x="6455357" y="1989702"/>
            <a:ext cx="2092699" cy="626403"/>
          </a:xfrm>
          <a:prstGeom prst="rect">
            <a:avLst/>
          </a:prstGeom>
        </p:spPr>
        <p:txBody>
          <a:bodyPr anchor="ctr">
            <a:noAutofit/>
          </a:bodyPr>
          <a:lstStyle>
            <a:lvl1pPr marL="0" indent="0">
              <a:lnSpc>
                <a:spcPct val="100000"/>
              </a:lnSpc>
              <a:spcBef>
                <a:spcPts val="0"/>
              </a:spcBef>
              <a:buNone/>
              <a:tabLst/>
              <a:defRPr sz="4001" b="0" i="0" cap="none" baseline="0">
                <a:latin typeface="+mn-lt"/>
              </a:defRPr>
            </a:lvl1pPr>
            <a:lvl2pPr>
              <a:buNone/>
              <a:defRPr/>
            </a:lvl2pPr>
            <a:lvl3pPr>
              <a:buNone/>
              <a:defRPr/>
            </a:lvl3pPr>
            <a:lvl4pPr>
              <a:buNone/>
              <a:defRPr/>
            </a:lvl4pPr>
            <a:lvl5pPr>
              <a:buNone/>
              <a:defRPr/>
            </a:lvl5pPr>
          </a:lstStyle>
          <a:p>
            <a:pPr lvl="0"/>
            <a:r>
              <a:rPr lang="en-US"/>
              <a:t>01</a:t>
            </a:r>
          </a:p>
        </p:txBody>
      </p:sp>
      <p:cxnSp>
        <p:nvCxnSpPr>
          <p:cNvPr id="21" name="Line 4">
            <a:extLst>
              <a:ext uri="{FF2B5EF4-FFF2-40B4-BE49-F238E27FC236}">
                <a16:creationId xmlns:a16="http://schemas.microsoft.com/office/drawing/2014/main" id="{589FA4C2-AB4F-A3FD-D949-608BBD00F965}"/>
              </a:ext>
            </a:extLst>
          </p:cNvPr>
          <p:cNvCxnSpPr>
            <a:cxnSpLocks/>
          </p:cNvCxnSpPr>
          <p:nvPr userDrawn="1"/>
        </p:nvCxnSpPr>
        <p:spPr>
          <a:xfrm>
            <a:off x="9353771" y="4514288"/>
            <a:ext cx="478590"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Line 3">
            <a:extLst>
              <a:ext uri="{FF2B5EF4-FFF2-40B4-BE49-F238E27FC236}">
                <a16:creationId xmlns:a16="http://schemas.microsoft.com/office/drawing/2014/main" id="{C4F8F11E-9E5A-5AE4-3D6D-271562E6D772}"/>
              </a:ext>
            </a:extLst>
          </p:cNvPr>
          <p:cNvCxnSpPr>
            <a:cxnSpLocks/>
          </p:cNvCxnSpPr>
          <p:nvPr userDrawn="1"/>
        </p:nvCxnSpPr>
        <p:spPr>
          <a:xfrm>
            <a:off x="6455357" y="4514288"/>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Line 2">
            <a:extLst>
              <a:ext uri="{FF2B5EF4-FFF2-40B4-BE49-F238E27FC236}">
                <a16:creationId xmlns:a16="http://schemas.microsoft.com/office/drawing/2014/main" id="{5DFFD94B-B9D7-1B7D-4201-40A2C6EAB379}"/>
              </a:ext>
            </a:extLst>
          </p:cNvPr>
          <p:cNvCxnSpPr>
            <a:cxnSpLocks/>
          </p:cNvCxnSpPr>
          <p:nvPr userDrawn="1"/>
        </p:nvCxnSpPr>
        <p:spPr>
          <a:xfrm>
            <a:off x="9353771" y="1979317"/>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7" name="Line 1">
            <a:extLst>
              <a:ext uri="{FF2B5EF4-FFF2-40B4-BE49-F238E27FC236}">
                <a16:creationId xmlns:a16="http://schemas.microsoft.com/office/drawing/2014/main" id="{CC0C18DE-1785-7F6A-ADAB-3D81F119AE50}"/>
              </a:ext>
            </a:extLst>
          </p:cNvPr>
          <p:cNvCxnSpPr>
            <a:cxnSpLocks/>
          </p:cNvCxnSpPr>
          <p:nvPr userDrawn="1"/>
        </p:nvCxnSpPr>
        <p:spPr>
          <a:xfrm>
            <a:off x="6455357" y="1979317"/>
            <a:ext cx="42106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9" name="Text Placeholder 6">
            <a:extLst>
              <a:ext uri="{FF2B5EF4-FFF2-40B4-BE49-F238E27FC236}">
                <a16:creationId xmlns:a16="http://schemas.microsoft.com/office/drawing/2014/main" id="{34663E41-14FE-7C2C-7AE6-A4914DAD84E4}"/>
              </a:ext>
            </a:extLst>
          </p:cNvPr>
          <p:cNvSpPr>
            <a:spLocks noGrp="1"/>
          </p:cNvSpPr>
          <p:nvPr>
            <p:ph type="body" sz="quarter" idx="46" hasCustomPrompt="1"/>
          </p:nvPr>
        </p:nvSpPr>
        <p:spPr>
          <a:xfrm>
            <a:off x="9367361" y="3893571"/>
            <a:ext cx="2325258"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8" name="Text Placeholder 5">
            <a:extLst>
              <a:ext uri="{FF2B5EF4-FFF2-40B4-BE49-F238E27FC236}">
                <a16:creationId xmlns:a16="http://schemas.microsoft.com/office/drawing/2014/main" id="{9C6549A1-06BA-04C1-3B7C-1911E55069BB}"/>
              </a:ext>
            </a:extLst>
          </p:cNvPr>
          <p:cNvSpPr>
            <a:spLocks noGrp="1"/>
          </p:cNvSpPr>
          <p:nvPr>
            <p:ph type="body" sz="quarter" idx="45" hasCustomPrompt="1"/>
          </p:nvPr>
        </p:nvSpPr>
        <p:spPr>
          <a:xfrm>
            <a:off x="6490748" y="3893571"/>
            <a:ext cx="2335511"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7" name="Text Placeholder 4">
            <a:extLst>
              <a:ext uri="{FF2B5EF4-FFF2-40B4-BE49-F238E27FC236}">
                <a16:creationId xmlns:a16="http://schemas.microsoft.com/office/drawing/2014/main" id="{EC9404EA-53F1-3C5C-EA7F-537B6416BF10}"/>
              </a:ext>
            </a:extLst>
          </p:cNvPr>
          <p:cNvSpPr>
            <a:spLocks noGrp="1"/>
          </p:cNvSpPr>
          <p:nvPr>
            <p:ph type="body" sz="quarter" idx="44" hasCustomPrompt="1"/>
          </p:nvPr>
        </p:nvSpPr>
        <p:spPr>
          <a:xfrm>
            <a:off x="9367361" y="1378971"/>
            <a:ext cx="2325258"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a:t>
            </a:r>
          </a:p>
        </p:txBody>
      </p:sp>
      <p:sp>
        <p:nvSpPr>
          <p:cNvPr id="36" name="Text Placeholder 3">
            <a:extLst>
              <a:ext uri="{FF2B5EF4-FFF2-40B4-BE49-F238E27FC236}">
                <a16:creationId xmlns:a16="http://schemas.microsoft.com/office/drawing/2014/main" id="{F4347463-188F-6F4E-A6C5-B75D09FBCCDF}"/>
              </a:ext>
            </a:extLst>
          </p:cNvPr>
          <p:cNvSpPr>
            <a:spLocks noGrp="1"/>
          </p:cNvSpPr>
          <p:nvPr>
            <p:ph type="body" sz="quarter" idx="20" hasCustomPrompt="1"/>
          </p:nvPr>
        </p:nvSpPr>
        <p:spPr>
          <a:xfrm>
            <a:off x="6490748" y="1378971"/>
            <a:ext cx="2335511" cy="331818"/>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a:t>
            </a:r>
          </a:p>
        </p:txBody>
      </p:sp>
      <p:sp>
        <p:nvSpPr>
          <p:cNvPr id="30" name="Text Placeholder 2">
            <a:extLst>
              <a:ext uri="{FF2B5EF4-FFF2-40B4-BE49-F238E27FC236}">
                <a16:creationId xmlns:a16="http://schemas.microsoft.com/office/drawing/2014/main" id="{4D40EA60-5C5D-FEA1-6FDB-0D83E89F5842}"/>
              </a:ext>
            </a:extLst>
          </p:cNvPr>
          <p:cNvSpPr>
            <a:spLocks noGrp="1"/>
          </p:cNvSpPr>
          <p:nvPr>
            <p:ph sz="quarter" idx="16"/>
          </p:nvPr>
        </p:nvSpPr>
        <p:spPr>
          <a:xfrm>
            <a:off x="342900" y="2844801"/>
            <a:ext cx="4844993" cy="3055167"/>
          </a:xfrm>
          <a:prstGeom prst="rect">
            <a:avLst/>
          </a:prstGeom>
        </p:spPr>
        <p:txBody>
          <a:bodyPr>
            <a:noAutofit/>
          </a:bodyPr>
          <a:lstStyle>
            <a:lvl1pPr marL="0" indent="0">
              <a:lnSpc>
                <a:spcPct val="100000"/>
              </a:lnSpc>
              <a:spcBef>
                <a:spcPts val="0"/>
              </a:spcBef>
              <a:spcAft>
                <a:spcPts val="1000"/>
              </a:spcAft>
              <a:buNone/>
              <a:tabLst/>
              <a:defRPr sz="1400" b="0" i="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32852" y="1081986"/>
            <a:ext cx="407873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6C5D66EA-09E5-92F4-B901-263FFE54F58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AD7538A6-1391-D88C-DF74-962795B096D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2775718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3-BigNumber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2" y="2819401"/>
            <a:ext cx="368298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72057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5" name="Number 3">
            <a:extLst>
              <a:ext uri="{FF2B5EF4-FFF2-40B4-BE49-F238E27FC236}">
                <a16:creationId xmlns:a16="http://schemas.microsoft.com/office/drawing/2014/main" id="{6A29DB62-3418-FBA4-CD04-CBE81E98F98F}"/>
              </a:ext>
            </a:extLst>
          </p:cNvPr>
          <p:cNvSpPr>
            <a:spLocks noGrp="1"/>
          </p:cNvSpPr>
          <p:nvPr>
            <p:ph type="body" sz="quarter" idx="39" hasCustomPrompt="1"/>
          </p:nvPr>
        </p:nvSpPr>
        <p:spPr>
          <a:xfrm>
            <a:off x="8127693" y="4695649"/>
            <a:ext cx="3721407"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4" name="Number 2">
            <a:extLst>
              <a:ext uri="{FF2B5EF4-FFF2-40B4-BE49-F238E27FC236}">
                <a16:creationId xmlns:a16="http://schemas.microsoft.com/office/drawing/2014/main" id="{A8D1C83F-2144-2CEA-B141-5548DC591836}"/>
              </a:ext>
            </a:extLst>
          </p:cNvPr>
          <p:cNvSpPr>
            <a:spLocks noGrp="1"/>
          </p:cNvSpPr>
          <p:nvPr>
            <p:ph type="body" sz="quarter" idx="38" hasCustomPrompt="1"/>
          </p:nvPr>
        </p:nvSpPr>
        <p:spPr>
          <a:xfrm>
            <a:off x="4255724" y="4695649"/>
            <a:ext cx="3659389"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37" name="Number 1">
            <a:extLst>
              <a:ext uri="{FF2B5EF4-FFF2-40B4-BE49-F238E27FC236}">
                <a16:creationId xmlns:a16="http://schemas.microsoft.com/office/drawing/2014/main" id="{8EF86A55-0DE0-2765-8A4B-4DE82F674A87}"/>
              </a:ext>
            </a:extLst>
          </p:cNvPr>
          <p:cNvSpPr>
            <a:spLocks noGrp="1"/>
          </p:cNvSpPr>
          <p:nvPr>
            <p:ph type="body" sz="quarter" idx="23" hasCustomPrompt="1"/>
          </p:nvPr>
        </p:nvSpPr>
        <p:spPr>
          <a:xfrm>
            <a:off x="404081" y="4695649"/>
            <a:ext cx="3659389" cy="1607044"/>
          </a:xfrm>
          <a:prstGeom prst="rect">
            <a:avLst/>
          </a:prstGeom>
        </p:spPr>
        <p:txBody>
          <a:bodyPr anchor="ctr">
            <a:noAutofit/>
          </a:bodyPr>
          <a:lstStyle>
            <a:lvl1pPr marL="0" indent="0">
              <a:lnSpc>
                <a:spcPct val="100000"/>
              </a:lnSpc>
              <a:spcBef>
                <a:spcPts val="0"/>
              </a:spcBef>
              <a:buNone/>
              <a:tabLst/>
              <a:defRPr sz="10503" b="0" i="0" cap="none" spc="-300" baseline="0">
                <a:latin typeface="Roboto Mono Light" pitchFamily="49" charset="0"/>
                <a:ea typeface="Roboto Mono Light" pitchFamily="49" charset="0"/>
              </a:defRPr>
            </a:lvl1pPr>
            <a:lvl2pPr>
              <a:buNone/>
              <a:defRPr/>
            </a:lvl2pPr>
            <a:lvl3pPr>
              <a:buNone/>
              <a:defRPr/>
            </a:lvl3pPr>
            <a:lvl4pPr>
              <a:buNone/>
              <a:defRPr/>
            </a:lvl4pPr>
            <a:lvl5pPr>
              <a:buNone/>
              <a:defRPr/>
            </a:lvl5pPr>
          </a:lstStyle>
          <a:p>
            <a:pPr lvl="0"/>
            <a:r>
              <a:rPr lang="en-US"/>
              <a:t>123</a:t>
            </a:r>
          </a:p>
        </p:txBody>
      </p:sp>
      <p:sp>
        <p:nvSpPr>
          <p:cNvPr id="40" name="Text Placeholder 5">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265283"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8" name="Text Placeholder 4">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383388"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2978999"/>
            <a:ext cx="337069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02078" cy="1440975"/>
          </a:xfrm>
          <a:prstGeom prst="rect">
            <a:avLst/>
          </a:prstGeom>
        </p:spPr>
        <p:txBody>
          <a:bodyPr>
            <a:noAutofit/>
          </a:bodyPr>
          <a:lstStyle>
            <a:lvl1pPr marL="0" indent="0">
              <a:lnSpc>
                <a:spcPct val="100000"/>
              </a:lnSpc>
              <a:spcBef>
                <a:spcPts val="0"/>
              </a:spcBef>
              <a:spcAft>
                <a:spcPts val="1000"/>
              </a:spcAft>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 name="Text Placeholder 11">
            <a:extLst>
              <a:ext uri="{FF2B5EF4-FFF2-40B4-BE49-F238E27FC236}">
                <a16:creationId xmlns:a16="http://schemas.microsoft.com/office/drawing/2014/main" id="{3F66A6DD-E6C4-E9E8-4D1D-7DFB77D1D14E}"/>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ADA2D64B-E8D1-070F-97DF-1B0E0B7B05B1}"/>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111805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Silver-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gradFill flip="none" rotWithShape="1">
            <a:gsLst>
              <a:gs pos="0">
                <a:schemeClr val="bg2">
                  <a:lumMod val="90000"/>
                  <a:alpha val="4000"/>
                </a:schemeClr>
              </a:gs>
              <a:gs pos="34000">
                <a:schemeClr val="tx2">
                  <a:lumMod val="10000"/>
                  <a:lumOff val="90000"/>
                  <a:alpha val="38002"/>
                </a:schemeClr>
              </a:gs>
              <a:gs pos="100000">
                <a:schemeClr val="tx2">
                  <a:lumMod val="25000"/>
                  <a:lumOff val="75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2" y="2819401"/>
            <a:ext cx="3643111" cy="3402013"/>
          </a:xfrm>
          <a:prstGeom prst="snip2SameRect">
            <a:avLst>
              <a:gd name="adj1" fmla="val 2233"/>
              <a:gd name="adj2" fmla="val 2240"/>
            </a:avLst>
          </a:prstGeom>
          <a:gradFill flip="none" rotWithShape="1">
            <a:gsLst>
              <a:gs pos="0">
                <a:schemeClr val="bg2">
                  <a:lumMod val="90000"/>
                  <a:alpha val="4000"/>
                </a:schemeClr>
              </a:gs>
              <a:gs pos="34000">
                <a:schemeClr val="tx2">
                  <a:lumMod val="10000"/>
                  <a:lumOff val="90000"/>
                  <a:alpha val="38002"/>
                </a:schemeClr>
              </a:gs>
              <a:gs pos="100000">
                <a:schemeClr val="tx2">
                  <a:lumMod val="25000"/>
                  <a:lumOff val="75000"/>
                </a:schemeClr>
              </a:gs>
            </a:gsLst>
            <a:lin ang="135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682981" cy="3402013"/>
          </a:xfrm>
          <a:prstGeom prst="snip2SameRect">
            <a:avLst>
              <a:gd name="adj1" fmla="val 2233"/>
              <a:gd name="adj2" fmla="val 2240"/>
            </a:avLst>
          </a:prstGeom>
          <a:gradFill>
            <a:gsLst>
              <a:gs pos="0">
                <a:schemeClr val="bg2">
                  <a:lumMod val="90000"/>
                  <a:alpha val="30551"/>
                </a:schemeClr>
              </a:gs>
              <a:gs pos="34000">
                <a:schemeClr val="tx2">
                  <a:lumMod val="10000"/>
                  <a:lumOff val="90000"/>
                  <a:alpha val="38002"/>
                </a:schemeClr>
              </a:gs>
              <a:gs pos="100000">
                <a:schemeClr val="tx2">
                  <a:lumMod val="25000"/>
                  <a:lumOff val="75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7556" y="5029500"/>
            <a:ext cx="3277055"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21625"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19600"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3400" y="5031233"/>
            <a:ext cx="326797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6196"/>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7556"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2162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3400" y="3077723"/>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0" y="1076098"/>
            <a:ext cx="5640239"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2" name="Text Placeholder 11">
            <a:extLst>
              <a:ext uri="{FF2B5EF4-FFF2-40B4-BE49-F238E27FC236}">
                <a16:creationId xmlns:a16="http://schemas.microsoft.com/office/drawing/2014/main" id="{3B2CA0E5-E601-09BD-D36D-01DBF38373DF}"/>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BB08C755-CD37-0C6B-0863-51A1DD7BA526}"/>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3020302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3-Blue-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22144" y="2819401"/>
            <a:ext cx="3714238"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49" y="2819401"/>
            <a:ext cx="3651725"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899" y="2819401"/>
            <a:ext cx="3682981" cy="3402013"/>
          </a:xfrm>
          <a:prstGeom prst="snip2SameRect">
            <a:avLst>
              <a:gd name="adj1" fmla="val 2233"/>
              <a:gd name="adj2" fmla="val 224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5800" y="5029500"/>
            <a:ext cx="3277055"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33482"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31457"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5327" y="5029500"/>
            <a:ext cx="326797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4463"/>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5800" y="3085453"/>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33482"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5327"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40240" cy="1440975"/>
          </a:xfrm>
          <a:prstGeom prst="rect">
            <a:avLst/>
          </a:prstGeom>
        </p:spPr>
        <p:txBody>
          <a:bodyPr>
            <a:noAutofit/>
          </a:bodyPr>
          <a:lstStyle>
            <a:lvl1pPr marL="0" indent="0">
              <a:lnSpc>
                <a:spcPct val="100000"/>
              </a:lnSpc>
              <a:spcBef>
                <a:spcPts val="0"/>
              </a:spcBef>
              <a:spcAft>
                <a:spcPts val="1000"/>
              </a:spcAft>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FAC653B9-75EC-EF7E-9E25-364828FF1F3C}"/>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ED7A0820-2A21-DD8D-AB5A-0018CE2AEDAB}"/>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0811596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Orange-Column-Icons">
    <p:bg>
      <p:bgRef idx="1001">
        <a:schemeClr val="bg1"/>
      </p:bgRef>
    </p:bg>
    <p:spTree>
      <p:nvGrpSpPr>
        <p:cNvPr id="1" name=""/>
        <p:cNvGrpSpPr/>
        <p:nvPr/>
      </p:nvGrpSpPr>
      <p:grpSpPr>
        <a:xfrm>
          <a:off x="0" y="0"/>
          <a:ext cx="0" cy="0"/>
          <a:chOff x="0" y="0"/>
          <a:chExt cx="0" cy="0"/>
        </a:xfrm>
      </p:grpSpPr>
      <p:sp>
        <p:nvSpPr>
          <p:cNvPr id="35" name="Shape 3">
            <a:extLst>
              <a:ext uri="{FF2B5EF4-FFF2-40B4-BE49-F238E27FC236}">
                <a16:creationId xmlns:a16="http://schemas.microsoft.com/office/drawing/2014/main" id="{D9A87D49-E205-6728-2338-99AEFBE6F99C}"/>
              </a:ext>
            </a:extLst>
          </p:cNvPr>
          <p:cNvSpPr/>
          <p:nvPr userDrawn="1"/>
        </p:nvSpPr>
        <p:spPr>
          <a:xfrm>
            <a:off x="8115716" y="2819401"/>
            <a:ext cx="3733384"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4" name="Shape 2">
            <a:extLst>
              <a:ext uri="{FF2B5EF4-FFF2-40B4-BE49-F238E27FC236}">
                <a16:creationId xmlns:a16="http://schemas.microsoft.com/office/drawing/2014/main" id="{4CFE4FF3-6A2B-C016-72A7-BC3990000B69}"/>
              </a:ext>
            </a:extLst>
          </p:cNvPr>
          <p:cNvSpPr/>
          <p:nvPr userDrawn="1"/>
        </p:nvSpPr>
        <p:spPr>
          <a:xfrm>
            <a:off x="4248103" y="2819401"/>
            <a:ext cx="3632344"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30" name="Shape 1">
            <a:extLst>
              <a:ext uri="{FF2B5EF4-FFF2-40B4-BE49-F238E27FC236}">
                <a16:creationId xmlns:a16="http://schemas.microsoft.com/office/drawing/2014/main" id="{39C35246-F60E-0F5C-0F79-D118CE6BA2BE}"/>
              </a:ext>
            </a:extLst>
          </p:cNvPr>
          <p:cNvSpPr/>
          <p:nvPr userDrawn="1"/>
        </p:nvSpPr>
        <p:spPr>
          <a:xfrm>
            <a:off x="342900" y="2819401"/>
            <a:ext cx="3669932" cy="3402013"/>
          </a:xfrm>
          <a:prstGeom prst="snip2SameRect">
            <a:avLst>
              <a:gd name="adj1" fmla="val 2233"/>
              <a:gd name="adj2" fmla="val 2240"/>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mn-lt"/>
            </a:endParaRPr>
          </a:p>
        </p:txBody>
      </p:sp>
      <p:sp>
        <p:nvSpPr>
          <p:cNvPr id="41" name="Text Placeholder 8">
            <a:extLst>
              <a:ext uri="{FF2B5EF4-FFF2-40B4-BE49-F238E27FC236}">
                <a16:creationId xmlns:a16="http://schemas.microsoft.com/office/drawing/2014/main" id="{535D5AD7-9743-488D-A788-BCE3BC4DE6A7}"/>
              </a:ext>
            </a:extLst>
          </p:cNvPr>
          <p:cNvSpPr>
            <a:spLocks noGrp="1"/>
          </p:cNvSpPr>
          <p:nvPr>
            <p:ph type="body" sz="quarter" idx="38"/>
          </p:nvPr>
        </p:nvSpPr>
        <p:spPr>
          <a:xfrm>
            <a:off x="8307556" y="5029500"/>
            <a:ext cx="3241257"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40" name="Text Placeholder 7">
            <a:extLst>
              <a:ext uri="{FF2B5EF4-FFF2-40B4-BE49-F238E27FC236}">
                <a16:creationId xmlns:a16="http://schemas.microsoft.com/office/drawing/2014/main" id="{B647439C-FA7C-1CB2-321B-4920040DBF41}"/>
              </a:ext>
            </a:extLst>
          </p:cNvPr>
          <p:cNvSpPr>
            <a:spLocks noGrp="1"/>
          </p:cNvSpPr>
          <p:nvPr>
            <p:ph type="body" sz="quarter" idx="37" hasCustomPrompt="1"/>
          </p:nvPr>
        </p:nvSpPr>
        <p:spPr>
          <a:xfrm>
            <a:off x="8305800" y="4454463"/>
            <a:ext cx="3278811"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9" name="Text Placeholder 6">
            <a:extLst>
              <a:ext uri="{FF2B5EF4-FFF2-40B4-BE49-F238E27FC236}">
                <a16:creationId xmlns:a16="http://schemas.microsoft.com/office/drawing/2014/main" id="{90377CEE-15CD-D0B7-E1E7-F36CDBB48343}"/>
              </a:ext>
            </a:extLst>
          </p:cNvPr>
          <p:cNvSpPr>
            <a:spLocks noGrp="1"/>
          </p:cNvSpPr>
          <p:nvPr>
            <p:ph type="body" sz="quarter" idx="36"/>
          </p:nvPr>
        </p:nvSpPr>
        <p:spPr>
          <a:xfrm>
            <a:off x="4421626" y="5029500"/>
            <a:ext cx="3262718"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8" name="Text Placeholder 5">
            <a:extLst>
              <a:ext uri="{FF2B5EF4-FFF2-40B4-BE49-F238E27FC236}">
                <a16:creationId xmlns:a16="http://schemas.microsoft.com/office/drawing/2014/main" id="{68248508-CE40-5977-D0D6-A77EC7E72F57}"/>
              </a:ext>
            </a:extLst>
          </p:cNvPr>
          <p:cNvSpPr>
            <a:spLocks noGrp="1"/>
          </p:cNvSpPr>
          <p:nvPr>
            <p:ph type="body" sz="quarter" idx="35" hasCustomPrompt="1"/>
          </p:nvPr>
        </p:nvSpPr>
        <p:spPr>
          <a:xfrm>
            <a:off x="4419600" y="4454463"/>
            <a:ext cx="3264743"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a:t>Click to Edit sub-heading</a:t>
            </a:r>
          </a:p>
        </p:txBody>
      </p:sp>
      <p:sp>
        <p:nvSpPr>
          <p:cNvPr id="37" name="Text Placeholder 4">
            <a:extLst>
              <a:ext uri="{FF2B5EF4-FFF2-40B4-BE49-F238E27FC236}">
                <a16:creationId xmlns:a16="http://schemas.microsoft.com/office/drawing/2014/main" id="{8EF86A55-0DE0-2765-8A4B-4DE82F674A87}"/>
              </a:ext>
            </a:extLst>
          </p:cNvPr>
          <p:cNvSpPr>
            <a:spLocks noGrp="1"/>
          </p:cNvSpPr>
          <p:nvPr>
            <p:ph type="body" sz="quarter" idx="23"/>
          </p:nvPr>
        </p:nvSpPr>
        <p:spPr>
          <a:xfrm>
            <a:off x="535326" y="5029500"/>
            <a:ext cx="3267979" cy="1092521"/>
          </a:xfrm>
          <a:prstGeom prst="rect">
            <a:avLst/>
          </a:prstGeom>
        </p:spPr>
        <p:txBody>
          <a:bodyPr>
            <a:noAutofit/>
          </a:bodyPr>
          <a:lstStyle>
            <a:lvl1pPr marL="0" indent="0">
              <a:lnSpc>
                <a:spcPct val="100000"/>
              </a:lnSpc>
              <a:spcBef>
                <a:spcPts val="0"/>
              </a:spcBef>
              <a:buNone/>
              <a:tabLst/>
              <a:defRPr sz="12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36" name="Text Placeholder 3">
            <a:extLst>
              <a:ext uri="{FF2B5EF4-FFF2-40B4-BE49-F238E27FC236}">
                <a16:creationId xmlns:a16="http://schemas.microsoft.com/office/drawing/2014/main" id="{B2CBE2F2-21B7-0D95-BA07-B3453E19971C}"/>
              </a:ext>
            </a:extLst>
          </p:cNvPr>
          <p:cNvSpPr>
            <a:spLocks noGrp="1"/>
          </p:cNvSpPr>
          <p:nvPr>
            <p:ph type="body" sz="quarter" idx="20" hasCustomPrompt="1"/>
          </p:nvPr>
        </p:nvSpPr>
        <p:spPr>
          <a:xfrm>
            <a:off x="533400" y="4454463"/>
            <a:ext cx="3269905" cy="344487"/>
          </a:xfrm>
          <a:prstGeom prst="rect">
            <a:avLst/>
          </a:prstGeom>
        </p:spPr>
        <p:txBody>
          <a:bodyPr>
            <a:noAutofit/>
          </a:bodyPr>
          <a:lstStyle>
            <a:lvl1pPr marL="12704" indent="-12704">
              <a:spcBef>
                <a:spcPts val="0"/>
              </a:spcBef>
              <a:buNone/>
              <a:tabLst/>
              <a:defRPr sz="1600" b="1" i="0" cap="all" baseline="0">
                <a:latin typeface="+mn-lt"/>
              </a:defRPr>
            </a:lvl1pPr>
            <a:lvl2pPr>
              <a:buNone/>
              <a:defRPr/>
            </a:lvl2pPr>
            <a:lvl3pPr>
              <a:buNone/>
              <a:defRPr/>
            </a:lvl3pPr>
            <a:lvl4pPr>
              <a:buNone/>
              <a:defRPr/>
            </a:lvl4pPr>
            <a:lvl5pPr>
              <a:buNone/>
              <a:defRPr/>
            </a:lvl5pPr>
          </a:lstStyle>
          <a:p>
            <a:pPr lvl="0"/>
            <a:r>
              <a:rPr lang="en-US" dirty="0"/>
              <a:t>Click to Edit sub-heading</a:t>
            </a:r>
          </a:p>
        </p:txBody>
      </p:sp>
      <p:sp>
        <p:nvSpPr>
          <p:cNvPr id="44" name="Content Placeholder 3">
            <a:extLst>
              <a:ext uri="{FF2B5EF4-FFF2-40B4-BE49-F238E27FC236}">
                <a16:creationId xmlns:a16="http://schemas.microsoft.com/office/drawing/2014/main" id="{67607322-705B-F749-A60F-0F9E50CC81E9}"/>
              </a:ext>
            </a:extLst>
          </p:cNvPr>
          <p:cNvSpPr>
            <a:spLocks noGrp="1"/>
          </p:cNvSpPr>
          <p:nvPr>
            <p:ph sz="quarter" idx="40"/>
          </p:nvPr>
        </p:nvSpPr>
        <p:spPr>
          <a:xfrm>
            <a:off x="830755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3" name="Content Placeholder 2">
            <a:extLst>
              <a:ext uri="{FF2B5EF4-FFF2-40B4-BE49-F238E27FC236}">
                <a16:creationId xmlns:a16="http://schemas.microsoft.com/office/drawing/2014/main" id="{11F00564-6CD9-E4D5-E512-F34FA90DC988}"/>
              </a:ext>
            </a:extLst>
          </p:cNvPr>
          <p:cNvSpPr>
            <a:spLocks noGrp="1"/>
          </p:cNvSpPr>
          <p:nvPr>
            <p:ph sz="quarter" idx="39"/>
          </p:nvPr>
        </p:nvSpPr>
        <p:spPr>
          <a:xfrm>
            <a:off x="4421625"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42" name="Content Placeholder 1">
            <a:extLst>
              <a:ext uri="{FF2B5EF4-FFF2-40B4-BE49-F238E27FC236}">
                <a16:creationId xmlns:a16="http://schemas.microsoft.com/office/drawing/2014/main" id="{52A37E90-8071-A20F-FF02-180541D16A72}"/>
              </a:ext>
            </a:extLst>
          </p:cNvPr>
          <p:cNvSpPr>
            <a:spLocks noGrp="1"/>
          </p:cNvSpPr>
          <p:nvPr>
            <p:ph sz="quarter" idx="29"/>
          </p:nvPr>
        </p:nvSpPr>
        <p:spPr>
          <a:xfrm>
            <a:off x="535326" y="3075990"/>
            <a:ext cx="500192" cy="500063"/>
          </a:xfrm>
          <a:prstGeom prst="rect">
            <a:avLst/>
          </a:prstGeom>
          <a:noFill/>
        </p:spPr>
        <p:txBody>
          <a:bodyPr/>
          <a:lstStyle>
            <a:lvl1pPr>
              <a:buNone/>
              <a:defRPr sz="200" b="0" i="0">
                <a:solidFill>
                  <a:schemeClr val="tx2">
                    <a:lumMod val="10000"/>
                    <a:lumOff val="90000"/>
                  </a:schemeClr>
                </a:solidFill>
                <a:latin typeface="+mn-lt"/>
              </a:defRPr>
            </a:lvl1pPr>
          </a:lstStyle>
          <a:p>
            <a:pPr lvl="0"/>
            <a:r>
              <a:rPr lang="en-US"/>
              <a:t>Click to edit Master text styles</a:t>
            </a:r>
          </a:p>
        </p:txBody>
      </p:sp>
      <p:sp>
        <p:nvSpPr>
          <p:cNvPr id="32" name="Text Placeholder 2">
            <a:extLst>
              <a:ext uri="{FF2B5EF4-FFF2-40B4-BE49-F238E27FC236}">
                <a16:creationId xmlns:a16="http://schemas.microsoft.com/office/drawing/2014/main" id="{5C516B0A-2B90-748B-4A46-04A020159794}"/>
              </a:ext>
            </a:extLst>
          </p:cNvPr>
          <p:cNvSpPr>
            <a:spLocks noGrp="1"/>
          </p:cNvSpPr>
          <p:nvPr>
            <p:ph type="body" sz="quarter" idx="25"/>
          </p:nvPr>
        </p:nvSpPr>
        <p:spPr>
          <a:xfrm>
            <a:off x="6208861" y="1076098"/>
            <a:ext cx="5602078"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4" name="Title 1">
            <a:extLst>
              <a:ext uri="{FF2B5EF4-FFF2-40B4-BE49-F238E27FC236}">
                <a16:creationId xmlns:a16="http://schemas.microsoft.com/office/drawing/2014/main" id="{3306BF58-239D-6E56-6BEC-C871BF78A973}"/>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a:t>CLICK TO EDIT MASTER TITLE STYLE</a:t>
            </a:r>
          </a:p>
        </p:txBody>
      </p:sp>
      <p:sp>
        <p:nvSpPr>
          <p:cNvPr id="2" name="Text Placeholder 11">
            <a:extLst>
              <a:ext uri="{FF2B5EF4-FFF2-40B4-BE49-F238E27FC236}">
                <a16:creationId xmlns:a16="http://schemas.microsoft.com/office/drawing/2014/main" id="{391F0DF5-8C1D-6E19-3E9B-9FE94083161F}"/>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DEECC947-FD8C-339F-3E12-16AA2BC0C6E1}"/>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5" name="Straight Connector 4">
            <a:extLst>
              <a:ext uri="{FF2B5EF4-FFF2-40B4-BE49-F238E27FC236}">
                <a16:creationId xmlns:a16="http://schemas.microsoft.com/office/drawing/2014/main" id="{B1D8E246-0F26-3731-EEFC-2AED3C64C616}"/>
              </a:ext>
            </a:extLst>
          </p:cNvPr>
          <p:cNvCxnSpPr>
            <a:cxnSpLocks/>
          </p:cNvCxnSpPr>
          <p:nvPr userDrawn="1"/>
        </p:nvCxnSpPr>
        <p:spPr>
          <a:xfrm>
            <a:off x="4953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388980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Table">
    <p:spTree>
      <p:nvGrpSpPr>
        <p:cNvPr id="1" name=""/>
        <p:cNvGrpSpPr/>
        <p:nvPr/>
      </p:nvGrpSpPr>
      <p:grpSpPr>
        <a:xfrm>
          <a:off x="0" y="0"/>
          <a:ext cx="0" cy="0"/>
          <a:chOff x="0" y="0"/>
          <a:chExt cx="0" cy="0"/>
        </a:xfrm>
      </p:grpSpPr>
      <p:sp>
        <p:nvSpPr>
          <p:cNvPr id="8" name="Table Placeholder 7">
            <a:extLst>
              <a:ext uri="{FF2B5EF4-FFF2-40B4-BE49-F238E27FC236}">
                <a16:creationId xmlns:a16="http://schemas.microsoft.com/office/drawing/2014/main" id="{2E8451B3-DB59-8EB7-690F-5BDD6A34688B}"/>
              </a:ext>
            </a:extLst>
          </p:cNvPr>
          <p:cNvSpPr>
            <a:spLocks noGrp="1"/>
          </p:cNvSpPr>
          <p:nvPr>
            <p:ph type="tbl" sz="quarter" idx="35"/>
          </p:nvPr>
        </p:nvSpPr>
        <p:spPr>
          <a:xfrm>
            <a:off x="342900" y="2232026"/>
            <a:ext cx="11419728" cy="3986287"/>
          </a:xfrm>
          <a:prstGeom prst="rect">
            <a:avLst/>
          </a:prstGeom>
        </p:spPr>
        <p:txBody>
          <a:bodyPr>
            <a:noAutofit/>
          </a:bodyPr>
          <a:lstStyle>
            <a:lvl1pPr marL="7940" indent="-7940">
              <a:buNone/>
              <a:tabLst/>
              <a:defRPr sz="1400" b="0" i="0">
                <a:latin typeface="+mn-lt"/>
              </a:defRPr>
            </a:lvl1pPr>
          </a:lstStyle>
          <a:p>
            <a:r>
              <a:rPr lang="en-US"/>
              <a:t>Click icon to add table</a:t>
            </a:r>
            <a:endParaRPr lang="en-US" dirty="0"/>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1D8FC7B1-E01F-D112-8A52-0F7F0D156105}"/>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A5FDF653-8226-B6C7-9E2F-F262E0C4619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7527866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HorizontalChart">
    <p:spTree>
      <p:nvGrpSpPr>
        <p:cNvPr id="1" name=""/>
        <p:cNvGrpSpPr/>
        <p:nvPr/>
      </p:nvGrpSpPr>
      <p:grpSpPr>
        <a:xfrm>
          <a:off x="0" y="0"/>
          <a:ext cx="0" cy="0"/>
          <a:chOff x="0" y="0"/>
          <a:chExt cx="0" cy="0"/>
        </a:xfrm>
      </p:grpSpPr>
      <p:sp>
        <p:nvSpPr>
          <p:cNvPr id="9" name="Chart Placeholder 8">
            <a:extLst>
              <a:ext uri="{FF2B5EF4-FFF2-40B4-BE49-F238E27FC236}">
                <a16:creationId xmlns:a16="http://schemas.microsoft.com/office/drawing/2014/main" id="{59FD0779-A6DC-79CC-2750-DCF6CA241448}"/>
              </a:ext>
            </a:extLst>
          </p:cNvPr>
          <p:cNvSpPr>
            <a:spLocks noGrp="1"/>
          </p:cNvSpPr>
          <p:nvPr>
            <p:ph type="chart" sz="quarter" idx="35"/>
          </p:nvPr>
        </p:nvSpPr>
        <p:spPr>
          <a:xfrm>
            <a:off x="342900" y="2851150"/>
            <a:ext cx="11429941" cy="3379788"/>
          </a:xfrm>
          <a:prstGeom prst="rect">
            <a:avLst/>
          </a:prstGeom>
        </p:spPr>
        <p:txBody>
          <a:bodyPr>
            <a:noAutofit/>
          </a:bodyPr>
          <a:lstStyle>
            <a:lvl1pPr>
              <a:buNone/>
              <a:defRPr sz="1400" b="0" i="0">
                <a:latin typeface="+mn-lt"/>
              </a:defRPr>
            </a:lvl1pPr>
          </a:lstStyle>
          <a:p>
            <a:r>
              <a:rPr lang="en-US"/>
              <a:t>Click icon to add chart</a:t>
            </a:r>
          </a:p>
        </p:txBody>
      </p:sp>
      <p:sp>
        <p:nvSpPr>
          <p:cNvPr id="7" name="Text Placeholder 2">
            <a:extLst>
              <a:ext uri="{FF2B5EF4-FFF2-40B4-BE49-F238E27FC236}">
                <a16:creationId xmlns:a16="http://schemas.microsoft.com/office/drawing/2014/main" id="{24B2D13F-1565-5AF2-D305-1A9B403FDC9C}"/>
              </a:ext>
            </a:extLst>
          </p:cNvPr>
          <p:cNvSpPr>
            <a:spLocks noGrp="1"/>
          </p:cNvSpPr>
          <p:nvPr>
            <p:ph type="body" sz="quarter" idx="25"/>
          </p:nvPr>
        </p:nvSpPr>
        <p:spPr>
          <a:xfrm>
            <a:off x="6197600" y="1076098"/>
            <a:ext cx="5651501" cy="1440975"/>
          </a:xfrm>
          <a:prstGeom prst="rect">
            <a:avLst/>
          </a:prstGeom>
        </p:spPr>
        <p:txBody>
          <a:bodyPr>
            <a:noAutofit/>
          </a:bodyPr>
          <a:lstStyle>
            <a:lvl1pPr marL="0" indent="0">
              <a:lnSpc>
                <a:spcPct val="100000"/>
              </a:lnSpc>
              <a:spcBef>
                <a:spcPts val="0"/>
              </a:spcBef>
              <a:buNone/>
              <a:tabLst/>
              <a:defRPr sz="1400" b="0" i="0" cap="none" baseline="0">
                <a:latin typeface="+mn-lt"/>
              </a:defRPr>
            </a:lvl1pPr>
            <a:lvl2pPr>
              <a:buNone/>
              <a:defRPr/>
            </a:lvl2pPr>
            <a:lvl3pPr>
              <a:buNone/>
              <a:defRPr/>
            </a:lvl3pPr>
            <a:lvl4pPr>
              <a:buNone/>
              <a:defRPr/>
            </a:lvl4pPr>
            <a:lvl5pPr>
              <a:buNone/>
              <a:defRPr/>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8328F56B-BA0C-D18D-FF20-775A3DFA7126}"/>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4" name="Slide Number Placeholder 9">
            <a:extLst>
              <a:ext uri="{FF2B5EF4-FFF2-40B4-BE49-F238E27FC236}">
                <a16:creationId xmlns:a16="http://schemas.microsoft.com/office/drawing/2014/main" id="{E1757262-6282-0DA1-8B34-A01C382FCC05}"/>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88179470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VerticalChar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40BFF-79AA-3D53-12EC-2CEB7A02A90F}"/>
              </a:ext>
            </a:extLst>
          </p:cNvPr>
          <p:cNvSpPr/>
          <p:nvPr userDrawn="1"/>
        </p:nvSpPr>
        <p:spPr>
          <a:xfrm>
            <a:off x="6008072" y="-1339"/>
            <a:ext cx="6183928" cy="6858000"/>
          </a:xfrm>
          <a:prstGeom prst="rect">
            <a:avLst/>
          </a:prstGeom>
          <a:solidFill>
            <a:schemeClr val="tx2">
              <a:lumMod val="10000"/>
              <a:lumOff val="9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1" b="0" i="0">
              <a:latin typeface="Replica LL TT" panose="020B0504010101010104" pitchFamily="34" charset="77"/>
            </a:endParaRPr>
          </a:p>
        </p:txBody>
      </p:sp>
      <p:sp>
        <p:nvSpPr>
          <p:cNvPr id="10" name="Chart Placeholder 9">
            <a:extLst>
              <a:ext uri="{FF2B5EF4-FFF2-40B4-BE49-F238E27FC236}">
                <a16:creationId xmlns:a16="http://schemas.microsoft.com/office/drawing/2014/main" id="{A3668396-EEC7-F5C9-5CC9-FD460A1C9E5F}"/>
              </a:ext>
            </a:extLst>
          </p:cNvPr>
          <p:cNvSpPr>
            <a:spLocks noGrp="1"/>
          </p:cNvSpPr>
          <p:nvPr>
            <p:ph type="chart" sz="quarter" idx="35"/>
          </p:nvPr>
        </p:nvSpPr>
        <p:spPr>
          <a:xfrm>
            <a:off x="6208860" y="1082675"/>
            <a:ext cx="5602039" cy="5216525"/>
          </a:xfrm>
          <a:prstGeom prst="rect">
            <a:avLst/>
          </a:prstGeom>
        </p:spPr>
        <p:txBody>
          <a:bodyPr>
            <a:noAutofit/>
          </a:bodyPr>
          <a:lstStyle>
            <a:lvl1pPr>
              <a:buNone/>
              <a:defRPr sz="1400" b="0" i="0">
                <a:latin typeface="+mn-lt"/>
              </a:defRPr>
            </a:lvl1pPr>
          </a:lstStyle>
          <a:p>
            <a:r>
              <a:rPr lang="en-US"/>
              <a:t>Click icon to add chart</a:t>
            </a:r>
            <a:endParaRPr lang="en-US" dirty="0"/>
          </a:p>
        </p:txBody>
      </p:sp>
      <p:sp>
        <p:nvSpPr>
          <p:cNvPr id="4" name="Text Placeholder 2">
            <a:extLst>
              <a:ext uri="{FF2B5EF4-FFF2-40B4-BE49-F238E27FC236}">
                <a16:creationId xmlns:a16="http://schemas.microsoft.com/office/drawing/2014/main" id="{5DF1E2C6-5A96-66EA-963D-0551C2000438}"/>
              </a:ext>
            </a:extLst>
          </p:cNvPr>
          <p:cNvSpPr>
            <a:spLocks noGrp="1"/>
          </p:cNvSpPr>
          <p:nvPr>
            <p:ph sz="quarter" idx="16"/>
          </p:nvPr>
        </p:nvSpPr>
        <p:spPr>
          <a:xfrm>
            <a:off x="342900" y="2844800"/>
            <a:ext cx="4847145" cy="3179763"/>
          </a:xfrm>
          <a:prstGeom prst="rect">
            <a:avLst/>
          </a:prstGeom>
        </p:spPr>
        <p:txBody>
          <a:bodyPr>
            <a:noAutofit/>
          </a:bodyPr>
          <a:lstStyle>
            <a:lvl1pPr marL="0" indent="0">
              <a:lnSpc>
                <a:spcPct val="100000"/>
              </a:lnSpc>
              <a:spcBef>
                <a:spcPts val="0"/>
              </a:spcBef>
              <a:spcAft>
                <a:spcPts val="1000"/>
              </a:spcAft>
              <a:buNone/>
              <a:tabLst/>
              <a:defRPr sz="1400" b="0" i="0">
                <a:latin typeface="+mn-lt"/>
              </a:defRPr>
            </a:lvl1pPr>
            <a:lvl2pPr marL="0" indent="0">
              <a:buNone/>
              <a:tabLst/>
              <a:defRPr sz="1400"/>
            </a:lvl2pPr>
            <a:lvl3pPr marL="0" indent="0">
              <a:buNone/>
              <a:tabLst/>
              <a:defRPr sz="1400"/>
            </a:lvl3pPr>
            <a:lvl4pPr marL="0" indent="0">
              <a:buNone/>
              <a:tabLst/>
              <a:defRPr sz="1400"/>
            </a:lvl4pPr>
            <a:lvl5pPr marL="0" indent="0">
              <a:buNone/>
              <a:tabLst/>
              <a:defRPr sz="1400"/>
            </a:lvl5pPr>
          </a:lstStyle>
          <a:p>
            <a:pPr lvl="0"/>
            <a:r>
              <a:rPr lang="en-US"/>
              <a:t>Click to edit Master text styles</a:t>
            </a:r>
          </a:p>
        </p:txBody>
      </p:sp>
      <p:sp>
        <p:nvSpPr>
          <p:cNvPr id="2" name="Title 1"/>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
        <p:nvSpPr>
          <p:cNvPr id="3" name="Text Placeholder 11">
            <a:extLst>
              <a:ext uri="{FF2B5EF4-FFF2-40B4-BE49-F238E27FC236}">
                <a16:creationId xmlns:a16="http://schemas.microsoft.com/office/drawing/2014/main" id="{AC083D7F-6396-2227-3FD9-F162E7EAB034}"/>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2436ECD3-EDEF-8A25-B1E0-B23F68A4A48F}"/>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9" name="Straight Connector 8">
            <a:extLst>
              <a:ext uri="{FF2B5EF4-FFF2-40B4-BE49-F238E27FC236}">
                <a16:creationId xmlns:a16="http://schemas.microsoft.com/office/drawing/2014/main" id="{06706E76-55F7-AECE-E4D7-2FEE5E34DB68}"/>
              </a:ext>
            </a:extLst>
          </p:cNvPr>
          <p:cNvCxnSpPr>
            <a:cxnSpLocks/>
          </p:cNvCxnSpPr>
          <p:nvPr userDrawn="1"/>
        </p:nvCxnSpPr>
        <p:spPr>
          <a:xfrm>
            <a:off x="3429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041911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Small-Icons">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11D84B5-B3C1-D5BE-7934-3AAB4223ECED}"/>
              </a:ext>
            </a:extLst>
          </p:cNvPr>
          <p:cNvGrpSpPr/>
          <p:nvPr userDrawn="1"/>
        </p:nvGrpSpPr>
        <p:grpSpPr>
          <a:xfrm>
            <a:off x="3015667" y="1889288"/>
            <a:ext cx="287809" cy="287734"/>
            <a:chOff x="2630834" y="2193547"/>
            <a:chExt cx="287734" cy="287734"/>
          </a:xfrm>
        </p:grpSpPr>
        <p:sp>
          <p:nvSpPr>
            <p:cNvPr id="12" name="Freeform 11">
              <a:extLst>
                <a:ext uri="{FF2B5EF4-FFF2-40B4-BE49-F238E27FC236}">
                  <a16:creationId xmlns:a16="http://schemas.microsoft.com/office/drawing/2014/main" id="{AF0FBF25-587C-3F74-DE3A-B1E0F67CFA92}"/>
                </a:ext>
              </a:extLst>
            </p:cNvPr>
            <p:cNvSpPr/>
            <p:nvPr/>
          </p:nvSpPr>
          <p:spPr>
            <a:xfrm>
              <a:off x="2630834" y="2193547"/>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86" name="Freeform 185">
              <a:extLst>
                <a:ext uri="{FF2B5EF4-FFF2-40B4-BE49-F238E27FC236}">
                  <a16:creationId xmlns:a16="http://schemas.microsoft.com/office/drawing/2014/main" id="{D6E8B0FF-3C10-7DEA-2F57-0E63B986A26F}"/>
                </a:ext>
              </a:extLst>
            </p:cNvPr>
            <p:cNvSpPr/>
            <p:nvPr/>
          </p:nvSpPr>
          <p:spPr>
            <a:xfrm>
              <a:off x="2694775" y="2257488"/>
              <a:ext cx="159852" cy="159852"/>
            </a:xfrm>
            <a:custGeom>
              <a:avLst/>
              <a:gdLst>
                <a:gd name="csX0" fmla="*/ 138539 w 159852"/>
                <a:gd name="csY0" fmla="*/ 21314 h 159852"/>
                <a:gd name="csX1" fmla="*/ 21314 w 159852"/>
                <a:gd name="csY1" fmla="*/ 21314 h 159852"/>
                <a:gd name="csX2" fmla="*/ 21314 w 159852"/>
                <a:gd name="csY2" fmla="*/ 138539 h 159852"/>
                <a:gd name="csX3" fmla="*/ 138539 w 159852"/>
                <a:gd name="csY3" fmla="*/ 138539 h 159852"/>
                <a:gd name="csX4" fmla="*/ 138539 w 159852"/>
                <a:gd name="csY4" fmla="*/ 21314 h 159852"/>
                <a:gd name="csX5" fmla="*/ 159852 w 159852"/>
                <a:gd name="csY5" fmla="*/ 138539 h 159852"/>
                <a:gd name="csX6" fmla="*/ 138539 w 159852"/>
                <a:gd name="csY6" fmla="*/ 159852 h 159852"/>
                <a:gd name="csX7" fmla="*/ 21314 w 159852"/>
                <a:gd name="csY7" fmla="*/ 159852 h 159852"/>
                <a:gd name="csX8" fmla="*/ 0 w 159852"/>
                <a:gd name="csY8" fmla="*/ 138539 h 159852"/>
                <a:gd name="csX9" fmla="*/ 0 w 159852"/>
                <a:gd name="csY9" fmla="*/ 21314 h 159852"/>
                <a:gd name="csX10" fmla="*/ 21314 w 159852"/>
                <a:gd name="csY10" fmla="*/ 0 h 159852"/>
                <a:gd name="csX11" fmla="*/ 138539 w 159852"/>
                <a:gd name="csY11" fmla="*/ 0 h 159852"/>
                <a:gd name="csX12" fmla="*/ 159852 w 159852"/>
                <a:gd name="csY12" fmla="*/ 21314 h 159852"/>
                <a:gd name="csX13" fmla="*/ 159852 w 159852"/>
                <a:gd name="csY13" fmla="*/ 138539 h 1598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9852" h="159852">
                  <a:moveTo>
                    <a:pt x="138539" y="21314"/>
                  </a:moveTo>
                  <a:lnTo>
                    <a:pt x="21314" y="21314"/>
                  </a:lnTo>
                  <a:lnTo>
                    <a:pt x="21314" y="138539"/>
                  </a:lnTo>
                  <a:lnTo>
                    <a:pt x="138539" y="138539"/>
                  </a:lnTo>
                  <a:lnTo>
                    <a:pt x="138539" y="21314"/>
                  </a:lnTo>
                  <a:close/>
                  <a:moveTo>
                    <a:pt x="159852" y="138539"/>
                  </a:moveTo>
                  <a:lnTo>
                    <a:pt x="138539" y="159852"/>
                  </a:lnTo>
                  <a:lnTo>
                    <a:pt x="21314" y="159852"/>
                  </a:lnTo>
                  <a:lnTo>
                    <a:pt x="0" y="138539"/>
                  </a:lnTo>
                  <a:lnTo>
                    <a:pt x="0" y="21314"/>
                  </a:lnTo>
                  <a:lnTo>
                    <a:pt x="21314" y="0"/>
                  </a:lnTo>
                  <a:lnTo>
                    <a:pt x="138539" y="0"/>
                  </a:lnTo>
                  <a:lnTo>
                    <a:pt x="159852" y="21314"/>
                  </a:lnTo>
                  <a:lnTo>
                    <a:pt x="159852"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87" name="Freeform 186">
              <a:extLst>
                <a:ext uri="{FF2B5EF4-FFF2-40B4-BE49-F238E27FC236}">
                  <a16:creationId xmlns:a16="http://schemas.microsoft.com/office/drawing/2014/main" id="{D601B356-B5CD-1528-0901-F43D3A71F32A}"/>
                </a:ext>
              </a:extLst>
            </p:cNvPr>
            <p:cNvSpPr/>
            <p:nvPr/>
          </p:nvSpPr>
          <p:spPr>
            <a:xfrm>
              <a:off x="2764044" y="2326758"/>
              <a:ext cx="21313" cy="21313"/>
            </a:xfrm>
            <a:custGeom>
              <a:avLst/>
              <a:gdLst>
                <a:gd name="csX0" fmla="*/ 0 w 21313"/>
                <a:gd name="csY0" fmla="*/ 0 h 21313"/>
                <a:gd name="csX1" fmla="*/ 21314 w 21313"/>
                <a:gd name="csY1" fmla="*/ 0 h 21313"/>
                <a:gd name="csX2" fmla="*/ 21314 w 21313"/>
                <a:gd name="csY2" fmla="*/ 21314 h 21313"/>
                <a:gd name="csX3" fmla="*/ 0 w 21313"/>
                <a:gd name="csY3" fmla="*/ 21314 h 21313"/>
                <a:gd name="csX4" fmla="*/ 0 w 21313"/>
                <a:gd name="csY4" fmla="*/ 0 h 21313"/>
              </a:gdLst>
              <a:ahLst/>
              <a:cxnLst>
                <a:cxn ang="0">
                  <a:pos x="csX0" y="csY0"/>
                </a:cxn>
                <a:cxn ang="0">
                  <a:pos x="csX1" y="csY1"/>
                </a:cxn>
                <a:cxn ang="0">
                  <a:pos x="csX2" y="csY2"/>
                </a:cxn>
                <a:cxn ang="0">
                  <a:pos x="csX3" y="csY3"/>
                </a:cxn>
                <a:cxn ang="0">
                  <a:pos x="csX4" y="csY4"/>
                </a:cxn>
              </a:cxnLst>
              <a:rect l="l" t="t" r="r" b="b"/>
              <a:pathLst>
                <a:path w="21313" h="21313">
                  <a:moveTo>
                    <a:pt x="0" y="0"/>
                  </a:moveTo>
                  <a:lnTo>
                    <a:pt x="21314" y="0"/>
                  </a:lnTo>
                  <a:lnTo>
                    <a:pt x="21314" y="21314"/>
                  </a:lnTo>
                  <a:lnTo>
                    <a:pt x="0" y="21314"/>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88" name="Group 187">
            <a:extLst>
              <a:ext uri="{FF2B5EF4-FFF2-40B4-BE49-F238E27FC236}">
                <a16:creationId xmlns:a16="http://schemas.microsoft.com/office/drawing/2014/main" id="{675D939A-2388-3380-66A6-4197D69C51A8}"/>
              </a:ext>
            </a:extLst>
          </p:cNvPr>
          <p:cNvGrpSpPr/>
          <p:nvPr userDrawn="1"/>
        </p:nvGrpSpPr>
        <p:grpSpPr>
          <a:xfrm>
            <a:off x="712924" y="2848403"/>
            <a:ext cx="287809" cy="287734"/>
            <a:chOff x="584722" y="3152662"/>
            <a:chExt cx="287734" cy="287734"/>
          </a:xfrm>
        </p:grpSpPr>
        <p:sp>
          <p:nvSpPr>
            <p:cNvPr id="192" name="Freeform 191">
              <a:extLst>
                <a:ext uri="{FF2B5EF4-FFF2-40B4-BE49-F238E27FC236}">
                  <a16:creationId xmlns:a16="http://schemas.microsoft.com/office/drawing/2014/main" id="{2DE9C12B-D76E-2D7D-6524-BFFE743EB485}"/>
                </a:ext>
              </a:extLst>
            </p:cNvPr>
            <p:cNvSpPr/>
            <p:nvPr/>
          </p:nvSpPr>
          <p:spPr>
            <a:xfrm>
              <a:off x="584722" y="3227260"/>
              <a:ext cx="106568" cy="213136"/>
            </a:xfrm>
            <a:custGeom>
              <a:avLst/>
              <a:gdLst>
                <a:gd name="csX0" fmla="*/ 85255 w 106568"/>
                <a:gd name="csY0" fmla="*/ 21314 h 213136"/>
                <a:gd name="csX1" fmla="*/ 21314 w 106568"/>
                <a:gd name="csY1" fmla="*/ 21314 h 213136"/>
                <a:gd name="csX2" fmla="*/ 21314 w 106568"/>
                <a:gd name="csY2" fmla="*/ 191823 h 213136"/>
                <a:gd name="csX3" fmla="*/ 85255 w 106568"/>
                <a:gd name="csY3" fmla="*/ 191823 h 213136"/>
                <a:gd name="csX4" fmla="*/ 85255 w 106568"/>
                <a:gd name="csY4" fmla="*/ 21314 h 213136"/>
                <a:gd name="csX5" fmla="*/ 106568 w 106568"/>
                <a:gd name="csY5" fmla="*/ 213137 h 213136"/>
                <a:gd name="csX6" fmla="*/ 0 w 106568"/>
                <a:gd name="csY6" fmla="*/ 213137 h 213136"/>
                <a:gd name="csX7" fmla="*/ 0 w 106568"/>
                <a:gd name="csY7" fmla="*/ 21314 h 213136"/>
                <a:gd name="csX8" fmla="*/ 21314 w 106568"/>
                <a:gd name="csY8" fmla="*/ 0 h 213136"/>
                <a:gd name="csX9" fmla="*/ 106568 w 106568"/>
                <a:gd name="csY9" fmla="*/ 0 h 213136"/>
                <a:gd name="csX10" fmla="*/ 106568 w 106568"/>
                <a:gd name="csY10" fmla="*/ 213137 h 2131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6568" h="213136">
                  <a:moveTo>
                    <a:pt x="85255" y="21314"/>
                  </a:moveTo>
                  <a:lnTo>
                    <a:pt x="21314" y="21314"/>
                  </a:lnTo>
                  <a:lnTo>
                    <a:pt x="21314" y="191823"/>
                  </a:lnTo>
                  <a:lnTo>
                    <a:pt x="85255" y="191823"/>
                  </a:lnTo>
                  <a:lnTo>
                    <a:pt x="85255" y="21314"/>
                  </a:lnTo>
                  <a:close/>
                  <a:moveTo>
                    <a:pt x="106568" y="213137"/>
                  </a:moveTo>
                  <a:lnTo>
                    <a:pt x="0" y="213137"/>
                  </a:lnTo>
                  <a:lnTo>
                    <a:pt x="0" y="21314"/>
                  </a:lnTo>
                  <a:lnTo>
                    <a:pt x="21314" y="0"/>
                  </a:lnTo>
                  <a:lnTo>
                    <a:pt x="106568" y="0"/>
                  </a:lnTo>
                  <a:lnTo>
                    <a:pt x="106568" y="21313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3" name="Freeform 192">
              <a:extLst>
                <a:ext uri="{FF2B5EF4-FFF2-40B4-BE49-F238E27FC236}">
                  <a16:creationId xmlns:a16="http://schemas.microsoft.com/office/drawing/2014/main" id="{FC8FF1B0-193A-6509-36ED-90CCFF7069A0}"/>
                </a:ext>
              </a:extLst>
            </p:cNvPr>
            <p:cNvSpPr/>
            <p:nvPr/>
          </p:nvSpPr>
          <p:spPr>
            <a:xfrm>
              <a:off x="669977" y="3152662"/>
              <a:ext cx="117225" cy="287734"/>
            </a:xfrm>
            <a:custGeom>
              <a:avLst/>
              <a:gdLst>
                <a:gd name="csX0" fmla="*/ 95911 w 117225"/>
                <a:gd name="csY0" fmla="*/ 21314 h 287734"/>
                <a:gd name="csX1" fmla="*/ 21314 w 117225"/>
                <a:gd name="csY1" fmla="*/ 21314 h 287734"/>
                <a:gd name="csX2" fmla="*/ 21314 w 117225"/>
                <a:gd name="csY2" fmla="*/ 266421 h 287734"/>
                <a:gd name="csX3" fmla="*/ 95911 w 117225"/>
                <a:gd name="csY3" fmla="*/ 266421 h 287734"/>
                <a:gd name="csX4" fmla="*/ 95911 w 117225"/>
                <a:gd name="csY4" fmla="*/ 21314 h 287734"/>
                <a:gd name="csX5" fmla="*/ 117225 w 117225"/>
                <a:gd name="csY5" fmla="*/ 287734 h 287734"/>
                <a:gd name="csX6" fmla="*/ 0 w 117225"/>
                <a:gd name="csY6" fmla="*/ 287734 h 287734"/>
                <a:gd name="csX7" fmla="*/ 0 w 117225"/>
                <a:gd name="csY7" fmla="*/ 0 h 287734"/>
                <a:gd name="csX8" fmla="*/ 117225 w 117225"/>
                <a:gd name="csY8" fmla="*/ 0 h 287734"/>
                <a:gd name="csX9" fmla="*/ 117225 w 117225"/>
                <a:gd name="csY9" fmla="*/ 28773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17225" h="287734">
                  <a:moveTo>
                    <a:pt x="95911" y="21314"/>
                  </a:moveTo>
                  <a:lnTo>
                    <a:pt x="21314" y="21314"/>
                  </a:lnTo>
                  <a:lnTo>
                    <a:pt x="21314" y="266421"/>
                  </a:lnTo>
                  <a:lnTo>
                    <a:pt x="95911" y="266421"/>
                  </a:lnTo>
                  <a:lnTo>
                    <a:pt x="95911" y="21314"/>
                  </a:lnTo>
                  <a:close/>
                  <a:moveTo>
                    <a:pt x="117225" y="287734"/>
                  </a:moveTo>
                  <a:lnTo>
                    <a:pt x="0" y="287734"/>
                  </a:lnTo>
                  <a:lnTo>
                    <a:pt x="0" y="0"/>
                  </a:lnTo>
                  <a:lnTo>
                    <a:pt x="117225" y="0"/>
                  </a:lnTo>
                  <a:lnTo>
                    <a:pt x="117225"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4" name="Freeform 193">
              <a:extLst>
                <a:ext uri="{FF2B5EF4-FFF2-40B4-BE49-F238E27FC236}">
                  <a16:creationId xmlns:a16="http://schemas.microsoft.com/office/drawing/2014/main" id="{92129B75-4D2F-EC63-B018-BC1CCDDC13E1}"/>
                </a:ext>
              </a:extLst>
            </p:cNvPr>
            <p:cNvSpPr/>
            <p:nvPr/>
          </p:nvSpPr>
          <p:spPr>
            <a:xfrm>
              <a:off x="765888" y="3269887"/>
              <a:ext cx="106568" cy="170509"/>
            </a:xfrm>
            <a:custGeom>
              <a:avLst/>
              <a:gdLst>
                <a:gd name="csX0" fmla="*/ 85255 w 106568"/>
                <a:gd name="csY0" fmla="*/ 21314 h 170509"/>
                <a:gd name="csX1" fmla="*/ 21314 w 106568"/>
                <a:gd name="csY1" fmla="*/ 21314 h 170509"/>
                <a:gd name="csX2" fmla="*/ 21314 w 106568"/>
                <a:gd name="csY2" fmla="*/ 149196 h 170509"/>
                <a:gd name="csX3" fmla="*/ 85255 w 106568"/>
                <a:gd name="csY3" fmla="*/ 149196 h 170509"/>
                <a:gd name="csX4" fmla="*/ 85255 w 106568"/>
                <a:gd name="csY4" fmla="*/ 21314 h 170509"/>
                <a:gd name="csX5" fmla="*/ 106568 w 106568"/>
                <a:gd name="csY5" fmla="*/ 170509 h 170509"/>
                <a:gd name="csX6" fmla="*/ 0 w 106568"/>
                <a:gd name="csY6" fmla="*/ 170509 h 170509"/>
                <a:gd name="csX7" fmla="*/ 0 w 106568"/>
                <a:gd name="csY7" fmla="*/ 0 h 170509"/>
                <a:gd name="csX8" fmla="*/ 85255 w 106568"/>
                <a:gd name="csY8" fmla="*/ 0 h 170509"/>
                <a:gd name="csX9" fmla="*/ 106568 w 106568"/>
                <a:gd name="csY9" fmla="*/ 21314 h 170509"/>
                <a:gd name="csX10" fmla="*/ 106568 w 106568"/>
                <a:gd name="csY10" fmla="*/ 170509 h 1705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6568" h="170509">
                  <a:moveTo>
                    <a:pt x="85255" y="21314"/>
                  </a:moveTo>
                  <a:lnTo>
                    <a:pt x="21314" y="21314"/>
                  </a:lnTo>
                  <a:lnTo>
                    <a:pt x="21314" y="149196"/>
                  </a:lnTo>
                  <a:lnTo>
                    <a:pt x="85255" y="149196"/>
                  </a:lnTo>
                  <a:lnTo>
                    <a:pt x="85255" y="21314"/>
                  </a:lnTo>
                  <a:close/>
                  <a:moveTo>
                    <a:pt x="106568" y="170509"/>
                  </a:moveTo>
                  <a:lnTo>
                    <a:pt x="0" y="170509"/>
                  </a:lnTo>
                  <a:lnTo>
                    <a:pt x="0" y="0"/>
                  </a:lnTo>
                  <a:lnTo>
                    <a:pt x="85255" y="0"/>
                  </a:lnTo>
                  <a:lnTo>
                    <a:pt x="106568" y="21314"/>
                  </a:lnTo>
                  <a:lnTo>
                    <a:pt x="106568" y="17050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95" name="Group 194">
            <a:extLst>
              <a:ext uri="{FF2B5EF4-FFF2-40B4-BE49-F238E27FC236}">
                <a16:creationId xmlns:a16="http://schemas.microsoft.com/office/drawing/2014/main" id="{7D8A9B22-841E-A519-ABEC-91CD0134B3EF}"/>
              </a:ext>
            </a:extLst>
          </p:cNvPr>
          <p:cNvGrpSpPr/>
          <p:nvPr userDrawn="1"/>
        </p:nvGrpSpPr>
        <p:grpSpPr>
          <a:xfrm>
            <a:off x="712072" y="3807517"/>
            <a:ext cx="289834" cy="287734"/>
            <a:chOff x="583870" y="4111776"/>
            <a:chExt cx="289759" cy="287734"/>
          </a:xfrm>
        </p:grpSpPr>
        <p:sp>
          <p:nvSpPr>
            <p:cNvPr id="196" name="Freeform 195">
              <a:extLst>
                <a:ext uri="{FF2B5EF4-FFF2-40B4-BE49-F238E27FC236}">
                  <a16:creationId xmlns:a16="http://schemas.microsoft.com/office/drawing/2014/main" id="{C10C922D-075E-ED22-CD4B-B5066FFA006C}"/>
                </a:ext>
              </a:extLst>
            </p:cNvPr>
            <p:cNvSpPr/>
            <p:nvPr/>
          </p:nvSpPr>
          <p:spPr>
            <a:xfrm>
              <a:off x="583870" y="4111776"/>
              <a:ext cx="289759" cy="287734"/>
            </a:xfrm>
            <a:custGeom>
              <a:avLst/>
              <a:gdLst>
                <a:gd name="csX0" fmla="*/ 125591 w 289759"/>
                <a:gd name="csY0" fmla="*/ 6607 h 287734"/>
                <a:gd name="csX1" fmla="*/ 3037 w 289759"/>
                <a:gd name="csY1" fmla="*/ 257043 h 287734"/>
                <a:gd name="csX2" fmla="*/ 0 w 289759"/>
                <a:gd name="csY2" fmla="*/ 263277 h 287734"/>
                <a:gd name="csX3" fmla="*/ 20248 w 289759"/>
                <a:gd name="csY3" fmla="*/ 287734 h 287734"/>
                <a:gd name="csX4" fmla="*/ 270683 w 289759"/>
                <a:gd name="csY4" fmla="*/ 287734 h 287734"/>
                <a:gd name="csX5" fmla="*/ 289759 w 289759"/>
                <a:gd name="csY5" fmla="*/ 263863 h 287734"/>
                <a:gd name="csX6" fmla="*/ 286402 w 289759"/>
                <a:gd name="csY6" fmla="*/ 257043 h 287734"/>
                <a:gd name="csX7" fmla="*/ 163849 w 289759"/>
                <a:gd name="csY7" fmla="*/ 6607 h 287734"/>
                <a:gd name="csX8" fmla="*/ 160598 w 289759"/>
                <a:gd name="csY8" fmla="*/ 0 h 287734"/>
                <a:gd name="csX9" fmla="*/ 128788 w 289759"/>
                <a:gd name="csY9" fmla="*/ 0 h 287734"/>
                <a:gd name="csX10" fmla="*/ 125537 w 289759"/>
                <a:gd name="csY10" fmla="*/ 6607 h 287734"/>
                <a:gd name="csX11" fmla="*/ 267273 w 289759"/>
                <a:gd name="csY11" fmla="*/ 266421 h 287734"/>
                <a:gd name="csX12" fmla="*/ 22166 w 289759"/>
                <a:gd name="csY12" fmla="*/ 266421 h 287734"/>
                <a:gd name="csX13" fmla="*/ 144720 w 289759"/>
                <a:gd name="csY13" fmla="*/ 15985 h 287734"/>
                <a:gd name="csX14" fmla="*/ 267273 w 289759"/>
                <a:gd name="csY14"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9759" h="287734">
                  <a:moveTo>
                    <a:pt x="125591" y="6607"/>
                  </a:moveTo>
                  <a:lnTo>
                    <a:pt x="3037" y="257043"/>
                  </a:lnTo>
                  <a:lnTo>
                    <a:pt x="0" y="263277"/>
                  </a:lnTo>
                  <a:lnTo>
                    <a:pt x="20248" y="287734"/>
                  </a:lnTo>
                  <a:lnTo>
                    <a:pt x="270683" y="287734"/>
                  </a:lnTo>
                  <a:lnTo>
                    <a:pt x="289759" y="263863"/>
                  </a:lnTo>
                  <a:lnTo>
                    <a:pt x="286402" y="257043"/>
                  </a:lnTo>
                  <a:lnTo>
                    <a:pt x="163849" y="6607"/>
                  </a:lnTo>
                  <a:lnTo>
                    <a:pt x="160598" y="0"/>
                  </a:lnTo>
                  <a:lnTo>
                    <a:pt x="128788" y="0"/>
                  </a:lnTo>
                  <a:lnTo>
                    <a:pt x="125537" y="6607"/>
                  </a:lnTo>
                  <a:close/>
                  <a:moveTo>
                    <a:pt x="267273" y="266421"/>
                  </a:moveTo>
                  <a:lnTo>
                    <a:pt x="22166" y="266421"/>
                  </a:lnTo>
                  <a:lnTo>
                    <a:pt x="144720" y="15985"/>
                  </a:lnTo>
                  <a:lnTo>
                    <a:pt x="267273"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7" name="Freeform 196">
              <a:extLst>
                <a:ext uri="{FF2B5EF4-FFF2-40B4-BE49-F238E27FC236}">
                  <a16:creationId xmlns:a16="http://schemas.microsoft.com/office/drawing/2014/main" id="{47EF7137-3FDA-FCE8-1465-B61E5C47F09E}"/>
                </a:ext>
              </a:extLst>
            </p:cNvPr>
            <p:cNvSpPr/>
            <p:nvPr/>
          </p:nvSpPr>
          <p:spPr>
            <a:xfrm>
              <a:off x="713563" y="4319584"/>
              <a:ext cx="30158" cy="30158"/>
            </a:xfrm>
            <a:custGeom>
              <a:avLst/>
              <a:gdLst>
                <a:gd name="csX0" fmla="*/ 0 w 30158"/>
                <a:gd name="csY0" fmla="*/ 15079 h 30158"/>
                <a:gd name="csX1" fmla="*/ 15079 w 30158"/>
                <a:gd name="csY1" fmla="*/ 0 h 30158"/>
                <a:gd name="csX2" fmla="*/ 30159 w 30158"/>
                <a:gd name="csY2" fmla="*/ 15079 h 30158"/>
                <a:gd name="csX3" fmla="*/ 15079 w 30158"/>
                <a:gd name="csY3" fmla="*/ 30159 h 30158"/>
                <a:gd name="csX4" fmla="*/ 0 w 30158"/>
                <a:gd name="csY4" fmla="*/ 15079 h 30158"/>
              </a:gdLst>
              <a:ahLst/>
              <a:cxnLst>
                <a:cxn ang="0">
                  <a:pos x="csX0" y="csY0"/>
                </a:cxn>
                <a:cxn ang="0">
                  <a:pos x="csX1" y="csY1"/>
                </a:cxn>
                <a:cxn ang="0">
                  <a:pos x="csX2" y="csY2"/>
                </a:cxn>
                <a:cxn ang="0">
                  <a:pos x="csX3" y="csY3"/>
                </a:cxn>
                <a:cxn ang="0">
                  <a:pos x="csX4" y="csY4"/>
                </a:cxn>
              </a:cxnLst>
              <a:rect l="l" t="t" r="r" b="b"/>
              <a:pathLst>
                <a:path w="30158" h="30158">
                  <a:moveTo>
                    <a:pt x="0" y="15079"/>
                  </a:moveTo>
                  <a:lnTo>
                    <a:pt x="15079" y="0"/>
                  </a:lnTo>
                  <a:lnTo>
                    <a:pt x="30159" y="15079"/>
                  </a:lnTo>
                  <a:lnTo>
                    <a:pt x="15079" y="30159"/>
                  </a:lnTo>
                  <a:lnTo>
                    <a:pt x="0" y="150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198" name="Freeform 197">
              <a:extLst>
                <a:ext uri="{FF2B5EF4-FFF2-40B4-BE49-F238E27FC236}">
                  <a16:creationId xmlns:a16="http://schemas.microsoft.com/office/drawing/2014/main" id="{286E4E09-D1DF-8C6E-80E5-58E8BC76F655}"/>
                </a:ext>
              </a:extLst>
            </p:cNvPr>
            <p:cNvSpPr/>
            <p:nvPr/>
          </p:nvSpPr>
          <p:spPr>
            <a:xfrm>
              <a:off x="717933" y="4207688"/>
              <a:ext cx="21313" cy="101239"/>
            </a:xfrm>
            <a:custGeom>
              <a:avLst/>
              <a:gdLst>
                <a:gd name="csX0" fmla="*/ 0 w 21313"/>
                <a:gd name="csY0" fmla="*/ 0 h 101239"/>
                <a:gd name="csX1" fmla="*/ 21314 w 21313"/>
                <a:gd name="csY1" fmla="*/ 0 h 101239"/>
                <a:gd name="csX2" fmla="*/ 21314 w 21313"/>
                <a:gd name="csY2" fmla="*/ 101240 h 101239"/>
                <a:gd name="csX3" fmla="*/ 0 w 21313"/>
                <a:gd name="csY3" fmla="*/ 101240 h 101239"/>
                <a:gd name="csX4" fmla="*/ 0 w 21313"/>
                <a:gd name="csY4" fmla="*/ 0 h 101239"/>
              </a:gdLst>
              <a:ahLst/>
              <a:cxnLst>
                <a:cxn ang="0">
                  <a:pos x="csX0" y="csY0"/>
                </a:cxn>
                <a:cxn ang="0">
                  <a:pos x="csX1" y="csY1"/>
                </a:cxn>
                <a:cxn ang="0">
                  <a:pos x="csX2" y="csY2"/>
                </a:cxn>
                <a:cxn ang="0">
                  <a:pos x="csX3" y="csY3"/>
                </a:cxn>
                <a:cxn ang="0">
                  <a:pos x="csX4" y="csY4"/>
                </a:cxn>
              </a:cxnLst>
              <a:rect l="l" t="t" r="r" b="b"/>
              <a:pathLst>
                <a:path w="21313" h="101239">
                  <a:moveTo>
                    <a:pt x="0" y="0"/>
                  </a:moveTo>
                  <a:lnTo>
                    <a:pt x="21314" y="0"/>
                  </a:lnTo>
                  <a:lnTo>
                    <a:pt x="21314" y="101240"/>
                  </a:lnTo>
                  <a:lnTo>
                    <a:pt x="0" y="101240"/>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199" name="Group 198">
            <a:extLst>
              <a:ext uri="{FF2B5EF4-FFF2-40B4-BE49-F238E27FC236}">
                <a16:creationId xmlns:a16="http://schemas.microsoft.com/office/drawing/2014/main" id="{FA68F542-69B8-091F-B150-5E5568E92762}"/>
              </a:ext>
            </a:extLst>
          </p:cNvPr>
          <p:cNvGrpSpPr/>
          <p:nvPr userDrawn="1"/>
        </p:nvGrpSpPr>
        <p:grpSpPr>
          <a:xfrm>
            <a:off x="712924" y="5725746"/>
            <a:ext cx="287809" cy="287734"/>
            <a:chOff x="584722" y="6030005"/>
            <a:chExt cx="287734" cy="287734"/>
          </a:xfrm>
        </p:grpSpPr>
        <p:sp>
          <p:nvSpPr>
            <p:cNvPr id="200" name="Freeform 199">
              <a:extLst>
                <a:ext uri="{FF2B5EF4-FFF2-40B4-BE49-F238E27FC236}">
                  <a16:creationId xmlns:a16="http://schemas.microsoft.com/office/drawing/2014/main" id="{BCB29FE2-3CB3-A1D4-B05E-9A874A00440F}"/>
                </a:ext>
              </a:extLst>
            </p:cNvPr>
            <p:cNvSpPr/>
            <p:nvPr/>
          </p:nvSpPr>
          <p:spPr>
            <a:xfrm>
              <a:off x="584722" y="6030005"/>
              <a:ext cx="287734" cy="287734"/>
            </a:xfrm>
            <a:custGeom>
              <a:avLst/>
              <a:gdLst>
                <a:gd name="csX0" fmla="*/ 198377 w 287734"/>
                <a:gd name="csY0" fmla="*/ 21314 h 287734"/>
                <a:gd name="csX1" fmla="*/ 89411 w 287734"/>
                <a:gd name="csY1" fmla="*/ 21314 h 287734"/>
                <a:gd name="csX2" fmla="*/ 21314 w 287734"/>
                <a:gd name="csY2" fmla="*/ 89411 h 287734"/>
                <a:gd name="csX3" fmla="*/ 21314 w 287734"/>
                <a:gd name="csY3" fmla="*/ 198377 h 287734"/>
                <a:gd name="csX4" fmla="*/ 89411 w 287734"/>
                <a:gd name="csY4" fmla="*/ 266474 h 287734"/>
                <a:gd name="csX5" fmla="*/ 198377 w 287734"/>
                <a:gd name="csY5" fmla="*/ 266474 h 287734"/>
                <a:gd name="csX6" fmla="*/ 266474 w 287734"/>
                <a:gd name="csY6" fmla="*/ 198377 h 287734"/>
                <a:gd name="csX7" fmla="*/ 266474 w 287734"/>
                <a:gd name="csY7" fmla="*/ 89411 h 287734"/>
                <a:gd name="csX8" fmla="*/ 198377 w 287734"/>
                <a:gd name="csY8" fmla="*/ 21314 h 287734"/>
                <a:gd name="csX9" fmla="*/ 287734 w 287734"/>
                <a:gd name="csY9" fmla="*/ 207169 h 287734"/>
                <a:gd name="csX10" fmla="*/ 207169 w 287734"/>
                <a:gd name="csY10" fmla="*/ 287734 h 287734"/>
                <a:gd name="csX11" fmla="*/ 80566 w 287734"/>
                <a:gd name="csY11" fmla="*/ 287734 h 287734"/>
                <a:gd name="csX12" fmla="*/ 0 w 287734"/>
                <a:gd name="csY12" fmla="*/ 207169 h 287734"/>
                <a:gd name="csX13" fmla="*/ 0 w 287734"/>
                <a:gd name="csY13" fmla="*/ 80566 h 287734"/>
                <a:gd name="csX14" fmla="*/ 80566 w 287734"/>
                <a:gd name="csY14" fmla="*/ 0 h 287734"/>
                <a:gd name="csX15" fmla="*/ 207169 w 287734"/>
                <a:gd name="csY15" fmla="*/ 0 h 287734"/>
                <a:gd name="csX16" fmla="*/ 287734 w 287734"/>
                <a:gd name="csY16" fmla="*/ 80566 h 287734"/>
                <a:gd name="csX17" fmla="*/ 287734 w 287734"/>
                <a:gd name="csY17" fmla="*/ 207169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198377" y="21314"/>
                  </a:moveTo>
                  <a:lnTo>
                    <a:pt x="89411" y="21314"/>
                  </a:lnTo>
                  <a:lnTo>
                    <a:pt x="21314" y="89411"/>
                  </a:lnTo>
                  <a:lnTo>
                    <a:pt x="21314" y="198377"/>
                  </a:lnTo>
                  <a:lnTo>
                    <a:pt x="89411" y="266474"/>
                  </a:lnTo>
                  <a:lnTo>
                    <a:pt x="198377" y="266474"/>
                  </a:lnTo>
                  <a:lnTo>
                    <a:pt x="266474" y="198377"/>
                  </a:lnTo>
                  <a:lnTo>
                    <a:pt x="266474" y="89411"/>
                  </a:lnTo>
                  <a:lnTo>
                    <a:pt x="198377" y="21314"/>
                  </a:lnTo>
                  <a:close/>
                  <a:moveTo>
                    <a:pt x="287734" y="207169"/>
                  </a:moveTo>
                  <a:lnTo>
                    <a:pt x="207169" y="287734"/>
                  </a:lnTo>
                  <a:lnTo>
                    <a:pt x="80566" y="287734"/>
                  </a:lnTo>
                  <a:lnTo>
                    <a:pt x="0" y="207169"/>
                  </a:lnTo>
                  <a:lnTo>
                    <a:pt x="0" y="80566"/>
                  </a:lnTo>
                  <a:lnTo>
                    <a:pt x="80566" y="0"/>
                  </a:lnTo>
                  <a:lnTo>
                    <a:pt x="207169" y="0"/>
                  </a:lnTo>
                  <a:lnTo>
                    <a:pt x="287734" y="80566"/>
                  </a:lnTo>
                  <a:lnTo>
                    <a:pt x="287734" y="20716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1" name="Freeform 200">
              <a:extLst>
                <a:ext uri="{FF2B5EF4-FFF2-40B4-BE49-F238E27FC236}">
                  <a16:creationId xmlns:a16="http://schemas.microsoft.com/office/drawing/2014/main" id="{FF8E915E-D05F-76F9-1F76-EA68D04DAFC7}"/>
                </a:ext>
              </a:extLst>
            </p:cNvPr>
            <p:cNvSpPr/>
            <p:nvPr/>
          </p:nvSpPr>
          <p:spPr>
            <a:xfrm>
              <a:off x="676478" y="6095109"/>
              <a:ext cx="103584" cy="158050"/>
            </a:xfrm>
            <a:custGeom>
              <a:avLst/>
              <a:gdLst>
                <a:gd name="csX0" fmla="*/ 41455 w 103584"/>
                <a:gd name="csY0" fmla="*/ 136257 h 158050"/>
                <a:gd name="csX1" fmla="*/ 62769 w 103584"/>
                <a:gd name="csY1" fmla="*/ 136257 h 158050"/>
                <a:gd name="csX2" fmla="*/ 62769 w 103584"/>
                <a:gd name="csY2" fmla="*/ 158051 h 158050"/>
                <a:gd name="csX3" fmla="*/ 41455 w 103584"/>
                <a:gd name="csY3" fmla="*/ 158051 h 158050"/>
                <a:gd name="csX4" fmla="*/ 41455 w 103584"/>
                <a:gd name="csY4" fmla="*/ 136257 h 158050"/>
                <a:gd name="csX5" fmla="*/ 41455 w 103584"/>
                <a:gd name="csY5" fmla="*/ 92458 h 158050"/>
                <a:gd name="csX6" fmla="*/ 48755 w 103584"/>
                <a:gd name="csY6" fmla="*/ 82334 h 158050"/>
                <a:gd name="csX7" fmla="*/ 48755 w 103584"/>
                <a:gd name="csY7" fmla="*/ 82334 h 158050"/>
                <a:gd name="csX8" fmla="*/ 48968 w 103584"/>
                <a:gd name="csY8" fmla="*/ 82227 h 158050"/>
                <a:gd name="csX9" fmla="*/ 50034 w 103584"/>
                <a:gd name="csY9" fmla="*/ 81854 h 158050"/>
                <a:gd name="csX10" fmla="*/ 54137 w 103584"/>
                <a:gd name="csY10" fmla="*/ 80149 h 158050"/>
                <a:gd name="csX11" fmla="*/ 66605 w 103584"/>
                <a:gd name="csY11" fmla="*/ 73382 h 158050"/>
                <a:gd name="csX12" fmla="*/ 82271 w 103584"/>
                <a:gd name="csY12" fmla="*/ 51589 h 158050"/>
                <a:gd name="csX13" fmla="*/ 82271 w 103584"/>
                <a:gd name="csY13" fmla="*/ 51589 h 158050"/>
                <a:gd name="csX14" fmla="*/ 75184 w 103584"/>
                <a:gd name="csY14" fmla="*/ 32087 h 158050"/>
                <a:gd name="csX15" fmla="*/ 57174 w 103584"/>
                <a:gd name="csY15" fmla="*/ 21750 h 158050"/>
                <a:gd name="csX16" fmla="*/ 36766 w 103584"/>
                <a:gd name="csY16" fmla="*/ 25480 h 158050"/>
                <a:gd name="csX17" fmla="*/ 23605 w 103584"/>
                <a:gd name="csY17" fmla="*/ 41518 h 158050"/>
                <a:gd name="csX18" fmla="*/ 20088 w 103584"/>
                <a:gd name="csY18" fmla="*/ 51589 h 158050"/>
                <a:gd name="csX19" fmla="*/ 0 w 103584"/>
                <a:gd name="csY19" fmla="*/ 44502 h 158050"/>
                <a:gd name="csX20" fmla="*/ 3517 w 103584"/>
                <a:gd name="csY20" fmla="*/ 34431 h 158050"/>
                <a:gd name="csX21" fmla="*/ 26003 w 103584"/>
                <a:gd name="csY21" fmla="*/ 7097 h 158050"/>
                <a:gd name="csX22" fmla="*/ 60797 w 103584"/>
                <a:gd name="csY22" fmla="*/ 756 h 158050"/>
                <a:gd name="csX23" fmla="*/ 91489 w 103584"/>
                <a:gd name="csY23" fmla="*/ 18339 h 158050"/>
                <a:gd name="csX24" fmla="*/ 103584 w 103584"/>
                <a:gd name="csY24" fmla="*/ 51589 h 158050"/>
                <a:gd name="csX25" fmla="*/ 78434 w 103584"/>
                <a:gd name="csY25" fmla="*/ 91072 h 158050"/>
                <a:gd name="csX26" fmla="*/ 62822 w 103584"/>
                <a:gd name="csY26" fmla="*/ 99598 h 158050"/>
                <a:gd name="csX27" fmla="*/ 62822 w 103584"/>
                <a:gd name="csY27" fmla="*/ 99598 h 158050"/>
                <a:gd name="csX28" fmla="*/ 62822 w 103584"/>
                <a:gd name="csY28" fmla="*/ 116595 h 158050"/>
                <a:gd name="csX29" fmla="*/ 41508 w 103584"/>
                <a:gd name="csY29" fmla="*/ 116595 h 158050"/>
                <a:gd name="csX30" fmla="*/ 41508 w 103584"/>
                <a:gd name="csY30" fmla="*/ 92405 h 1580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03584" h="158050">
                  <a:moveTo>
                    <a:pt x="41455" y="136257"/>
                  </a:moveTo>
                  <a:lnTo>
                    <a:pt x="62769" y="136257"/>
                  </a:lnTo>
                  <a:lnTo>
                    <a:pt x="62769" y="158051"/>
                  </a:lnTo>
                  <a:lnTo>
                    <a:pt x="41455" y="158051"/>
                  </a:lnTo>
                  <a:lnTo>
                    <a:pt x="41455" y="136257"/>
                  </a:lnTo>
                  <a:close/>
                  <a:moveTo>
                    <a:pt x="41455" y="92458"/>
                  </a:moveTo>
                  <a:cubicBezTo>
                    <a:pt x="41455" y="87875"/>
                    <a:pt x="44386" y="83826"/>
                    <a:pt x="48755" y="82334"/>
                  </a:cubicBezTo>
                  <a:cubicBezTo>
                    <a:pt x="48755" y="82334"/>
                    <a:pt x="48755" y="82334"/>
                    <a:pt x="48755" y="82334"/>
                  </a:cubicBezTo>
                  <a:cubicBezTo>
                    <a:pt x="48755" y="82334"/>
                    <a:pt x="48862" y="82334"/>
                    <a:pt x="48968" y="82227"/>
                  </a:cubicBezTo>
                  <a:cubicBezTo>
                    <a:pt x="49181" y="82121"/>
                    <a:pt x="49554" y="82014"/>
                    <a:pt x="50034" y="81854"/>
                  </a:cubicBezTo>
                  <a:cubicBezTo>
                    <a:pt x="50993" y="81481"/>
                    <a:pt x="52432" y="80948"/>
                    <a:pt x="54137" y="80149"/>
                  </a:cubicBezTo>
                  <a:cubicBezTo>
                    <a:pt x="57600" y="78604"/>
                    <a:pt x="62129" y="76313"/>
                    <a:pt x="66605" y="73382"/>
                  </a:cubicBezTo>
                  <a:cubicBezTo>
                    <a:pt x="76196" y="66988"/>
                    <a:pt x="82271" y="59581"/>
                    <a:pt x="82271" y="51589"/>
                  </a:cubicBezTo>
                  <a:lnTo>
                    <a:pt x="82271" y="51589"/>
                  </a:lnTo>
                  <a:cubicBezTo>
                    <a:pt x="82271" y="44449"/>
                    <a:pt x="79766" y="37522"/>
                    <a:pt x="75184" y="32087"/>
                  </a:cubicBezTo>
                  <a:cubicBezTo>
                    <a:pt x="70602" y="26652"/>
                    <a:pt x="64207" y="22975"/>
                    <a:pt x="57174" y="21750"/>
                  </a:cubicBezTo>
                  <a:cubicBezTo>
                    <a:pt x="50140" y="20524"/>
                    <a:pt x="42894" y="21856"/>
                    <a:pt x="36766" y="25480"/>
                  </a:cubicBezTo>
                  <a:cubicBezTo>
                    <a:pt x="30638" y="29103"/>
                    <a:pt x="25949" y="34751"/>
                    <a:pt x="23605" y="41518"/>
                  </a:cubicBezTo>
                  <a:lnTo>
                    <a:pt x="20088" y="51589"/>
                  </a:lnTo>
                  <a:lnTo>
                    <a:pt x="0" y="44502"/>
                  </a:lnTo>
                  <a:lnTo>
                    <a:pt x="3517" y="34431"/>
                  </a:lnTo>
                  <a:cubicBezTo>
                    <a:pt x="7566" y="22975"/>
                    <a:pt x="15506" y="13277"/>
                    <a:pt x="26003" y="7097"/>
                  </a:cubicBezTo>
                  <a:cubicBezTo>
                    <a:pt x="36500" y="916"/>
                    <a:pt x="48808" y="-1322"/>
                    <a:pt x="60797" y="756"/>
                  </a:cubicBezTo>
                  <a:cubicBezTo>
                    <a:pt x="72786" y="2834"/>
                    <a:pt x="83656" y="9068"/>
                    <a:pt x="91489" y="18339"/>
                  </a:cubicBezTo>
                  <a:cubicBezTo>
                    <a:pt x="99322" y="27611"/>
                    <a:pt x="103584" y="39440"/>
                    <a:pt x="103584" y="51589"/>
                  </a:cubicBezTo>
                  <a:cubicBezTo>
                    <a:pt x="103584" y="70878"/>
                    <a:pt x="89251" y="83879"/>
                    <a:pt x="78434" y="91072"/>
                  </a:cubicBezTo>
                  <a:cubicBezTo>
                    <a:pt x="72680" y="94909"/>
                    <a:pt x="66978" y="97733"/>
                    <a:pt x="62822" y="99598"/>
                  </a:cubicBezTo>
                  <a:cubicBezTo>
                    <a:pt x="62822" y="99598"/>
                    <a:pt x="62822" y="99598"/>
                    <a:pt x="62822" y="99598"/>
                  </a:cubicBezTo>
                  <a:lnTo>
                    <a:pt x="62822" y="116595"/>
                  </a:lnTo>
                  <a:lnTo>
                    <a:pt x="41508" y="116595"/>
                  </a:lnTo>
                  <a:lnTo>
                    <a:pt x="41508" y="924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2" name="Group 201">
            <a:extLst>
              <a:ext uri="{FF2B5EF4-FFF2-40B4-BE49-F238E27FC236}">
                <a16:creationId xmlns:a16="http://schemas.microsoft.com/office/drawing/2014/main" id="{FCC34D25-F768-9F03-DE70-DC7CEF06E46C}"/>
              </a:ext>
            </a:extLst>
          </p:cNvPr>
          <p:cNvGrpSpPr/>
          <p:nvPr userDrawn="1"/>
        </p:nvGrpSpPr>
        <p:grpSpPr>
          <a:xfrm>
            <a:off x="3015667" y="5725746"/>
            <a:ext cx="287809" cy="287734"/>
            <a:chOff x="2630834" y="6030005"/>
            <a:chExt cx="287734" cy="287734"/>
          </a:xfrm>
        </p:grpSpPr>
        <p:sp>
          <p:nvSpPr>
            <p:cNvPr id="203" name="Freeform 202">
              <a:extLst>
                <a:ext uri="{FF2B5EF4-FFF2-40B4-BE49-F238E27FC236}">
                  <a16:creationId xmlns:a16="http://schemas.microsoft.com/office/drawing/2014/main" id="{B6FF7920-9E98-7420-D2A1-3638E914A0C7}"/>
                </a:ext>
              </a:extLst>
            </p:cNvPr>
            <p:cNvSpPr/>
            <p:nvPr/>
          </p:nvSpPr>
          <p:spPr>
            <a:xfrm>
              <a:off x="2630834" y="6030005"/>
              <a:ext cx="287734" cy="287734"/>
            </a:xfrm>
            <a:custGeom>
              <a:avLst/>
              <a:gdLst>
                <a:gd name="csX0" fmla="*/ 198377 w 287734"/>
                <a:gd name="csY0" fmla="*/ 21314 h 287734"/>
                <a:gd name="csX1" fmla="*/ 89411 w 287734"/>
                <a:gd name="csY1" fmla="*/ 21314 h 287734"/>
                <a:gd name="csX2" fmla="*/ 21314 w 287734"/>
                <a:gd name="csY2" fmla="*/ 89411 h 287734"/>
                <a:gd name="csX3" fmla="*/ 21314 w 287734"/>
                <a:gd name="csY3" fmla="*/ 198377 h 287734"/>
                <a:gd name="csX4" fmla="*/ 89411 w 287734"/>
                <a:gd name="csY4" fmla="*/ 266474 h 287734"/>
                <a:gd name="csX5" fmla="*/ 198377 w 287734"/>
                <a:gd name="csY5" fmla="*/ 266474 h 287734"/>
                <a:gd name="csX6" fmla="*/ 266474 w 287734"/>
                <a:gd name="csY6" fmla="*/ 198377 h 287734"/>
                <a:gd name="csX7" fmla="*/ 266474 w 287734"/>
                <a:gd name="csY7" fmla="*/ 89411 h 287734"/>
                <a:gd name="csX8" fmla="*/ 198377 w 287734"/>
                <a:gd name="csY8" fmla="*/ 21314 h 287734"/>
                <a:gd name="csX9" fmla="*/ 287734 w 287734"/>
                <a:gd name="csY9" fmla="*/ 207169 h 287734"/>
                <a:gd name="csX10" fmla="*/ 207169 w 287734"/>
                <a:gd name="csY10" fmla="*/ 287734 h 287734"/>
                <a:gd name="csX11" fmla="*/ 80566 w 287734"/>
                <a:gd name="csY11" fmla="*/ 287734 h 287734"/>
                <a:gd name="csX12" fmla="*/ 0 w 287734"/>
                <a:gd name="csY12" fmla="*/ 207169 h 287734"/>
                <a:gd name="csX13" fmla="*/ 0 w 287734"/>
                <a:gd name="csY13" fmla="*/ 80566 h 287734"/>
                <a:gd name="csX14" fmla="*/ 80566 w 287734"/>
                <a:gd name="csY14" fmla="*/ 0 h 287734"/>
                <a:gd name="csX15" fmla="*/ 207169 w 287734"/>
                <a:gd name="csY15" fmla="*/ 0 h 287734"/>
                <a:gd name="csX16" fmla="*/ 287734 w 287734"/>
                <a:gd name="csY16" fmla="*/ 80566 h 287734"/>
                <a:gd name="csX17" fmla="*/ 287734 w 287734"/>
                <a:gd name="csY17" fmla="*/ 207169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198377" y="21314"/>
                  </a:moveTo>
                  <a:lnTo>
                    <a:pt x="89411" y="21314"/>
                  </a:lnTo>
                  <a:lnTo>
                    <a:pt x="21314" y="89411"/>
                  </a:lnTo>
                  <a:lnTo>
                    <a:pt x="21314" y="198377"/>
                  </a:lnTo>
                  <a:lnTo>
                    <a:pt x="89411" y="266474"/>
                  </a:lnTo>
                  <a:lnTo>
                    <a:pt x="198377" y="266474"/>
                  </a:lnTo>
                  <a:lnTo>
                    <a:pt x="266474" y="198377"/>
                  </a:lnTo>
                  <a:lnTo>
                    <a:pt x="266474" y="89411"/>
                  </a:lnTo>
                  <a:lnTo>
                    <a:pt x="198377" y="21314"/>
                  </a:lnTo>
                  <a:close/>
                  <a:moveTo>
                    <a:pt x="287734" y="207169"/>
                  </a:moveTo>
                  <a:lnTo>
                    <a:pt x="207169" y="287734"/>
                  </a:lnTo>
                  <a:lnTo>
                    <a:pt x="80566" y="287734"/>
                  </a:lnTo>
                  <a:lnTo>
                    <a:pt x="0" y="207169"/>
                  </a:lnTo>
                  <a:lnTo>
                    <a:pt x="0" y="80566"/>
                  </a:lnTo>
                  <a:lnTo>
                    <a:pt x="80566" y="0"/>
                  </a:lnTo>
                  <a:lnTo>
                    <a:pt x="207169" y="0"/>
                  </a:lnTo>
                  <a:lnTo>
                    <a:pt x="287734" y="80566"/>
                  </a:lnTo>
                  <a:lnTo>
                    <a:pt x="287734" y="20716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4" name="Freeform 203">
              <a:extLst>
                <a:ext uri="{FF2B5EF4-FFF2-40B4-BE49-F238E27FC236}">
                  <a16:creationId xmlns:a16="http://schemas.microsoft.com/office/drawing/2014/main" id="{FA386AFA-7938-9853-40AD-A685B6449FFB}"/>
                </a:ext>
              </a:extLst>
            </p:cNvPr>
            <p:cNvSpPr/>
            <p:nvPr/>
          </p:nvSpPr>
          <p:spPr>
            <a:xfrm>
              <a:off x="2764310" y="6136787"/>
              <a:ext cx="20834" cy="116745"/>
            </a:xfrm>
            <a:custGeom>
              <a:avLst/>
              <a:gdLst>
                <a:gd name="csX0" fmla="*/ 0 w 20834"/>
                <a:gd name="csY0" fmla="*/ 0 h 116745"/>
                <a:gd name="csX1" fmla="*/ 20834 w 20834"/>
                <a:gd name="csY1" fmla="*/ 0 h 116745"/>
                <a:gd name="csX2" fmla="*/ 20834 w 20834"/>
                <a:gd name="csY2" fmla="*/ 116746 h 116745"/>
                <a:gd name="csX3" fmla="*/ 0 w 20834"/>
                <a:gd name="csY3" fmla="*/ 116746 h 116745"/>
                <a:gd name="csX4" fmla="*/ 0 w 20834"/>
                <a:gd name="csY4" fmla="*/ 0 h 116745"/>
              </a:gdLst>
              <a:ahLst/>
              <a:cxnLst>
                <a:cxn ang="0">
                  <a:pos x="csX0" y="csY0"/>
                </a:cxn>
                <a:cxn ang="0">
                  <a:pos x="csX1" y="csY1"/>
                </a:cxn>
                <a:cxn ang="0">
                  <a:pos x="csX2" y="csY2"/>
                </a:cxn>
                <a:cxn ang="0">
                  <a:pos x="csX3" y="csY3"/>
                </a:cxn>
                <a:cxn ang="0">
                  <a:pos x="csX4" y="csY4"/>
                </a:cxn>
              </a:cxnLst>
              <a:rect l="l" t="t" r="r" b="b"/>
              <a:pathLst>
                <a:path w="20834" h="116745">
                  <a:moveTo>
                    <a:pt x="0" y="0"/>
                  </a:moveTo>
                  <a:lnTo>
                    <a:pt x="20834" y="0"/>
                  </a:lnTo>
                  <a:lnTo>
                    <a:pt x="20834" y="116746"/>
                  </a:lnTo>
                  <a:lnTo>
                    <a:pt x="0" y="116746"/>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5" name="Freeform 204">
              <a:extLst>
                <a:ext uri="{FF2B5EF4-FFF2-40B4-BE49-F238E27FC236}">
                  <a16:creationId xmlns:a16="http://schemas.microsoft.com/office/drawing/2014/main" id="{E5853CCC-A3D8-80C6-F07C-FAC92D0A7107}"/>
                </a:ext>
              </a:extLst>
            </p:cNvPr>
            <p:cNvSpPr/>
            <p:nvPr/>
          </p:nvSpPr>
          <p:spPr>
            <a:xfrm>
              <a:off x="2764044" y="6093946"/>
              <a:ext cx="21313" cy="21313"/>
            </a:xfrm>
            <a:custGeom>
              <a:avLst/>
              <a:gdLst>
                <a:gd name="csX0" fmla="*/ 0 w 21313"/>
                <a:gd name="csY0" fmla="*/ 0 h 21313"/>
                <a:gd name="csX1" fmla="*/ 21314 w 21313"/>
                <a:gd name="csY1" fmla="*/ 0 h 21313"/>
                <a:gd name="csX2" fmla="*/ 21314 w 21313"/>
                <a:gd name="csY2" fmla="*/ 21314 h 21313"/>
                <a:gd name="csX3" fmla="*/ 0 w 21313"/>
                <a:gd name="csY3" fmla="*/ 21314 h 21313"/>
                <a:gd name="csX4" fmla="*/ 0 w 21313"/>
                <a:gd name="csY4" fmla="*/ 0 h 21313"/>
              </a:gdLst>
              <a:ahLst/>
              <a:cxnLst>
                <a:cxn ang="0">
                  <a:pos x="csX0" y="csY0"/>
                </a:cxn>
                <a:cxn ang="0">
                  <a:pos x="csX1" y="csY1"/>
                </a:cxn>
                <a:cxn ang="0">
                  <a:pos x="csX2" y="csY2"/>
                </a:cxn>
                <a:cxn ang="0">
                  <a:pos x="csX3" y="csY3"/>
                </a:cxn>
                <a:cxn ang="0">
                  <a:pos x="csX4" y="csY4"/>
                </a:cxn>
              </a:cxnLst>
              <a:rect l="l" t="t" r="r" b="b"/>
              <a:pathLst>
                <a:path w="21313" h="21313">
                  <a:moveTo>
                    <a:pt x="0" y="0"/>
                  </a:moveTo>
                  <a:lnTo>
                    <a:pt x="21314" y="0"/>
                  </a:lnTo>
                  <a:lnTo>
                    <a:pt x="21314" y="21314"/>
                  </a:lnTo>
                  <a:lnTo>
                    <a:pt x="0" y="21314"/>
                  </a:lnTo>
                  <a:lnTo>
                    <a:pt x="0"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6" name="Group 205">
            <a:extLst>
              <a:ext uri="{FF2B5EF4-FFF2-40B4-BE49-F238E27FC236}">
                <a16:creationId xmlns:a16="http://schemas.microsoft.com/office/drawing/2014/main" id="{1412C09A-FF9B-B81E-7954-6C3C2F6558CF}"/>
              </a:ext>
            </a:extLst>
          </p:cNvPr>
          <p:cNvGrpSpPr/>
          <p:nvPr userDrawn="1"/>
        </p:nvGrpSpPr>
        <p:grpSpPr>
          <a:xfrm>
            <a:off x="4167039" y="5725746"/>
            <a:ext cx="289088" cy="287628"/>
            <a:chOff x="3653889" y="6030005"/>
            <a:chExt cx="289013" cy="287628"/>
          </a:xfrm>
        </p:grpSpPr>
        <p:sp>
          <p:nvSpPr>
            <p:cNvPr id="207" name="Freeform 206">
              <a:extLst>
                <a:ext uri="{FF2B5EF4-FFF2-40B4-BE49-F238E27FC236}">
                  <a16:creationId xmlns:a16="http://schemas.microsoft.com/office/drawing/2014/main" id="{9D5F7B04-C0DE-A3DB-57CE-080EA009E2A6}"/>
                </a:ext>
              </a:extLst>
            </p:cNvPr>
            <p:cNvSpPr/>
            <p:nvPr/>
          </p:nvSpPr>
          <p:spPr>
            <a:xfrm>
              <a:off x="3653889" y="6110411"/>
              <a:ext cx="185055" cy="207222"/>
            </a:xfrm>
            <a:custGeom>
              <a:avLst/>
              <a:gdLst>
                <a:gd name="csX0" fmla="*/ 98416 w 185055"/>
                <a:gd name="csY0" fmla="*/ 0 h 207222"/>
                <a:gd name="csX1" fmla="*/ 0 w 185055"/>
                <a:gd name="csY1" fmla="*/ 98416 h 207222"/>
                <a:gd name="csX2" fmla="*/ 0 w 185055"/>
                <a:gd name="csY2" fmla="*/ 128575 h 207222"/>
                <a:gd name="csX3" fmla="*/ 78647 w 185055"/>
                <a:gd name="csY3" fmla="*/ 207222 h 207222"/>
                <a:gd name="csX4" fmla="*/ 108806 w 185055"/>
                <a:gd name="csY4" fmla="*/ 207222 h 207222"/>
                <a:gd name="csX5" fmla="*/ 159799 w 185055"/>
                <a:gd name="csY5" fmla="*/ 156229 h 207222"/>
                <a:gd name="csX6" fmla="*/ 144720 w 185055"/>
                <a:gd name="csY6" fmla="*/ 141150 h 207222"/>
                <a:gd name="csX7" fmla="*/ 93727 w 185055"/>
                <a:gd name="csY7" fmla="*/ 192143 h 207222"/>
                <a:gd name="csX8" fmla="*/ 15026 w 185055"/>
                <a:gd name="csY8" fmla="*/ 113495 h 207222"/>
                <a:gd name="csX9" fmla="*/ 113442 w 185055"/>
                <a:gd name="csY9" fmla="*/ 15080 h 207222"/>
                <a:gd name="csX10" fmla="*/ 169976 w 185055"/>
                <a:gd name="csY10" fmla="*/ 71614 h 207222"/>
                <a:gd name="csX11" fmla="*/ 185056 w 185055"/>
                <a:gd name="csY11" fmla="*/ 56535 h 207222"/>
                <a:gd name="csX12" fmla="*/ 128521 w 185055"/>
                <a:gd name="csY12" fmla="*/ 0 h 207222"/>
                <a:gd name="csX13" fmla="*/ 98363 w 185055"/>
                <a:gd name="csY13" fmla="*/ 0 h 2072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5055" h="207222">
                  <a:moveTo>
                    <a:pt x="98416" y="0"/>
                  </a:moveTo>
                  <a:lnTo>
                    <a:pt x="0" y="98416"/>
                  </a:lnTo>
                  <a:lnTo>
                    <a:pt x="0" y="128575"/>
                  </a:lnTo>
                  <a:lnTo>
                    <a:pt x="78647" y="207222"/>
                  </a:lnTo>
                  <a:lnTo>
                    <a:pt x="108806" y="207222"/>
                  </a:lnTo>
                  <a:lnTo>
                    <a:pt x="159799" y="156229"/>
                  </a:lnTo>
                  <a:lnTo>
                    <a:pt x="144720" y="141150"/>
                  </a:lnTo>
                  <a:lnTo>
                    <a:pt x="93727" y="192143"/>
                  </a:lnTo>
                  <a:lnTo>
                    <a:pt x="15026" y="113495"/>
                  </a:lnTo>
                  <a:lnTo>
                    <a:pt x="113442" y="15080"/>
                  </a:lnTo>
                  <a:lnTo>
                    <a:pt x="169976" y="71614"/>
                  </a:lnTo>
                  <a:lnTo>
                    <a:pt x="185056" y="56535"/>
                  </a:lnTo>
                  <a:lnTo>
                    <a:pt x="128521" y="0"/>
                  </a:lnTo>
                  <a:lnTo>
                    <a:pt x="98363"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08" name="Freeform 207">
              <a:extLst>
                <a:ext uri="{FF2B5EF4-FFF2-40B4-BE49-F238E27FC236}">
                  <a16:creationId xmlns:a16="http://schemas.microsoft.com/office/drawing/2014/main" id="{6E766A31-90FB-411A-B97C-8B386FCD23C8}"/>
                </a:ext>
              </a:extLst>
            </p:cNvPr>
            <p:cNvSpPr/>
            <p:nvPr/>
          </p:nvSpPr>
          <p:spPr>
            <a:xfrm>
              <a:off x="3765786" y="6030005"/>
              <a:ext cx="177116" cy="207275"/>
            </a:xfrm>
            <a:custGeom>
              <a:avLst/>
              <a:gdLst>
                <a:gd name="csX0" fmla="*/ 78701 w 177116"/>
                <a:gd name="csY0" fmla="*/ 207222 h 207275"/>
                <a:gd name="csX1" fmla="*/ 177116 w 177116"/>
                <a:gd name="csY1" fmla="*/ 108806 h 207275"/>
                <a:gd name="csX2" fmla="*/ 177116 w 177116"/>
                <a:gd name="csY2" fmla="*/ 78647 h 207275"/>
                <a:gd name="csX3" fmla="*/ 98469 w 177116"/>
                <a:gd name="csY3" fmla="*/ 0 h 207275"/>
                <a:gd name="csX4" fmla="*/ 68310 w 177116"/>
                <a:gd name="csY4" fmla="*/ 0 h 207275"/>
                <a:gd name="csX5" fmla="*/ 14653 w 177116"/>
                <a:gd name="csY5" fmla="*/ 53657 h 207275"/>
                <a:gd name="csX6" fmla="*/ 29733 w 177116"/>
                <a:gd name="csY6" fmla="*/ 68736 h 207275"/>
                <a:gd name="csX7" fmla="*/ 83390 w 177116"/>
                <a:gd name="csY7" fmla="*/ 15079 h 207275"/>
                <a:gd name="csX8" fmla="*/ 162037 w 177116"/>
                <a:gd name="csY8" fmla="*/ 93780 h 207275"/>
                <a:gd name="csX9" fmla="*/ 63621 w 177116"/>
                <a:gd name="csY9" fmla="*/ 192196 h 207275"/>
                <a:gd name="csX10" fmla="*/ 15080 w 177116"/>
                <a:gd name="csY10" fmla="*/ 143654 h 207275"/>
                <a:gd name="csX11" fmla="*/ 0 w 177116"/>
                <a:gd name="csY11" fmla="*/ 158733 h 207275"/>
                <a:gd name="csX12" fmla="*/ 48542 w 177116"/>
                <a:gd name="csY12" fmla="*/ 207275 h 207275"/>
                <a:gd name="csX13" fmla="*/ 78701 w 177116"/>
                <a:gd name="csY13" fmla="*/ 207275 h 2072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77116" h="207275">
                  <a:moveTo>
                    <a:pt x="78701" y="207222"/>
                  </a:moveTo>
                  <a:lnTo>
                    <a:pt x="177116" y="108806"/>
                  </a:lnTo>
                  <a:lnTo>
                    <a:pt x="177116" y="78647"/>
                  </a:lnTo>
                  <a:lnTo>
                    <a:pt x="98469" y="0"/>
                  </a:lnTo>
                  <a:lnTo>
                    <a:pt x="68310" y="0"/>
                  </a:lnTo>
                  <a:lnTo>
                    <a:pt x="14653" y="53657"/>
                  </a:lnTo>
                  <a:lnTo>
                    <a:pt x="29733" y="68736"/>
                  </a:lnTo>
                  <a:lnTo>
                    <a:pt x="83390" y="15079"/>
                  </a:lnTo>
                  <a:lnTo>
                    <a:pt x="162037" y="93780"/>
                  </a:lnTo>
                  <a:lnTo>
                    <a:pt x="63621" y="192196"/>
                  </a:lnTo>
                  <a:lnTo>
                    <a:pt x="15080" y="143654"/>
                  </a:lnTo>
                  <a:lnTo>
                    <a:pt x="0" y="158733"/>
                  </a:lnTo>
                  <a:lnTo>
                    <a:pt x="48542" y="207275"/>
                  </a:lnTo>
                  <a:lnTo>
                    <a:pt x="78701" y="20727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09" name="Graphic 2">
            <a:extLst>
              <a:ext uri="{FF2B5EF4-FFF2-40B4-BE49-F238E27FC236}">
                <a16:creationId xmlns:a16="http://schemas.microsoft.com/office/drawing/2014/main" id="{BF1CCE5F-8D0A-4243-D8A6-CD3775CB9017}"/>
              </a:ext>
            </a:extLst>
          </p:cNvPr>
          <p:cNvGrpSpPr/>
          <p:nvPr userDrawn="1"/>
        </p:nvGrpSpPr>
        <p:grpSpPr>
          <a:xfrm>
            <a:off x="5318410" y="5752388"/>
            <a:ext cx="287809" cy="234450"/>
            <a:chOff x="4676945" y="6056647"/>
            <a:chExt cx="287734" cy="234450"/>
          </a:xfrm>
          <a:solidFill>
            <a:srgbClr val="000000"/>
          </a:solidFill>
        </p:grpSpPr>
        <p:sp>
          <p:nvSpPr>
            <p:cNvPr id="210" name="Freeform 209">
              <a:extLst>
                <a:ext uri="{FF2B5EF4-FFF2-40B4-BE49-F238E27FC236}">
                  <a16:creationId xmlns:a16="http://schemas.microsoft.com/office/drawing/2014/main" id="{529DA200-AD14-8D29-1BDF-C91CD412A677}"/>
                </a:ext>
              </a:extLst>
            </p:cNvPr>
            <p:cNvSpPr/>
            <p:nvPr/>
          </p:nvSpPr>
          <p:spPr>
            <a:xfrm>
              <a:off x="4682700" y="6100447"/>
              <a:ext cx="276224" cy="76036"/>
            </a:xfrm>
            <a:custGeom>
              <a:avLst/>
              <a:gdLst>
                <a:gd name="csX0" fmla="*/ 276225 w 276224"/>
                <a:gd name="csY0" fmla="*/ 18916 h 76036"/>
                <a:gd name="csX1" fmla="*/ 164648 w 276224"/>
                <a:gd name="csY1" fmla="*/ 76037 h 76036"/>
                <a:gd name="csX2" fmla="*/ 114188 w 276224"/>
                <a:gd name="csY2" fmla="*/ 76037 h 76036"/>
                <a:gd name="csX3" fmla="*/ 0 w 276224"/>
                <a:gd name="csY3" fmla="*/ 18969 h 76036"/>
                <a:gd name="csX4" fmla="*/ 9751 w 276224"/>
                <a:gd name="csY4" fmla="*/ 0 h 76036"/>
                <a:gd name="csX5" fmla="*/ 119410 w 276224"/>
                <a:gd name="csY5" fmla="*/ 54830 h 76036"/>
                <a:gd name="csX6" fmla="*/ 159533 w 276224"/>
                <a:gd name="csY6" fmla="*/ 54830 h 76036"/>
                <a:gd name="csX7" fmla="*/ 266474 w 276224"/>
                <a:gd name="csY7" fmla="*/ 53 h 76036"/>
                <a:gd name="csX8" fmla="*/ 276225 w 276224"/>
                <a:gd name="csY8" fmla="*/ 18916 h 760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224" h="76036">
                  <a:moveTo>
                    <a:pt x="276225" y="18916"/>
                  </a:moveTo>
                  <a:lnTo>
                    <a:pt x="164648" y="76037"/>
                  </a:lnTo>
                  <a:lnTo>
                    <a:pt x="114188" y="76037"/>
                  </a:lnTo>
                  <a:lnTo>
                    <a:pt x="0" y="18969"/>
                  </a:lnTo>
                  <a:lnTo>
                    <a:pt x="9751" y="0"/>
                  </a:lnTo>
                  <a:lnTo>
                    <a:pt x="119410" y="54830"/>
                  </a:lnTo>
                  <a:lnTo>
                    <a:pt x="159533" y="54830"/>
                  </a:lnTo>
                  <a:cubicBezTo>
                    <a:pt x="159533" y="54830"/>
                    <a:pt x="266474" y="53"/>
                    <a:pt x="266474" y="53"/>
                  </a:cubicBezTo>
                  <a:lnTo>
                    <a:pt x="276225" y="1891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1" name="Freeform 210">
              <a:extLst>
                <a:ext uri="{FF2B5EF4-FFF2-40B4-BE49-F238E27FC236}">
                  <a16:creationId xmlns:a16="http://schemas.microsoft.com/office/drawing/2014/main" id="{4448160E-7038-5639-1682-F0AF237BAC7E}"/>
                </a:ext>
              </a:extLst>
            </p:cNvPr>
            <p:cNvSpPr/>
            <p:nvPr/>
          </p:nvSpPr>
          <p:spPr>
            <a:xfrm>
              <a:off x="4680781" y="6133749"/>
              <a:ext cx="83016" cy="74864"/>
            </a:xfrm>
            <a:custGeom>
              <a:avLst/>
              <a:gdLst>
                <a:gd name="csX0" fmla="*/ 83017 w 83016"/>
                <a:gd name="csY0" fmla="*/ 16252 h 74864"/>
                <a:gd name="csX1" fmla="*/ 13747 w 83016"/>
                <a:gd name="csY1" fmla="*/ 74864 h 74864"/>
                <a:gd name="csX2" fmla="*/ 0 w 83016"/>
                <a:gd name="csY2" fmla="*/ 58613 h 74864"/>
                <a:gd name="csX3" fmla="*/ 69269 w 83016"/>
                <a:gd name="csY3" fmla="*/ 0 h 74864"/>
                <a:gd name="csX4" fmla="*/ 83017 w 83016"/>
                <a:gd name="csY4" fmla="*/ 16252 h 74864"/>
              </a:gdLst>
              <a:ahLst/>
              <a:cxnLst>
                <a:cxn ang="0">
                  <a:pos x="csX0" y="csY0"/>
                </a:cxn>
                <a:cxn ang="0">
                  <a:pos x="csX1" y="csY1"/>
                </a:cxn>
                <a:cxn ang="0">
                  <a:pos x="csX2" y="csY2"/>
                </a:cxn>
                <a:cxn ang="0">
                  <a:pos x="csX3" y="csY3"/>
                </a:cxn>
                <a:cxn ang="0">
                  <a:pos x="csX4" y="csY4"/>
                </a:cxn>
              </a:cxnLst>
              <a:rect l="l" t="t" r="r" b="b"/>
              <a:pathLst>
                <a:path w="83016" h="74864">
                  <a:moveTo>
                    <a:pt x="83017" y="16252"/>
                  </a:moveTo>
                  <a:lnTo>
                    <a:pt x="13747" y="74864"/>
                  </a:lnTo>
                  <a:lnTo>
                    <a:pt x="0" y="58613"/>
                  </a:lnTo>
                  <a:lnTo>
                    <a:pt x="69269" y="0"/>
                  </a:lnTo>
                  <a:lnTo>
                    <a:pt x="83017" y="162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2" name="Freeform 211">
              <a:extLst>
                <a:ext uri="{FF2B5EF4-FFF2-40B4-BE49-F238E27FC236}">
                  <a16:creationId xmlns:a16="http://schemas.microsoft.com/office/drawing/2014/main" id="{F76B46F7-B75C-ECFD-1DF5-609785A6DEFC}"/>
                </a:ext>
              </a:extLst>
            </p:cNvPr>
            <p:cNvSpPr/>
            <p:nvPr/>
          </p:nvSpPr>
          <p:spPr>
            <a:xfrm>
              <a:off x="4877880" y="6133749"/>
              <a:ext cx="83016" cy="74864"/>
            </a:xfrm>
            <a:custGeom>
              <a:avLst/>
              <a:gdLst>
                <a:gd name="csX0" fmla="*/ 0 w 83016"/>
                <a:gd name="csY0" fmla="*/ 16252 h 74864"/>
                <a:gd name="csX1" fmla="*/ 69269 w 83016"/>
                <a:gd name="csY1" fmla="*/ 74864 h 74864"/>
                <a:gd name="csX2" fmla="*/ 83016 w 83016"/>
                <a:gd name="csY2" fmla="*/ 58613 h 74864"/>
                <a:gd name="csX3" fmla="*/ 13747 w 83016"/>
                <a:gd name="csY3" fmla="*/ 0 h 74864"/>
                <a:gd name="csX4" fmla="*/ 0 w 83016"/>
                <a:gd name="csY4" fmla="*/ 16252 h 74864"/>
              </a:gdLst>
              <a:ahLst/>
              <a:cxnLst>
                <a:cxn ang="0">
                  <a:pos x="csX0" y="csY0"/>
                </a:cxn>
                <a:cxn ang="0">
                  <a:pos x="csX1" y="csY1"/>
                </a:cxn>
                <a:cxn ang="0">
                  <a:pos x="csX2" y="csY2"/>
                </a:cxn>
                <a:cxn ang="0">
                  <a:pos x="csX3" y="csY3"/>
                </a:cxn>
                <a:cxn ang="0">
                  <a:pos x="csX4" y="csY4"/>
                </a:cxn>
              </a:cxnLst>
              <a:rect l="l" t="t" r="r" b="b"/>
              <a:pathLst>
                <a:path w="83016" h="74864">
                  <a:moveTo>
                    <a:pt x="0" y="16252"/>
                  </a:moveTo>
                  <a:lnTo>
                    <a:pt x="69269" y="74864"/>
                  </a:lnTo>
                  <a:lnTo>
                    <a:pt x="83016" y="58613"/>
                  </a:lnTo>
                  <a:lnTo>
                    <a:pt x="13747" y="0"/>
                  </a:lnTo>
                  <a:lnTo>
                    <a:pt x="0" y="162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3" name="Freeform 212">
              <a:extLst>
                <a:ext uri="{FF2B5EF4-FFF2-40B4-BE49-F238E27FC236}">
                  <a16:creationId xmlns:a16="http://schemas.microsoft.com/office/drawing/2014/main" id="{1E30DEF2-1C5F-D933-F396-88B12109D79B}"/>
                </a:ext>
              </a:extLst>
            </p:cNvPr>
            <p:cNvSpPr/>
            <p:nvPr/>
          </p:nvSpPr>
          <p:spPr>
            <a:xfrm>
              <a:off x="4676945" y="6056647"/>
              <a:ext cx="287734" cy="234450"/>
            </a:xfrm>
            <a:custGeom>
              <a:avLst/>
              <a:gdLst>
                <a:gd name="csX0" fmla="*/ 266421 w 287734"/>
                <a:gd name="csY0" fmla="*/ 21314 h 234450"/>
                <a:gd name="csX1" fmla="*/ 171095 w 287734"/>
                <a:gd name="csY1" fmla="*/ 21314 h 234450"/>
                <a:gd name="csX2" fmla="*/ 171095 w 287734"/>
                <a:gd name="csY2" fmla="*/ 0 h 234450"/>
                <a:gd name="csX3" fmla="*/ 287734 w 287734"/>
                <a:gd name="csY3" fmla="*/ 0 h 234450"/>
                <a:gd name="csX4" fmla="*/ 287734 w 287734"/>
                <a:gd name="csY4" fmla="*/ 213137 h 234450"/>
                <a:gd name="csX5" fmla="*/ 266421 w 287734"/>
                <a:gd name="csY5" fmla="*/ 234450 h 234450"/>
                <a:gd name="csX6" fmla="*/ 21314 w 287734"/>
                <a:gd name="csY6" fmla="*/ 234450 h 234450"/>
                <a:gd name="csX7" fmla="*/ 0 w 287734"/>
                <a:gd name="csY7" fmla="*/ 213137 h 234450"/>
                <a:gd name="csX8" fmla="*/ 0 w 287734"/>
                <a:gd name="csY8" fmla="*/ 0 h 234450"/>
                <a:gd name="csX9" fmla="*/ 116639 w 287734"/>
                <a:gd name="csY9" fmla="*/ 0 h 234450"/>
                <a:gd name="csX10" fmla="*/ 116639 w 287734"/>
                <a:gd name="csY10" fmla="*/ 21314 h 234450"/>
                <a:gd name="csX11" fmla="*/ 21314 w 287734"/>
                <a:gd name="csY11" fmla="*/ 21314 h 234450"/>
                <a:gd name="csX12" fmla="*/ 21314 w 287734"/>
                <a:gd name="csY12" fmla="*/ 213137 h 234450"/>
                <a:gd name="csX13" fmla="*/ 266421 w 287734"/>
                <a:gd name="csY13" fmla="*/ 213137 h 234450"/>
                <a:gd name="csX14" fmla="*/ 266421 w 287734"/>
                <a:gd name="csY14" fmla="*/ 21314 h 234450"/>
                <a:gd name="csX15" fmla="*/ 171095 w 287734"/>
                <a:gd name="csY15" fmla="*/ 0 h 234450"/>
                <a:gd name="csX16" fmla="*/ 171095 w 287734"/>
                <a:gd name="csY16" fmla="*/ 21314 h 234450"/>
                <a:gd name="csX17" fmla="*/ 116639 w 287734"/>
                <a:gd name="csY17" fmla="*/ 21314 h 234450"/>
                <a:gd name="csX18" fmla="*/ 116639 w 287734"/>
                <a:gd name="csY18" fmla="*/ 0 h 234450"/>
                <a:gd name="csX19" fmla="*/ 171095 w 287734"/>
                <a:gd name="csY19" fmla="*/ 0 h 2344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34450">
                  <a:moveTo>
                    <a:pt x="266421" y="21314"/>
                  </a:moveTo>
                  <a:lnTo>
                    <a:pt x="171095" y="21314"/>
                  </a:lnTo>
                  <a:lnTo>
                    <a:pt x="171095" y="0"/>
                  </a:lnTo>
                  <a:lnTo>
                    <a:pt x="287734" y="0"/>
                  </a:lnTo>
                  <a:lnTo>
                    <a:pt x="287734" y="213137"/>
                  </a:lnTo>
                  <a:lnTo>
                    <a:pt x="266421" y="234450"/>
                  </a:lnTo>
                  <a:lnTo>
                    <a:pt x="21314" y="234450"/>
                  </a:lnTo>
                  <a:lnTo>
                    <a:pt x="0" y="213137"/>
                  </a:lnTo>
                  <a:lnTo>
                    <a:pt x="0" y="0"/>
                  </a:lnTo>
                  <a:lnTo>
                    <a:pt x="116639" y="0"/>
                  </a:lnTo>
                  <a:lnTo>
                    <a:pt x="116639" y="21314"/>
                  </a:lnTo>
                  <a:lnTo>
                    <a:pt x="21314" y="21314"/>
                  </a:lnTo>
                  <a:lnTo>
                    <a:pt x="21314" y="213137"/>
                  </a:lnTo>
                  <a:lnTo>
                    <a:pt x="266421" y="213137"/>
                  </a:lnTo>
                  <a:lnTo>
                    <a:pt x="266421" y="21314"/>
                  </a:lnTo>
                  <a:close/>
                  <a:moveTo>
                    <a:pt x="171095" y="0"/>
                  </a:moveTo>
                  <a:lnTo>
                    <a:pt x="171095" y="21314"/>
                  </a:lnTo>
                  <a:lnTo>
                    <a:pt x="116639" y="21314"/>
                  </a:lnTo>
                  <a:lnTo>
                    <a:pt x="116639" y="0"/>
                  </a:lnTo>
                  <a:lnTo>
                    <a:pt x="171095"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14" name="Group 213">
            <a:extLst>
              <a:ext uri="{FF2B5EF4-FFF2-40B4-BE49-F238E27FC236}">
                <a16:creationId xmlns:a16="http://schemas.microsoft.com/office/drawing/2014/main" id="{F1E843FB-CD9A-CF71-1179-E810C411D3CD}"/>
              </a:ext>
            </a:extLst>
          </p:cNvPr>
          <p:cNvGrpSpPr/>
          <p:nvPr userDrawn="1"/>
        </p:nvGrpSpPr>
        <p:grpSpPr>
          <a:xfrm>
            <a:off x="8842558" y="5725746"/>
            <a:ext cx="222359" cy="287734"/>
            <a:chOff x="7816127" y="6030005"/>
            <a:chExt cx="222301" cy="287734"/>
          </a:xfrm>
        </p:grpSpPr>
        <p:sp>
          <p:nvSpPr>
            <p:cNvPr id="215" name="Freeform 214">
              <a:extLst>
                <a:ext uri="{FF2B5EF4-FFF2-40B4-BE49-F238E27FC236}">
                  <a16:creationId xmlns:a16="http://schemas.microsoft.com/office/drawing/2014/main" id="{6E561BEA-1D92-9C2C-8375-16B0E6DC6E53}"/>
                </a:ext>
              </a:extLst>
            </p:cNvPr>
            <p:cNvSpPr/>
            <p:nvPr/>
          </p:nvSpPr>
          <p:spPr>
            <a:xfrm>
              <a:off x="7816127" y="6077961"/>
              <a:ext cx="222301" cy="239778"/>
            </a:xfrm>
            <a:custGeom>
              <a:avLst/>
              <a:gdLst>
                <a:gd name="csX0" fmla="*/ 222302 w 222301"/>
                <a:gd name="csY0" fmla="*/ 0 h 239778"/>
                <a:gd name="csX1" fmla="*/ 203439 w 222301"/>
                <a:gd name="csY1" fmla="*/ 220276 h 239778"/>
                <a:gd name="csX2" fmla="*/ 182179 w 222301"/>
                <a:gd name="csY2" fmla="*/ 239779 h 239778"/>
                <a:gd name="csX3" fmla="*/ 40123 w 222301"/>
                <a:gd name="csY3" fmla="*/ 239779 h 239778"/>
                <a:gd name="csX4" fmla="*/ 18863 w 222301"/>
                <a:gd name="csY4" fmla="*/ 220276 h 239778"/>
                <a:gd name="csX5" fmla="*/ 0 w 222301"/>
                <a:gd name="csY5" fmla="*/ 0 h 239778"/>
                <a:gd name="csX6" fmla="*/ 222302 w 222301"/>
                <a:gd name="csY6" fmla="*/ 0 h 239778"/>
                <a:gd name="csX7" fmla="*/ 23232 w 222301"/>
                <a:gd name="csY7" fmla="*/ 21314 h 239778"/>
                <a:gd name="csX8" fmla="*/ 40123 w 222301"/>
                <a:gd name="csY8" fmla="*/ 218465 h 239778"/>
                <a:gd name="csX9" fmla="*/ 182179 w 222301"/>
                <a:gd name="csY9" fmla="*/ 218465 h 239778"/>
                <a:gd name="csX10" fmla="*/ 199070 w 222301"/>
                <a:gd name="csY10" fmla="*/ 21314 h 239778"/>
                <a:gd name="csX11" fmla="*/ 23232 w 222301"/>
                <a:gd name="csY11" fmla="*/ 21314 h 23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22301" h="239778">
                  <a:moveTo>
                    <a:pt x="222302" y="0"/>
                  </a:moveTo>
                  <a:lnTo>
                    <a:pt x="203439" y="220276"/>
                  </a:lnTo>
                  <a:lnTo>
                    <a:pt x="182179" y="239779"/>
                  </a:lnTo>
                  <a:lnTo>
                    <a:pt x="40123" y="239779"/>
                  </a:lnTo>
                  <a:lnTo>
                    <a:pt x="18863" y="220276"/>
                  </a:lnTo>
                  <a:lnTo>
                    <a:pt x="0" y="0"/>
                  </a:lnTo>
                  <a:lnTo>
                    <a:pt x="222302" y="0"/>
                  </a:lnTo>
                  <a:close/>
                  <a:moveTo>
                    <a:pt x="23232" y="21314"/>
                  </a:moveTo>
                  <a:lnTo>
                    <a:pt x="40123" y="218465"/>
                  </a:lnTo>
                  <a:lnTo>
                    <a:pt x="182179" y="218465"/>
                  </a:lnTo>
                  <a:lnTo>
                    <a:pt x="199070" y="21314"/>
                  </a:lnTo>
                  <a:lnTo>
                    <a:pt x="23232"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6" name="Freeform 215">
              <a:extLst>
                <a:ext uri="{FF2B5EF4-FFF2-40B4-BE49-F238E27FC236}">
                  <a16:creationId xmlns:a16="http://schemas.microsoft.com/office/drawing/2014/main" id="{FA15FC06-652F-AD5F-3427-1ACBFEF551C9}"/>
                </a:ext>
              </a:extLst>
            </p:cNvPr>
            <p:cNvSpPr/>
            <p:nvPr/>
          </p:nvSpPr>
          <p:spPr>
            <a:xfrm>
              <a:off x="7852680" y="6030005"/>
              <a:ext cx="149195" cy="21313"/>
            </a:xfrm>
            <a:custGeom>
              <a:avLst/>
              <a:gdLst>
                <a:gd name="csX0" fmla="*/ 149196 w 149195"/>
                <a:gd name="csY0" fmla="*/ 0 h 21313"/>
                <a:gd name="csX1" fmla="*/ 149196 w 149195"/>
                <a:gd name="csY1" fmla="*/ 21314 h 21313"/>
                <a:gd name="csX2" fmla="*/ 0 w 149195"/>
                <a:gd name="csY2" fmla="*/ 21314 h 21313"/>
                <a:gd name="csX3" fmla="*/ 0 w 149195"/>
                <a:gd name="csY3" fmla="*/ 0 h 21313"/>
                <a:gd name="csX4" fmla="*/ 149196 w 149195"/>
                <a:gd name="csY4" fmla="*/ 0 h 21313"/>
              </a:gdLst>
              <a:ahLst/>
              <a:cxnLst>
                <a:cxn ang="0">
                  <a:pos x="csX0" y="csY0"/>
                </a:cxn>
                <a:cxn ang="0">
                  <a:pos x="csX1" y="csY1"/>
                </a:cxn>
                <a:cxn ang="0">
                  <a:pos x="csX2" y="csY2"/>
                </a:cxn>
                <a:cxn ang="0">
                  <a:pos x="csX3" y="csY3"/>
                </a:cxn>
                <a:cxn ang="0">
                  <a:pos x="csX4" y="csY4"/>
                </a:cxn>
              </a:cxnLst>
              <a:rect l="l" t="t" r="r" b="b"/>
              <a:pathLst>
                <a:path w="149195" h="21313">
                  <a:moveTo>
                    <a:pt x="149196" y="0"/>
                  </a:moveTo>
                  <a:lnTo>
                    <a:pt x="149196" y="21314"/>
                  </a:lnTo>
                  <a:lnTo>
                    <a:pt x="0" y="21314"/>
                  </a:lnTo>
                  <a:lnTo>
                    <a:pt x="0" y="0"/>
                  </a:lnTo>
                  <a:lnTo>
                    <a:pt x="149196"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7" name="Freeform 216">
              <a:extLst>
                <a:ext uri="{FF2B5EF4-FFF2-40B4-BE49-F238E27FC236}">
                  <a16:creationId xmlns:a16="http://schemas.microsoft.com/office/drawing/2014/main" id="{0C80AD44-7C70-16A1-41E0-CC628EF59980}"/>
                </a:ext>
              </a:extLst>
            </p:cNvPr>
            <p:cNvSpPr/>
            <p:nvPr/>
          </p:nvSpPr>
          <p:spPr>
            <a:xfrm>
              <a:off x="7889979" y="6141902"/>
              <a:ext cx="21313" cy="95911"/>
            </a:xfrm>
            <a:custGeom>
              <a:avLst/>
              <a:gdLst>
                <a:gd name="csX0" fmla="*/ 21314 w 21313"/>
                <a:gd name="csY0" fmla="*/ 95911 h 95911"/>
                <a:gd name="csX1" fmla="*/ 0 w 21313"/>
                <a:gd name="csY1" fmla="*/ 95911 h 95911"/>
                <a:gd name="csX2" fmla="*/ 0 w 21313"/>
                <a:gd name="csY2" fmla="*/ 0 h 95911"/>
                <a:gd name="csX3" fmla="*/ 21314 w 21313"/>
                <a:gd name="csY3" fmla="*/ 0 h 95911"/>
                <a:gd name="csX4" fmla="*/ 21314 w 21313"/>
                <a:gd name="csY4" fmla="*/ 95911 h 95911"/>
              </a:gdLst>
              <a:ahLst/>
              <a:cxnLst>
                <a:cxn ang="0">
                  <a:pos x="csX0" y="csY0"/>
                </a:cxn>
                <a:cxn ang="0">
                  <a:pos x="csX1" y="csY1"/>
                </a:cxn>
                <a:cxn ang="0">
                  <a:pos x="csX2" y="csY2"/>
                </a:cxn>
                <a:cxn ang="0">
                  <a:pos x="csX3" y="csY3"/>
                </a:cxn>
                <a:cxn ang="0">
                  <a:pos x="csX4" y="csY4"/>
                </a:cxn>
              </a:cxnLst>
              <a:rect l="l" t="t" r="r" b="b"/>
              <a:pathLst>
                <a:path w="21313" h="95911">
                  <a:moveTo>
                    <a:pt x="21314" y="95911"/>
                  </a:moveTo>
                  <a:lnTo>
                    <a:pt x="0" y="95911"/>
                  </a:lnTo>
                  <a:lnTo>
                    <a:pt x="0" y="0"/>
                  </a:lnTo>
                  <a:lnTo>
                    <a:pt x="21314" y="0"/>
                  </a:lnTo>
                  <a:lnTo>
                    <a:pt x="21314" y="9591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18" name="Freeform 217">
              <a:extLst>
                <a:ext uri="{FF2B5EF4-FFF2-40B4-BE49-F238E27FC236}">
                  <a16:creationId xmlns:a16="http://schemas.microsoft.com/office/drawing/2014/main" id="{4F7FEEDE-E950-D0F8-082C-B26076A1A4E8}"/>
                </a:ext>
              </a:extLst>
            </p:cNvPr>
            <p:cNvSpPr/>
            <p:nvPr/>
          </p:nvSpPr>
          <p:spPr>
            <a:xfrm>
              <a:off x="7943263" y="6141902"/>
              <a:ext cx="21313" cy="95911"/>
            </a:xfrm>
            <a:custGeom>
              <a:avLst/>
              <a:gdLst>
                <a:gd name="csX0" fmla="*/ 21314 w 21313"/>
                <a:gd name="csY0" fmla="*/ 95911 h 95911"/>
                <a:gd name="csX1" fmla="*/ 0 w 21313"/>
                <a:gd name="csY1" fmla="*/ 95911 h 95911"/>
                <a:gd name="csX2" fmla="*/ 0 w 21313"/>
                <a:gd name="csY2" fmla="*/ 0 h 95911"/>
                <a:gd name="csX3" fmla="*/ 21314 w 21313"/>
                <a:gd name="csY3" fmla="*/ 0 h 95911"/>
                <a:gd name="csX4" fmla="*/ 21314 w 21313"/>
                <a:gd name="csY4" fmla="*/ 95911 h 95911"/>
              </a:gdLst>
              <a:ahLst/>
              <a:cxnLst>
                <a:cxn ang="0">
                  <a:pos x="csX0" y="csY0"/>
                </a:cxn>
                <a:cxn ang="0">
                  <a:pos x="csX1" y="csY1"/>
                </a:cxn>
                <a:cxn ang="0">
                  <a:pos x="csX2" y="csY2"/>
                </a:cxn>
                <a:cxn ang="0">
                  <a:pos x="csX3" y="csY3"/>
                </a:cxn>
                <a:cxn ang="0">
                  <a:pos x="csX4" y="csY4"/>
                </a:cxn>
              </a:cxnLst>
              <a:rect l="l" t="t" r="r" b="b"/>
              <a:pathLst>
                <a:path w="21313" h="95911">
                  <a:moveTo>
                    <a:pt x="21314" y="95911"/>
                  </a:moveTo>
                  <a:lnTo>
                    <a:pt x="0" y="95911"/>
                  </a:lnTo>
                  <a:lnTo>
                    <a:pt x="0" y="0"/>
                  </a:lnTo>
                  <a:lnTo>
                    <a:pt x="21314" y="0"/>
                  </a:lnTo>
                  <a:lnTo>
                    <a:pt x="21314" y="9591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19" name="Group 218">
            <a:extLst>
              <a:ext uri="{FF2B5EF4-FFF2-40B4-BE49-F238E27FC236}">
                <a16:creationId xmlns:a16="http://schemas.microsoft.com/office/drawing/2014/main" id="{E3E7C836-1719-CC32-0A0A-047C9A051E6C}"/>
              </a:ext>
            </a:extLst>
          </p:cNvPr>
          <p:cNvGrpSpPr/>
          <p:nvPr userDrawn="1"/>
        </p:nvGrpSpPr>
        <p:grpSpPr>
          <a:xfrm>
            <a:off x="9966534" y="5725746"/>
            <a:ext cx="287809" cy="287734"/>
            <a:chOff x="8811795" y="6030005"/>
            <a:chExt cx="287734" cy="287734"/>
          </a:xfrm>
        </p:grpSpPr>
        <p:sp>
          <p:nvSpPr>
            <p:cNvPr id="220" name="Freeform 219">
              <a:extLst>
                <a:ext uri="{FF2B5EF4-FFF2-40B4-BE49-F238E27FC236}">
                  <a16:creationId xmlns:a16="http://schemas.microsoft.com/office/drawing/2014/main" id="{FC2C2BC9-000B-4BE2-F662-AB2A9CC89091}"/>
                </a:ext>
              </a:extLst>
            </p:cNvPr>
            <p:cNvSpPr/>
            <p:nvPr/>
          </p:nvSpPr>
          <p:spPr>
            <a:xfrm>
              <a:off x="8811795" y="6099221"/>
              <a:ext cx="287734" cy="218145"/>
            </a:xfrm>
            <a:custGeom>
              <a:avLst/>
              <a:gdLst>
                <a:gd name="csX0" fmla="*/ 275533 w 287734"/>
                <a:gd name="csY0" fmla="*/ 21367 h 218145"/>
                <a:gd name="csX1" fmla="*/ 192410 w 287734"/>
                <a:gd name="csY1" fmla="*/ 73266 h 218145"/>
                <a:gd name="csX2" fmla="*/ 287734 w 287734"/>
                <a:gd name="csY2" fmla="*/ 197258 h 218145"/>
                <a:gd name="csX3" fmla="*/ 287682 w 287734"/>
                <a:gd name="csY3" fmla="*/ 197258 h 218145"/>
                <a:gd name="csX4" fmla="*/ 275533 w 287734"/>
                <a:gd name="csY4" fmla="*/ 197311 h 218145"/>
                <a:gd name="csX5" fmla="*/ 275533 w 287734"/>
                <a:gd name="csY5" fmla="*/ 209407 h 218145"/>
                <a:gd name="csX6" fmla="*/ 266794 w 287734"/>
                <a:gd name="csY6" fmla="*/ 218145 h 218145"/>
                <a:gd name="csX7" fmla="*/ 163103 w 287734"/>
                <a:gd name="csY7" fmla="*/ 109232 h 218145"/>
                <a:gd name="csX8" fmla="*/ 165128 w 287734"/>
                <a:gd name="csY8" fmla="*/ 88452 h 218145"/>
                <a:gd name="csX9" fmla="*/ 143867 w 287734"/>
                <a:gd name="csY9" fmla="*/ 86800 h 218145"/>
                <a:gd name="csX10" fmla="*/ 21314 w 287734"/>
                <a:gd name="csY10" fmla="*/ 197258 h 218145"/>
                <a:gd name="csX11" fmla="*/ 0 w 287734"/>
                <a:gd name="csY11" fmla="*/ 197258 h 218145"/>
                <a:gd name="csX12" fmla="*/ 143867 w 287734"/>
                <a:gd name="csY12" fmla="*/ 65486 h 218145"/>
                <a:gd name="csX13" fmla="*/ 171415 w 287734"/>
                <a:gd name="csY13" fmla="*/ 67937 h 218145"/>
                <a:gd name="csX14" fmla="*/ 275533 w 287734"/>
                <a:gd name="csY14" fmla="*/ 0 h 218145"/>
                <a:gd name="csX15" fmla="*/ 275533 w 287734"/>
                <a:gd name="csY15" fmla="*/ 21314 h 218145"/>
                <a:gd name="csX16" fmla="*/ 185908 w 287734"/>
                <a:gd name="csY16" fmla="*/ 93514 h 218145"/>
                <a:gd name="csX17" fmla="*/ 184417 w 287734"/>
                <a:gd name="csY17" fmla="*/ 109286 h 218145"/>
                <a:gd name="csX18" fmla="*/ 266421 w 287734"/>
                <a:gd name="csY18" fmla="*/ 196778 h 218145"/>
                <a:gd name="csX19" fmla="*/ 185908 w 287734"/>
                <a:gd name="csY19" fmla="*/ 93514 h 2181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18145">
                  <a:moveTo>
                    <a:pt x="275533" y="21367"/>
                  </a:moveTo>
                  <a:cubicBezTo>
                    <a:pt x="238341" y="21367"/>
                    <a:pt x="206636" y="42787"/>
                    <a:pt x="192410" y="73266"/>
                  </a:cubicBezTo>
                  <a:cubicBezTo>
                    <a:pt x="247559" y="91382"/>
                    <a:pt x="287682" y="139498"/>
                    <a:pt x="287734" y="197258"/>
                  </a:cubicBezTo>
                  <a:lnTo>
                    <a:pt x="287682" y="197258"/>
                  </a:lnTo>
                  <a:cubicBezTo>
                    <a:pt x="287682" y="197258"/>
                    <a:pt x="275533" y="197311"/>
                    <a:pt x="275533" y="197311"/>
                  </a:cubicBezTo>
                  <a:lnTo>
                    <a:pt x="275533" y="209407"/>
                  </a:lnTo>
                  <a:lnTo>
                    <a:pt x="266794" y="218145"/>
                  </a:lnTo>
                  <a:cubicBezTo>
                    <a:pt x="209088" y="213829"/>
                    <a:pt x="163103" y="166992"/>
                    <a:pt x="163103" y="109232"/>
                  </a:cubicBezTo>
                  <a:cubicBezTo>
                    <a:pt x="163103" y="102146"/>
                    <a:pt x="163796" y="95165"/>
                    <a:pt x="165128" y="88452"/>
                  </a:cubicBezTo>
                  <a:cubicBezTo>
                    <a:pt x="158254" y="87386"/>
                    <a:pt x="151167" y="86800"/>
                    <a:pt x="143867" y="86800"/>
                  </a:cubicBezTo>
                  <a:cubicBezTo>
                    <a:pt x="75237" y="86800"/>
                    <a:pt x="21314" y="137207"/>
                    <a:pt x="21314" y="197258"/>
                  </a:cubicBezTo>
                  <a:lnTo>
                    <a:pt x="0" y="197258"/>
                  </a:lnTo>
                  <a:cubicBezTo>
                    <a:pt x="0" y="123566"/>
                    <a:pt x="65380" y="65486"/>
                    <a:pt x="143867" y="65486"/>
                  </a:cubicBezTo>
                  <a:cubicBezTo>
                    <a:pt x="153245" y="65486"/>
                    <a:pt x="162464" y="66339"/>
                    <a:pt x="171415" y="67937"/>
                  </a:cubicBezTo>
                  <a:cubicBezTo>
                    <a:pt x="188200" y="27974"/>
                    <a:pt x="228696" y="0"/>
                    <a:pt x="275533" y="0"/>
                  </a:cubicBezTo>
                  <a:lnTo>
                    <a:pt x="275533" y="21314"/>
                  </a:lnTo>
                  <a:close/>
                  <a:moveTo>
                    <a:pt x="185908" y="93514"/>
                  </a:moveTo>
                  <a:cubicBezTo>
                    <a:pt x="184950" y="98629"/>
                    <a:pt x="184417" y="103904"/>
                    <a:pt x="184417" y="109286"/>
                  </a:cubicBezTo>
                  <a:cubicBezTo>
                    <a:pt x="184417" y="154577"/>
                    <a:pt x="220117" y="192302"/>
                    <a:pt x="266421" y="196778"/>
                  </a:cubicBezTo>
                  <a:cubicBezTo>
                    <a:pt x="266155" y="149942"/>
                    <a:pt x="233118" y="109072"/>
                    <a:pt x="185908" y="93514"/>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1" name="Freeform 220">
              <a:extLst>
                <a:ext uri="{FF2B5EF4-FFF2-40B4-BE49-F238E27FC236}">
                  <a16:creationId xmlns:a16="http://schemas.microsoft.com/office/drawing/2014/main" id="{732A14A0-CE67-A38F-2017-ED27F13C5E07}"/>
                </a:ext>
              </a:extLst>
            </p:cNvPr>
            <p:cNvSpPr/>
            <p:nvPr/>
          </p:nvSpPr>
          <p:spPr>
            <a:xfrm>
              <a:off x="8849094" y="6067304"/>
              <a:ext cx="85254" cy="85254"/>
            </a:xfrm>
            <a:custGeom>
              <a:avLst/>
              <a:gdLst>
                <a:gd name="csX0" fmla="*/ 63941 w 85254"/>
                <a:gd name="csY0" fmla="*/ 42627 h 85254"/>
                <a:gd name="csX1" fmla="*/ 42627 w 85254"/>
                <a:gd name="csY1" fmla="*/ 21314 h 85254"/>
                <a:gd name="csX2" fmla="*/ 21314 w 85254"/>
                <a:gd name="csY2" fmla="*/ 42627 h 85254"/>
                <a:gd name="csX3" fmla="*/ 42627 w 85254"/>
                <a:gd name="csY3" fmla="*/ 63941 h 85254"/>
                <a:gd name="csX4" fmla="*/ 63941 w 85254"/>
                <a:gd name="csY4" fmla="*/ 42627 h 85254"/>
                <a:gd name="csX5" fmla="*/ 85255 w 85254"/>
                <a:gd name="csY5" fmla="*/ 42627 h 85254"/>
                <a:gd name="csX6" fmla="*/ 42627 w 85254"/>
                <a:gd name="csY6" fmla="*/ 85255 h 85254"/>
                <a:gd name="csX7" fmla="*/ 0 w 85254"/>
                <a:gd name="csY7" fmla="*/ 42627 h 85254"/>
                <a:gd name="csX8" fmla="*/ 42627 w 85254"/>
                <a:gd name="csY8" fmla="*/ 0 h 85254"/>
                <a:gd name="csX9" fmla="*/ 85255 w 85254"/>
                <a:gd name="csY9" fmla="*/ 42627 h 852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85254" h="85254">
                  <a:moveTo>
                    <a:pt x="63941" y="42627"/>
                  </a:moveTo>
                  <a:cubicBezTo>
                    <a:pt x="63941" y="30851"/>
                    <a:pt x="54404" y="21314"/>
                    <a:pt x="42627" y="21314"/>
                  </a:cubicBezTo>
                  <a:cubicBezTo>
                    <a:pt x="30852" y="21314"/>
                    <a:pt x="21314" y="30851"/>
                    <a:pt x="21314" y="42627"/>
                  </a:cubicBezTo>
                  <a:cubicBezTo>
                    <a:pt x="21314" y="54403"/>
                    <a:pt x="30852" y="63941"/>
                    <a:pt x="42627" y="63941"/>
                  </a:cubicBezTo>
                  <a:cubicBezTo>
                    <a:pt x="54404" y="63941"/>
                    <a:pt x="63941" y="54403"/>
                    <a:pt x="63941" y="42627"/>
                  </a:cubicBezTo>
                  <a:close/>
                  <a:moveTo>
                    <a:pt x="85255" y="42627"/>
                  </a:moveTo>
                  <a:cubicBezTo>
                    <a:pt x="85255" y="66179"/>
                    <a:pt x="66179" y="85255"/>
                    <a:pt x="42627" y="85255"/>
                  </a:cubicBezTo>
                  <a:cubicBezTo>
                    <a:pt x="19076" y="85255"/>
                    <a:pt x="0" y="66179"/>
                    <a:pt x="0" y="42627"/>
                  </a:cubicBezTo>
                  <a:cubicBezTo>
                    <a:pt x="0" y="19075"/>
                    <a:pt x="19076" y="0"/>
                    <a:pt x="42627" y="0"/>
                  </a:cubicBezTo>
                  <a:cubicBezTo>
                    <a:pt x="66179" y="0"/>
                    <a:pt x="85255" y="19075"/>
                    <a:pt x="85255" y="4262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2" name="Freeform 221">
              <a:extLst>
                <a:ext uri="{FF2B5EF4-FFF2-40B4-BE49-F238E27FC236}">
                  <a16:creationId xmlns:a16="http://schemas.microsoft.com/office/drawing/2014/main" id="{D03A6090-1DBA-36BA-3ED3-B6625AFF5FAB}"/>
                </a:ext>
              </a:extLst>
            </p:cNvPr>
            <p:cNvSpPr/>
            <p:nvPr/>
          </p:nvSpPr>
          <p:spPr>
            <a:xfrm>
              <a:off x="8811795" y="6030005"/>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23" name="Group 222">
            <a:extLst>
              <a:ext uri="{FF2B5EF4-FFF2-40B4-BE49-F238E27FC236}">
                <a16:creationId xmlns:a16="http://schemas.microsoft.com/office/drawing/2014/main" id="{30800163-C14C-CBAC-BF1B-45FFD8CDAB59}"/>
              </a:ext>
            </a:extLst>
          </p:cNvPr>
          <p:cNvGrpSpPr/>
          <p:nvPr userDrawn="1"/>
        </p:nvGrpSpPr>
        <p:grpSpPr>
          <a:xfrm>
            <a:off x="1869625" y="4766632"/>
            <a:ext cx="287809" cy="287734"/>
            <a:chOff x="1613106" y="5070891"/>
            <a:chExt cx="287734" cy="287734"/>
          </a:xfrm>
        </p:grpSpPr>
        <p:sp>
          <p:nvSpPr>
            <p:cNvPr id="224" name="Freeform 223">
              <a:extLst>
                <a:ext uri="{FF2B5EF4-FFF2-40B4-BE49-F238E27FC236}">
                  <a16:creationId xmlns:a16="http://schemas.microsoft.com/office/drawing/2014/main" id="{86A4B92F-4481-363C-2BE9-E22B973B66E2}"/>
                </a:ext>
              </a:extLst>
            </p:cNvPr>
            <p:cNvSpPr/>
            <p:nvPr/>
          </p:nvSpPr>
          <p:spPr>
            <a:xfrm>
              <a:off x="1613106" y="5070891"/>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5" name="Freeform 224">
              <a:extLst>
                <a:ext uri="{FF2B5EF4-FFF2-40B4-BE49-F238E27FC236}">
                  <a16:creationId xmlns:a16="http://schemas.microsoft.com/office/drawing/2014/main" id="{A11E746D-F448-A157-C27E-11CA9B79BC6A}"/>
                </a:ext>
              </a:extLst>
            </p:cNvPr>
            <p:cNvSpPr/>
            <p:nvPr/>
          </p:nvSpPr>
          <p:spPr>
            <a:xfrm>
              <a:off x="1709924" y="5173036"/>
              <a:ext cx="110085" cy="78754"/>
            </a:xfrm>
            <a:custGeom>
              <a:avLst/>
              <a:gdLst>
                <a:gd name="csX0" fmla="*/ 110085 w 110085"/>
                <a:gd name="csY0" fmla="*/ 14866 h 78754"/>
                <a:gd name="csX1" fmla="*/ 48009 w 110085"/>
                <a:gd name="csY1" fmla="*/ 78434 h 78754"/>
                <a:gd name="csX2" fmla="*/ 33036 w 110085"/>
                <a:gd name="csY2" fmla="*/ 78754 h 78754"/>
                <a:gd name="csX3" fmla="*/ 0 w 110085"/>
                <a:gd name="csY3" fmla="*/ 47423 h 78754"/>
                <a:gd name="csX4" fmla="*/ 14653 w 110085"/>
                <a:gd name="csY4" fmla="*/ 31970 h 78754"/>
                <a:gd name="csX5" fmla="*/ 40070 w 110085"/>
                <a:gd name="csY5" fmla="*/ 56055 h 78754"/>
                <a:gd name="csX6" fmla="*/ 94793 w 110085"/>
                <a:gd name="csY6" fmla="*/ 0 h 78754"/>
                <a:gd name="csX7" fmla="*/ 110032 w 110085"/>
                <a:gd name="csY7" fmla="*/ 14866 h 78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0085" h="78754">
                  <a:moveTo>
                    <a:pt x="110085" y="14866"/>
                  </a:moveTo>
                  <a:lnTo>
                    <a:pt x="48009" y="78434"/>
                  </a:lnTo>
                  <a:lnTo>
                    <a:pt x="33036" y="78754"/>
                  </a:lnTo>
                  <a:lnTo>
                    <a:pt x="0" y="47423"/>
                  </a:lnTo>
                  <a:lnTo>
                    <a:pt x="14653" y="31970"/>
                  </a:lnTo>
                  <a:lnTo>
                    <a:pt x="40070" y="56055"/>
                  </a:lnTo>
                  <a:lnTo>
                    <a:pt x="94793" y="0"/>
                  </a:lnTo>
                  <a:lnTo>
                    <a:pt x="110032" y="1486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26" name="Group 225">
            <a:extLst>
              <a:ext uri="{FF2B5EF4-FFF2-40B4-BE49-F238E27FC236}">
                <a16:creationId xmlns:a16="http://schemas.microsoft.com/office/drawing/2014/main" id="{93116386-45A1-4AA7-5AFB-549F4E969C32}"/>
              </a:ext>
            </a:extLst>
          </p:cNvPr>
          <p:cNvGrpSpPr/>
          <p:nvPr userDrawn="1"/>
        </p:nvGrpSpPr>
        <p:grpSpPr>
          <a:xfrm>
            <a:off x="3015667" y="4766632"/>
            <a:ext cx="287809" cy="287734"/>
            <a:chOff x="2630834" y="5070891"/>
            <a:chExt cx="287734" cy="287734"/>
          </a:xfrm>
        </p:grpSpPr>
        <p:sp>
          <p:nvSpPr>
            <p:cNvPr id="227" name="Freeform 226">
              <a:extLst>
                <a:ext uri="{FF2B5EF4-FFF2-40B4-BE49-F238E27FC236}">
                  <a16:creationId xmlns:a16="http://schemas.microsoft.com/office/drawing/2014/main" id="{61D92709-5337-2870-E58F-FE04B544CC19}"/>
                </a:ext>
              </a:extLst>
            </p:cNvPr>
            <p:cNvSpPr/>
            <p:nvPr/>
          </p:nvSpPr>
          <p:spPr>
            <a:xfrm>
              <a:off x="2759621" y="5135738"/>
              <a:ext cx="94099" cy="94099"/>
            </a:xfrm>
            <a:custGeom>
              <a:avLst/>
              <a:gdLst>
                <a:gd name="csX0" fmla="*/ 94100 w 94099"/>
                <a:gd name="csY0" fmla="*/ 15080 h 94099"/>
                <a:gd name="csX1" fmla="*/ 15080 w 94099"/>
                <a:gd name="csY1" fmla="*/ 94100 h 94099"/>
                <a:gd name="csX2" fmla="*/ 0 w 94099"/>
                <a:gd name="csY2" fmla="*/ 79020 h 94099"/>
                <a:gd name="csX3" fmla="*/ 79020 w 94099"/>
                <a:gd name="csY3" fmla="*/ 0 h 94099"/>
                <a:gd name="csX4" fmla="*/ 94100 w 94099"/>
                <a:gd name="csY4" fmla="*/ 15080 h 94099"/>
              </a:gdLst>
              <a:ahLst/>
              <a:cxnLst>
                <a:cxn ang="0">
                  <a:pos x="csX0" y="csY0"/>
                </a:cxn>
                <a:cxn ang="0">
                  <a:pos x="csX1" y="csY1"/>
                </a:cxn>
                <a:cxn ang="0">
                  <a:pos x="csX2" y="csY2"/>
                </a:cxn>
                <a:cxn ang="0">
                  <a:pos x="csX3" y="csY3"/>
                </a:cxn>
                <a:cxn ang="0">
                  <a:pos x="csX4" y="csY4"/>
                </a:cxn>
              </a:cxnLst>
              <a:rect l="l" t="t" r="r" b="b"/>
              <a:pathLst>
                <a:path w="94099" h="94099">
                  <a:moveTo>
                    <a:pt x="94100" y="15080"/>
                  </a:moveTo>
                  <a:lnTo>
                    <a:pt x="15080" y="94100"/>
                  </a:lnTo>
                  <a:lnTo>
                    <a:pt x="0" y="79020"/>
                  </a:lnTo>
                  <a:lnTo>
                    <a:pt x="79020" y="0"/>
                  </a:lnTo>
                  <a:lnTo>
                    <a:pt x="9410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8" name="Freeform 227">
              <a:extLst>
                <a:ext uri="{FF2B5EF4-FFF2-40B4-BE49-F238E27FC236}">
                  <a16:creationId xmlns:a16="http://schemas.microsoft.com/office/drawing/2014/main" id="{FC2F1095-F49C-C082-B776-A3E4580B2745}"/>
                </a:ext>
              </a:extLst>
            </p:cNvPr>
            <p:cNvSpPr/>
            <p:nvPr/>
          </p:nvSpPr>
          <p:spPr>
            <a:xfrm>
              <a:off x="2744595" y="5184599"/>
              <a:ext cx="60317" cy="60317"/>
            </a:xfrm>
            <a:custGeom>
              <a:avLst/>
              <a:gdLst>
                <a:gd name="csX0" fmla="*/ 0 w 60317"/>
                <a:gd name="csY0" fmla="*/ 30159 h 60317"/>
                <a:gd name="csX1" fmla="*/ 30159 w 60317"/>
                <a:gd name="csY1" fmla="*/ 0 h 60317"/>
                <a:gd name="csX2" fmla="*/ 60318 w 60317"/>
                <a:gd name="csY2" fmla="*/ 30159 h 60317"/>
                <a:gd name="csX3" fmla="*/ 30159 w 60317"/>
                <a:gd name="csY3" fmla="*/ 60318 h 60317"/>
                <a:gd name="csX4" fmla="*/ 0 w 60317"/>
                <a:gd name="csY4" fmla="*/ 30159 h 60317"/>
              </a:gdLst>
              <a:ahLst/>
              <a:cxnLst>
                <a:cxn ang="0">
                  <a:pos x="csX0" y="csY0"/>
                </a:cxn>
                <a:cxn ang="0">
                  <a:pos x="csX1" y="csY1"/>
                </a:cxn>
                <a:cxn ang="0">
                  <a:pos x="csX2" y="csY2"/>
                </a:cxn>
                <a:cxn ang="0">
                  <a:pos x="csX3" y="csY3"/>
                </a:cxn>
                <a:cxn ang="0">
                  <a:pos x="csX4" y="csY4"/>
                </a:cxn>
              </a:cxnLst>
              <a:rect l="l" t="t" r="r" b="b"/>
              <a:pathLst>
                <a:path w="60317" h="60317">
                  <a:moveTo>
                    <a:pt x="0" y="30159"/>
                  </a:moveTo>
                  <a:lnTo>
                    <a:pt x="30159" y="0"/>
                  </a:lnTo>
                  <a:lnTo>
                    <a:pt x="60318" y="30159"/>
                  </a:lnTo>
                  <a:lnTo>
                    <a:pt x="30159" y="60318"/>
                  </a:lnTo>
                  <a:lnTo>
                    <a:pt x="0" y="3015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29" name="Freeform 228">
              <a:extLst>
                <a:ext uri="{FF2B5EF4-FFF2-40B4-BE49-F238E27FC236}">
                  <a16:creationId xmlns:a16="http://schemas.microsoft.com/office/drawing/2014/main" id="{6A36E3AE-9E99-D3DD-E691-3EB1B5FAD3C8}"/>
                </a:ext>
              </a:extLst>
            </p:cNvPr>
            <p:cNvSpPr/>
            <p:nvPr/>
          </p:nvSpPr>
          <p:spPr>
            <a:xfrm>
              <a:off x="2744542" y="5184599"/>
              <a:ext cx="60317" cy="60317"/>
            </a:xfrm>
            <a:custGeom>
              <a:avLst/>
              <a:gdLst>
                <a:gd name="csX0" fmla="*/ 30159 w 60317"/>
                <a:gd name="csY0" fmla="*/ 0 h 60317"/>
                <a:gd name="csX1" fmla="*/ 60318 w 60317"/>
                <a:gd name="csY1" fmla="*/ 30159 h 60317"/>
                <a:gd name="csX2" fmla="*/ 30159 w 60317"/>
                <a:gd name="csY2" fmla="*/ 60318 h 60317"/>
                <a:gd name="csX3" fmla="*/ 0 w 60317"/>
                <a:gd name="csY3" fmla="*/ 30159 h 60317"/>
                <a:gd name="csX4" fmla="*/ 30159 w 60317"/>
                <a:gd name="csY4" fmla="*/ 0 h 60317"/>
              </a:gdLst>
              <a:ahLst/>
              <a:cxnLst>
                <a:cxn ang="0">
                  <a:pos x="csX0" y="csY0"/>
                </a:cxn>
                <a:cxn ang="0">
                  <a:pos x="csX1" y="csY1"/>
                </a:cxn>
                <a:cxn ang="0">
                  <a:pos x="csX2" y="csY2"/>
                </a:cxn>
                <a:cxn ang="0">
                  <a:pos x="csX3" y="csY3"/>
                </a:cxn>
                <a:cxn ang="0">
                  <a:pos x="csX4" y="csY4"/>
                </a:cxn>
              </a:cxnLst>
              <a:rect l="l" t="t" r="r" b="b"/>
              <a:pathLst>
                <a:path w="60317" h="60317">
                  <a:moveTo>
                    <a:pt x="30159" y="0"/>
                  </a:moveTo>
                  <a:lnTo>
                    <a:pt x="60318" y="30159"/>
                  </a:lnTo>
                  <a:lnTo>
                    <a:pt x="30159" y="60318"/>
                  </a:lnTo>
                  <a:lnTo>
                    <a:pt x="0" y="30159"/>
                  </a:lnTo>
                  <a:lnTo>
                    <a:pt x="30159"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0" name="Freeform 229">
              <a:extLst>
                <a:ext uri="{FF2B5EF4-FFF2-40B4-BE49-F238E27FC236}">
                  <a16:creationId xmlns:a16="http://schemas.microsoft.com/office/drawing/2014/main" id="{08E8B1F4-9832-2B8B-1027-7C468E98E4D5}"/>
                </a:ext>
              </a:extLst>
            </p:cNvPr>
            <p:cNvSpPr/>
            <p:nvPr/>
          </p:nvSpPr>
          <p:spPr>
            <a:xfrm>
              <a:off x="2630834" y="5070891"/>
              <a:ext cx="287734" cy="287734"/>
            </a:xfrm>
            <a:custGeom>
              <a:avLst/>
              <a:gdLst>
                <a:gd name="csX0" fmla="*/ 0 w 287734"/>
                <a:gd name="csY0" fmla="*/ 143867 h 287734"/>
                <a:gd name="csX1" fmla="*/ 143867 w 287734"/>
                <a:gd name="csY1" fmla="*/ 0 h 287734"/>
                <a:gd name="csX2" fmla="*/ 287734 w 287734"/>
                <a:gd name="csY2" fmla="*/ 143867 h 287734"/>
                <a:gd name="csX3" fmla="*/ 266421 w 287734"/>
                <a:gd name="csY3" fmla="*/ 143867 h 287734"/>
                <a:gd name="csX4" fmla="*/ 143867 w 287734"/>
                <a:gd name="csY4" fmla="*/ 21314 h 287734"/>
                <a:gd name="csX5" fmla="*/ 21314 w 287734"/>
                <a:gd name="csY5" fmla="*/ 143867 h 287734"/>
                <a:gd name="csX6" fmla="*/ 143867 w 287734"/>
                <a:gd name="csY6" fmla="*/ 266421 h 287734"/>
                <a:gd name="csX7" fmla="*/ 143867 w 287734"/>
                <a:gd name="csY7" fmla="*/ 287734 h 287734"/>
                <a:gd name="csX8" fmla="*/ 0 w 287734"/>
                <a:gd name="csY8"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7734" h="287734">
                  <a:moveTo>
                    <a:pt x="0" y="143867"/>
                  </a:moveTo>
                  <a:cubicBezTo>
                    <a:pt x="0" y="64420"/>
                    <a:pt x="64421" y="0"/>
                    <a:pt x="143867" y="0"/>
                  </a:cubicBezTo>
                  <a:cubicBezTo>
                    <a:pt x="223314" y="0"/>
                    <a:pt x="287734" y="64420"/>
                    <a:pt x="287734" y="143867"/>
                  </a:cubicBezTo>
                  <a:lnTo>
                    <a:pt x="266421" y="143867"/>
                  </a:lnTo>
                  <a:cubicBezTo>
                    <a:pt x="266421" y="76196"/>
                    <a:pt x="211538" y="21314"/>
                    <a:pt x="143867" y="21314"/>
                  </a:cubicBezTo>
                  <a:cubicBezTo>
                    <a:pt x="76196" y="21314"/>
                    <a:pt x="21314" y="76196"/>
                    <a:pt x="21314" y="143867"/>
                  </a:cubicBezTo>
                  <a:cubicBezTo>
                    <a:pt x="21314" y="211538"/>
                    <a:pt x="76196" y="266421"/>
                    <a:pt x="143867" y="266421"/>
                  </a:cubicBezTo>
                  <a:lnTo>
                    <a:pt x="143867" y="287734"/>
                  </a:lnTo>
                  <a:cubicBezTo>
                    <a:pt x="64421" y="287734"/>
                    <a:pt x="0" y="223314"/>
                    <a:pt x="0"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1" name="Freeform 230">
              <a:extLst>
                <a:ext uri="{FF2B5EF4-FFF2-40B4-BE49-F238E27FC236}">
                  <a16:creationId xmlns:a16="http://schemas.microsoft.com/office/drawing/2014/main" id="{1AA38AB9-4D15-EA96-2200-B33A3B89977E}"/>
                </a:ext>
              </a:extLst>
            </p:cNvPr>
            <p:cNvSpPr/>
            <p:nvPr/>
          </p:nvSpPr>
          <p:spPr>
            <a:xfrm>
              <a:off x="2673461" y="5113518"/>
              <a:ext cx="128041" cy="190597"/>
            </a:xfrm>
            <a:custGeom>
              <a:avLst/>
              <a:gdLst>
                <a:gd name="csX0" fmla="*/ 0 w 128041"/>
                <a:gd name="csY0" fmla="*/ 101240 h 190597"/>
                <a:gd name="csX1" fmla="*/ 101240 w 128041"/>
                <a:gd name="csY1" fmla="*/ 0 h 190597"/>
                <a:gd name="csX2" fmla="*/ 128042 w 128041"/>
                <a:gd name="csY2" fmla="*/ 3570 h 190597"/>
                <a:gd name="csX3" fmla="*/ 122394 w 128041"/>
                <a:gd name="csY3" fmla="*/ 24138 h 190597"/>
                <a:gd name="csX4" fmla="*/ 101240 w 128041"/>
                <a:gd name="csY4" fmla="*/ 21314 h 190597"/>
                <a:gd name="csX5" fmla="*/ 21314 w 128041"/>
                <a:gd name="csY5" fmla="*/ 101240 h 190597"/>
                <a:gd name="csX6" fmla="*/ 63621 w 128041"/>
                <a:gd name="csY6" fmla="*/ 171788 h 190597"/>
                <a:gd name="csX7" fmla="*/ 53604 w 128041"/>
                <a:gd name="csY7" fmla="*/ 190597 h 190597"/>
                <a:gd name="csX8" fmla="*/ 0 w 128041"/>
                <a:gd name="csY8" fmla="*/ 101240 h 190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8041" h="190597">
                  <a:moveTo>
                    <a:pt x="0" y="101240"/>
                  </a:moveTo>
                  <a:cubicBezTo>
                    <a:pt x="0" y="45345"/>
                    <a:pt x="45345" y="0"/>
                    <a:pt x="101240" y="0"/>
                  </a:cubicBezTo>
                  <a:cubicBezTo>
                    <a:pt x="110511" y="0"/>
                    <a:pt x="119463" y="1225"/>
                    <a:pt x="128042" y="3570"/>
                  </a:cubicBezTo>
                  <a:lnTo>
                    <a:pt x="122394" y="24138"/>
                  </a:lnTo>
                  <a:cubicBezTo>
                    <a:pt x="115680" y="22273"/>
                    <a:pt x="108593" y="21314"/>
                    <a:pt x="101240" y="21314"/>
                  </a:cubicBezTo>
                  <a:cubicBezTo>
                    <a:pt x="57121" y="21314"/>
                    <a:pt x="21314" y="57120"/>
                    <a:pt x="21314" y="101240"/>
                  </a:cubicBezTo>
                  <a:cubicBezTo>
                    <a:pt x="21314" y="131772"/>
                    <a:pt x="38418" y="158307"/>
                    <a:pt x="63621" y="171788"/>
                  </a:cubicBezTo>
                  <a:lnTo>
                    <a:pt x="53604" y="190597"/>
                  </a:lnTo>
                  <a:cubicBezTo>
                    <a:pt x="21740" y="173546"/>
                    <a:pt x="0" y="139977"/>
                    <a:pt x="0" y="101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32" name="Group 231">
            <a:extLst>
              <a:ext uri="{FF2B5EF4-FFF2-40B4-BE49-F238E27FC236}">
                <a16:creationId xmlns:a16="http://schemas.microsoft.com/office/drawing/2014/main" id="{6B67A922-BEB1-71A0-7823-D24A74439291}"/>
              </a:ext>
            </a:extLst>
          </p:cNvPr>
          <p:cNvGrpSpPr/>
          <p:nvPr userDrawn="1"/>
        </p:nvGrpSpPr>
        <p:grpSpPr>
          <a:xfrm>
            <a:off x="4167039" y="4766632"/>
            <a:ext cx="287810" cy="287734"/>
            <a:chOff x="3653889" y="5070891"/>
            <a:chExt cx="287735" cy="287734"/>
          </a:xfrm>
        </p:grpSpPr>
        <p:sp>
          <p:nvSpPr>
            <p:cNvPr id="233" name="Freeform 232">
              <a:extLst>
                <a:ext uri="{FF2B5EF4-FFF2-40B4-BE49-F238E27FC236}">
                  <a16:creationId xmlns:a16="http://schemas.microsoft.com/office/drawing/2014/main" id="{63BC698B-F90A-2DF4-DC2D-4F9CFA055BA8}"/>
                </a:ext>
              </a:extLst>
            </p:cNvPr>
            <p:cNvSpPr/>
            <p:nvPr/>
          </p:nvSpPr>
          <p:spPr>
            <a:xfrm>
              <a:off x="3760458" y="5177459"/>
              <a:ext cx="181166" cy="181166"/>
            </a:xfrm>
            <a:custGeom>
              <a:avLst/>
              <a:gdLst>
                <a:gd name="csX0" fmla="*/ 159852 w 181166"/>
                <a:gd name="csY0" fmla="*/ 21314 h 181166"/>
                <a:gd name="csX1" fmla="*/ 21314 w 181166"/>
                <a:gd name="csY1" fmla="*/ 21314 h 181166"/>
                <a:gd name="csX2" fmla="*/ 21314 w 181166"/>
                <a:gd name="csY2" fmla="*/ 159852 h 181166"/>
                <a:gd name="csX3" fmla="*/ 159852 w 181166"/>
                <a:gd name="csY3" fmla="*/ 159852 h 181166"/>
                <a:gd name="csX4" fmla="*/ 159852 w 181166"/>
                <a:gd name="csY4" fmla="*/ 21314 h 181166"/>
                <a:gd name="csX5" fmla="*/ 181166 w 181166"/>
                <a:gd name="csY5" fmla="*/ 159852 h 181166"/>
                <a:gd name="csX6" fmla="*/ 159852 w 181166"/>
                <a:gd name="csY6" fmla="*/ 181166 h 181166"/>
                <a:gd name="csX7" fmla="*/ 21314 w 181166"/>
                <a:gd name="csY7" fmla="*/ 181166 h 181166"/>
                <a:gd name="csX8" fmla="*/ 0 w 181166"/>
                <a:gd name="csY8" fmla="*/ 159852 h 181166"/>
                <a:gd name="csX9" fmla="*/ 0 w 181166"/>
                <a:gd name="csY9" fmla="*/ 21314 h 181166"/>
                <a:gd name="csX10" fmla="*/ 21314 w 181166"/>
                <a:gd name="csY10" fmla="*/ 0 h 181166"/>
                <a:gd name="csX11" fmla="*/ 159852 w 181166"/>
                <a:gd name="csY11" fmla="*/ 0 h 181166"/>
                <a:gd name="csX12" fmla="*/ 181166 w 181166"/>
                <a:gd name="csY12" fmla="*/ 21314 h 181166"/>
                <a:gd name="csX13" fmla="*/ 181166 w 181166"/>
                <a:gd name="csY13" fmla="*/ 159852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1166" h="181166">
                  <a:moveTo>
                    <a:pt x="159852" y="21314"/>
                  </a:moveTo>
                  <a:lnTo>
                    <a:pt x="21314" y="21314"/>
                  </a:lnTo>
                  <a:lnTo>
                    <a:pt x="21314" y="159852"/>
                  </a:lnTo>
                  <a:lnTo>
                    <a:pt x="159852" y="159852"/>
                  </a:lnTo>
                  <a:lnTo>
                    <a:pt x="159852" y="21314"/>
                  </a:lnTo>
                  <a:close/>
                  <a:moveTo>
                    <a:pt x="181166" y="159852"/>
                  </a:moveTo>
                  <a:lnTo>
                    <a:pt x="159852" y="181166"/>
                  </a:lnTo>
                  <a:lnTo>
                    <a:pt x="21314" y="181166"/>
                  </a:lnTo>
                  <a:lnTo>
                    <a:pt x="0" y="159852"/>
                  </a:lnTo>
                  <a:lnTo>
                    <a:pt x="0" y="21314"/>
                  </a:lnTo>
                  <a:lnTo>
                    <a:pt x="21314" y="0"/>
                  </a:lnTo>
                  <a:lnTo>
                    <a:pt x="159852" y="0"/>
                  </a:lnTo>
                  <a:lnTo>
                    <a:pt x="181166" y="21314"/>
                  </a:lnTo>
                  <a:lnTo>
                    <a:pt x="181166" y="1598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4" name="Freeform 233">
              <a:extLst>
                <a:ext uri="{FF2B5EF4-FFF2-40B4-BE49-F238E27FC236}">
                  <a16:creationId xmlns:a16="http://schemas.microsoft.com/office/drawing/2014/main" id="{C8B2F1A8-1C37-9B8C-A00B-D7FC63B8CA3D}"/>
                </a:ext>
              </a:extLst>
            </p:cNvPr>
            <p:cNvSpPr/>
            <p:nvPr/>
          </p:nvSpPr>
          <p:spPr>
            <a:xfrm>
              <a:off x="3653889" y="5070891"/>
              <a:ext cx="181166" cy="181166"/>
            </a:xfrm>
            <a:custGeom>
              <a:avLst/>
              <a:gdLst>
                <a:gd name="csX0" fmla="*/ 21314 w 181166"/>
                <a:gd name="csY0" fmla="*/ 0 h 181166"/>
                <a:gd name="csX1" fmla="*/ 0 w 181166"/>
                <a:gd name="csY1" fmla="*/ 21314 h 181166"/>
                <a:gd name="csX2" fmla="*/ 0 w 181166"/>
                <a:gd name="csY2" fmla="*/ 159852 h 181166"/>
                <a:gd name="csX3" fmla="*/ 21314 w 181166"/>
                <a:gd name="csY3" fmla="*/ 181166 h 181166"/>
                <a:gd name="csX4" fmla="*/ 85255 w 181166"/>
                <a:gd name="csY4" fmla="*/ 181166 h 181166"/>
                <a:gd name="csX5" fmla="*/ 85255 w 181166"/>
                <a:gd name="csY5" fmla="*/ 159852 h 181166"/>
                <a:gd name="csX6" fmla="*/ 21314 w 181166"/>
                <a:gd name="csY6" fmla="*/ 159852 h 181166"/>
                <a:gd name="csX7" fmla="*/ 21314 w 181166"/>
                <a:gd name="csY7" fmla="*/ 21314 h 181166"/>
                <a:gd name="csX8" fmla="*/ 159852 w 181166"/>
                <a:gd name="csY8" fmla="*/ 21314 h 181166"/>
                <a:gd name="csX9" fmla="*/ 159852 w 181166"/>
                <a:gd name="csY9" fmla="*/ 85255 h 181166"/>
                <a:gd name="csX10" fmla="*/ 181166 w 181166"/>
                <a:gd name="csY10" fmla="*/ 85255 h 181166"/>
                <a:gd name="csX11" fmla="*/ 181166 w 181166"/>
                <a:gd name="csY11" fmla="*/ 21314 h 181166"/>
                <a:gd name="csX12" fmla="*/ 159852 w 181166"/>
                <a:gd name="csY12" fmla="*/ 0 h 181166"/>
                <a:gd name="csX13" fmla="*/ 21314 w 181166"/>
                <a:gd name="csY13" fmla="*/ 0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1166" h="181166">
                  <a:moveTo>
                    <a:pt x="21314" y="0"/>
                  </a:moveTo>
                  <a:lnTo>
                    <a:pt x="0" y="21314"/>
                  </a:lnTo>
                  <a:lnTo>
                    <a:pt x="0" y="159852"/>
                  </a:lnTo>
                  <a:lnTo>
                    <a:pt x="21314" y="181166"/>
                  </a:lnTo>
                  <a:lnTo>
                    <a:pt x="85255" y="181166"/>
                  </a:lnTo>
                  <a:lnTo>
                    <a:pt x="85255" y="159852"/>
                  </a:lnTo>
                  <a:lnTo>
                    <a:pt x="21314" y="159852"/>
                  </a:lnTo>
                  <a:lnTo>
                    <a:pt x="21314" y="21314"/>
                  </a:lnTo>
                  <a:lnTo>
                    <a:pt x="159852" y="21314"/>
                  </a:lnTo>
                  <a:lnTo>
                    <a:pt x="159852" y="85255"/>
                  </a:lnTo>
                  <a:lnTo>
                    <a:pt x="181166" y="85255"/>
                  </a:lnTo>
                  <a:lnTo>
                    <a:pt x="181166" y="21314"/>
                  </a:lnTo>
                  <a:lnTo>
                    <a:pt x="159852"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35" name="Group 234">
            <a:extLst>
              <a:ext uri="{FF2B5EF4-FFF2-40B4-BE49-F238E27FC236}">
                <a16:creationId xmlns:a16="http://schemas.microsoft.com/office/drawing/2014/main" id="{625D2603-2E7C-D8BD-98E3-52F8D8165F96}"/>
              </a:ext>
            </a:extLst>
          </p:cNvPr>
          <p:cNvGrpSpPr/>
          <p:nvPr userDrawn="1"/>
        </p:nvGrpSpPr>
        <p:grpSpPr>
          <a:xfrm>
            <a:off x="6496431" y="4766578"/>
            <a:ext cx="287809" cy="287788"/>
            <a:chOff x="5726643" y="5070837"/>
            <a:chExt cx="287734" cy="287788"/>
          </a:xfrm>
        </p:grpSpPr>
        <p:sp>
          <p:nvSpPr>
            <p:cNvPr id="236" name="Freeform 235">
              <a:extLst>
                <a:ext uri="{FF2B5EF4-FFF2-40B4-BE49-F238E27FC236}">
                  <a16:creationId xmlns:a16="http://schemas.microsoft.com/office/drawing/2014/main" id="{9A7FE421-B2B3-D5AB-6984-54C69AD63CA4}"/>
                </a:ext>
              </a:extLst>
            </p:cNvPr>
            <p:cNvSpPr/>
            <p:nvPr/>
          </p:nvSpPr>
          <p:spPr>
            <a:xfrm>
              <a:off x="5726643" y="5070837"/>
              <a:ext cx="287734" cy="211964"/>
            </a:xfrm>
            <a:custGeom>
              <a:avLst/>
              <a:gdLst>
                <a:gd name="csX0" fmla="*/ 266420 w 287734"/>
                <a:gd name="csY0" fmla="*/ 21367 h 211964"/>
                <a:gd name="csX1" fmla="*/ 21313 w 287734"/>
                <a:gd name="csY1" fmla="*/ 21367 h 211964"/>
                <a:gd name="csX2" fmla="*/ 21313 w 287734"/>
                <a:gd name="csY2" fmla="*/ 190704 h 211964"/>
                <a:gd name="csX3" fmla="*/ 266420 w 287734"/>
                <a:gd name="csY3" fmla="*/ 190704 h 211964"/>
                <a:gd name="csX4" fmla="*/ 266420 w 287734"/>
                <a:gd name="csY4" fmla="*/ 21367 h 211964"/>
                <a:gd name="csX5" fmla="*/ 287734 w 287734"/>
                <a:gd name="csY5" fmla="*/ 190650 h 211964"/>
                <a:gd name="csX6" fmla="*/ 266420 w 287734"/>
                <a:gd name="csY6" fmla="*/ 211964 h 211964"/>
                <a:gd name="csX7" fmla="*/ 21313 w 287734"/>
                <a:gd name="csY7" fmla="*/ 211964 h 211964"/>
                <a:gd name="csX8" fmla="*/ 0 w 287734"/>
                <a:gd name="csY8" fmla="*/ 190650 h 211964"/>
                <a:gd name="csX9" fmla="*/ 0 w 287734"/>
                <a:gd name="csY9" fmla="*/ 0 h 211964"/>
                <a:gd name="csX10" fmla="*/ 287734 w 287734"/>
                <a:gd name="csY10" fmla="*/ 0 h 211964"/>
                <a:gd name="csX11" fmla="*/ 287734 w 287734"/>
                <a:gd name="csY11" fmla="*/ 190650 h 2119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87734" h="211964">
                  <a:moveTo>
                    <a:pt x="266420" y="21367"/>
                  </a:moveTo>
                  <a:lnTo>
                    <a:pt x="21313" y="21367"/>
                  </a:lnTo>
                  <a:lnTo>
                    <a:pt x="21313" y="190704"/>
                  </a:lnTo>
                  <a:lnTo>
                    <a:pt x="266420" y="190704"/>
                  </a:lnTo>
                  <a:lnTo>
                    <a:pt x="266420" y="21367"/>
                  </a:lnTo>
                  <a:close/>
                  <a:moveTo>
                    <a:pt x="287734" y="190650"/>
                  </a:moveTo>
                  <a:lnTo>
                    <a:pt x="266420" y="211964"/>
                  </a:lnTo>
                  <a:lnTo>
                    <a:pt x="21313" y="211964"/>
                  </a:lnTo>
                  <a:lnTo>
                    <a:pt x="0" y="190650"/>
                  </a:lnTo>
                  <a:lnTo>
                    <a:pt x="0" y="0"/>
                  </a:lnTo>
                  <a:lnTo>
                    <a:pt x="287734" y="0"/>
                  </a:lnTo>
                  <a:lnTo>
                    <a:pt x="287734" y="19065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7" name="Freeform 236">
              <a:extLst>
                <a:ext uri="{FF2B5EF4-FFF2-40B4-BE49-F238E27FC236}">
                  <a16:creationId xmlns:a16="http://schemas.microsoft.com/office/drawing/2014/main" id="{780DD5BF-121D-AB74-B9A4-169CAB7C2757}"/>
                </a:ext>
              </a:extLst>
            </p:cNvPr>
            <p:cNvSpPr/>
            <p:nvPr/>
          </p:nvSpPr>
          <p:spPr>
            <a:xfrm>
              <a:off x="5859853" y="5268042"/>
              <a:ext cx="21313" cy="90583"/>
            </a:xfrm>
            <a:custGeom>
              <a:avLst/>
              <a:gdLst>
                <a:gd name="csX0" fmla="*/ 21314 w 21313"/>
                <a:gd name="csY0" fmla="*/ 90583 h 90583"/>
                <a:gd name="csX1" fmla="*/ 0 w 21313"/>
                <a:gd name="csY1" fmla="*/ 90583 h 90583"/>
                <a:gd name="csX2" fmla="*/ 0 w 21313"/>
                <a:gd name="csY2" fmla="*/ 0 h 90583"/>
                <a:gd name="csX3" fmla="*/ 21314 w 21313"/>
                <a:gd name="csY3" fmla="*/ 0 h 90583"/>
                <a:gd name="csX4" fmla="*/ 21314 w 21313"/>
                <a:gd name="csY4" fmla="*/ 90583 h 90583"/>
              </a:gdLst>
              <a:ahLst/>
              <a:cxnLst>
                <a:cxn ang="0">
                  <a:pos x="csX0" y="csY0"/>
                </a:cxn>
                <a:cxn ang="0">
                  <a:pos x="csX1" y="csY1"/>
                </a:cxn>
                <a:cxn ang="0">
                  <a:pos x="csX2" y="csY2"/>
                </a:cxn>
                <a:cxn ang="0">
                  <a:pos x="csX3" y="csY3"/>
                </a:cxn>
                <a:cxn ang="0">
                  <a:pos x="csX4" y="csY4"/>
                </a:cxn>
              </a:cxnLst>
              <a:rect l="l" t="t" r="r" b="b"/>
              <a:pathLst>
                <a:path w="21313" h="90583">
                  <a:moveTo>
                    <a:pt x="21314" y="90583"/>
                  </a:moveTo>
                  <a:lnTo>
                    <a:pt x="0" y="90583"/>
                  </a:lnTo>
                  <a:lnTo>
                    <a:pt x="0" y="0"/>
                  </a:lnTo>
                  <a:lnTo>
                    <a:pt x="21314" y="0"/>
                  </a:lnTo>
                  <a:lnTo>
                    <a:pt x="21314" y="9058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8" name="Freeform 237">
              <a:extLst>
                <a:ext uri="{FF2B5EF4-FFF2-40B4-BE49-F238E27FC236}">
                  <a16:creationId xmlns:a16="http://schemas.microsoft.com/office/drawing/2014/main" id="{5295BAA2-5FF2-20FE-1D22-2BBE42A97766}"/>
                </a:ext>
              </a:extLst>
            </p:cNvPr>
            <p:cNvSpPr/>
            <p:nvPr/>
          </p:nvSpPr>
          <p:spPr>
            <a:xfrm>
              <a:off x="5863317" y="5276141"/>
              <a:ext cx="86320" cy="82324"/>
            </a:xfrm>
            <a:custGeom>
              <a:avLst/>
              <a:gdLst>
                <a:gd name="csX0" fmla="*/ 86321 w 86320"/>
                <a:gd name="csY0" fmla="*/ 66605 h 82324"/>
                <a:gd name="csX1" fmla="*/ 71934 w 86320"/>
                <a:gd name="csY1" fmla="*/ 82324 h 82324"/>
                <a:gd name="csX2" fmla="*/ 0 w 86320"/>
                <a:gd name="csY2" fmla="*/ 15719 h 82324"/>
                <a:gd name="csX3" fmla="*/ 14387 w 86320"/>
                <a:gd name="csY3" fmla="*/ 0 h 82324"/>
                <a:gd name="csX4" fmla="*/ 86321 w 86320"/>
                <a:gd name="csY4" fmla="*/ 66605 h 82324"/>
              </a:gdLst>
              <a:ahLst/>
              <a:cxnLst>
                <a:cxn ang="0">
                  <a:pos x="csX0" y="csY0"/>
                </a:cxn>
                <a:cxn ang="0">
                  <a:pos x="csX1" y="csY1"/>
                </a:cxn>
                <a:cxn ang="0">
                  <a:pos x="csX2" y="csY2"/>
                </a:cxn>
                <a:cxn ang="0">
                  <a:pos x="csX3" y="csY3"/>
                </a:cxn>
                <a:cxn ang="0">
                  <a:pos x="csX4" y="csY4"/>
                </a:cxn>
              </a:cxnLst>
              <a:rect l="l" t="t" r="r" b="b"/>
              <a:pathLst>
                <a:path w="86320" h="82324">
                  <a:moveTo>
                    <a:pt x="86321" y="66605"/>
                  </a:moveTo>
                  <a:lnTo>
                    <a:pt x="71934" y="82324"/>
                  </a:lnTo>
                  <a:lnTo>
                    <a:pt x="0" y="15719"/>
                  </a:lnTo>
                  <a:lnTo>
                    <a:pt x="14387" y="0"/>
                  </a:lnTo>
                  <a:lnTo>
                    <a:pt x="86321" y="666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39" name="Freeform 238">
              <a:extLst>
                <a:ext uri="{FF2B5EF4-FFF2-40B4-BE49-F238E27FC236}">
                  <a16:creationId xmlns:a16="http://schemas.microsoft.com/office/drawing/2014/main" id="{2AD9CB72-656D-CCA4-1065-9C64DEF1586A}"/>
                </a:ext>
              </a:extLst>
            </p:cNvPr>
            <p:cNvSpPr/>
            <p:nvPr/>
          </p:nvSpPr>
          <p:spPr>
            <a:xfrm>
              <a:off x="5791383" y="5276194"/>
              <a:ext cx="86320" cy="82324"/>
            </a:xfrm>
            <a:custGeom>
              <a:avLst/>
              <a:gdLst>
                <a:gd name="csX0" fmla="*/ 0 w 86320"/>
                <a:gd name="csY0" fmla="*/ 66605 h 82324"/>
                <a:gd name="csX1" fmla="*/ 14387 w 86320"/>
                <a:gd name="csY1" fmla="*/ 82324 h 82324"/>
                <a:gd name="csX2" fmla="*/ 86321 w 86320"/>
                <a:gd name="csY2" fmla="*/ 15719 h 82324"/>
                <a:gd name="csX3" fmla="*/ 71934 w 86320"/>
                <a:gd name="csY3" fmla="*/ 0 h 82324"/>
                <a:gd name="csX4" fmla="*/ 0 w 86320"/>
                <a:gd name="csY4" fmla="*/ 66605 h 82324"/>
              </a:gdLst>
              <a:ahLst/>
              <a:cxnLst>
                <a:cxn ang="0">
                  <a:pos x="csX0" y="csY0"/>
                </a:cxn>
                <a:cxn ang="0">
                  <a:pos x="csX1" y="csY1"/>
                </a:cxn>
                <a:cxn ang="0">
                  <a:pos x="csX2" y="csY2"/>
                </a:cxn>
                <a:cxn ang="0">
                  <a:pos x="csX3" y="csY3"/>
                </a:cxn>
                <a:cxn ang="0">
                  <a:pos x="csX4" y="csY4"/>
                </a:cxn>
              </a:cxnLst>
              <a:rect l="l" t="t" r="r" b="b"/>
              <a:pathLst>
                <a:path w="86320" h="82324">
                  <a:moveTo>
                    <a:pt x="0" y="66605"/>
                  </a:moveTo>
                  <a:lnTo>
                    <a:pt x="14387" y="82324"/>
                  </a:lnTo>
                  <a:lnTo>
                    <a:pt x="86321" y="15719"/>
                  </a:lnTo>
                  <a:lnTo>
                    <a:pt x="71934" y="0"/>
                  </a:lnTo>
                  <a:lnTo>
                    <a:pt x="0" y="6660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0" name="Freeform 239">
              <a:extLst>
                <a:ext uri="{FF2B5EF4-FFF2-40B4-BE49-F238E27FC236}">
                  <a16:creationId xmlns:a16="http://schemas.microsoft.com/office/drawing/2014/main" id="{CF8AD2D1-8290-2B42-4B25-43B650874431}"/>
                </a:ext>
              </a:extLst>
            </p:cNvPr>
            <p:cNvSpPr/>
            <p:nvPr/>
          </p:nvSpPr>
          <p:spPr>
            <a:xfrm>
              <a:off x="5923794" y="5124175"/>
              <a:ext cx="21313" cy="106568"/>
            </a:xfrm>
            <a:custGeom>
              <a:avLst/>
              <a:gdLst>
                <a:gd name="csX0" fmla="*/ 21314 w 21313"/>
                <a:gd name="csY0" fmla="*/ 106568 h 106568"/>
                <a:gd name="csX1" fmla="*/ 0 w 21313"/>
                <a:gd name="csY1" fmla="*/ 106568 h 106568"/>
                <a:gd name="csX2" fmla="*/ 0 w 21313"/>
                <a:gd name="csY2" fmla="*/ 0 h 106568"/>
                <a:gd name="csX3" fmla="*/ 21314 w 21313"/>
                <a:gd name="csY3" fmla="*/ 0 h 106568"/>
                <a:gd name="csX4" fmla="*/ 21314 w 21313"/>
                <a:gd name="csY4" fmla="*/ 106568 h 106568"/>
              </a:gdLst>
              <a:ahLst/>
              <a:cxnLst>
                <a:cxn ang="0">
                  <a:pos x="csX0" y="csY0"/>
                </a:cxn>
                <a:cxn ang="0">
                  <a:pos x="csX1" y="csY1"/>
                </a:cxn>
                <a:cxn ang="0">
                  <a:pos x="csX2" y="csY2"/>
                </a:cxn>
                <a:cxn ang="0">
                  <a:pos x="csX3" y="csY3"/>
                </a:cxn>
                <a:cxn ang="0">
                  <a:pos x="csX4" y="csY4"/>
                </a:cxn>
              </a:cxnLst>
              <a:rect l="l" t="t" r="r" b="b"/>
              <a:pathLst>
                <a:path w="21313" h="106568">
                  <a:moveTo>
                    <a:pt x="21314" y="106568"/>
                  </a:moveTo>
                  <a:lnTo>
                    <a:pt x="0" y="106568"/>
                  </a:lnTo>
                  <a:lnTo>
                    <a:pt x="0" y="0"/>
                  </a:lnTo>
                  <a:lnTo>
                    <a:pt x="21314" y="0"/>
                  </a:lnTo>
                  <a:lnTo>
                    <a:pt x="21314" y="10656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1" name="Freeform 240">
              <a:extLst>
                <a:ext uri="{FF2B5EF4-FFF2-40B4-BE49-F238E27FC236}">
                  <a16:creationId xmlns:a16="http://schemas.microsoft.com/office/drawing/2014/main" id="{1C6384D4-372B-1DB6-D95A-5E42D2B8B7D9}"/>
                </a:ext>
              </a:extLst>
            </p:cNvPr>
            <p:cNvSpPr/>
            <p:nvPr/>
          </p:nvSpPr>
          <p:spPr>
            <a:xfrm>
              <a:off x="5859853" y="5156145"/>
              <a:ext cx="21313" cy="74597"/>
            </a:xfrm>
            <a:custGeom>
              <a:avLst/>
              <a:gdLst>
                <a:gd name="csX0" fmla="*/ 21314 w 21313"/>
                <a:gd name="csY0" fmla="*/ 74598 h 74597"/>
                <a:gd name="csX1" fmla="*/ 0 w 21313"/>
                <a:gd name="csY1" fmla="*/ 74598 h 74597"/>
                <a:gd name="csX2" fmla="*/ 0 w 21313"/>
                <a:gd name="csY2" fmla="*/ 0 h 74597"/>
                <a:gd name="csX3" fmla="*/ 21314 w 21313"/>
                <a:gd name="csY3" fmla="*/ 0 h 74597"/>
                <a:gd name="csX4" fmla="*/ 21314 w 21313"/>
                <a:gd name="csY4" fmla="*/ 74598 h 74597"/>
              </a:gdLst>
              <a:ahLst/>
              <a:cxnLst>
                <a:cxn ang="0">
                  <a:pos x="csX0" y="csY0"/>
                </a:cxn>
                <a:cxn ang="0">
                  <a:pos x="csX1" y="csY1"/>
                </a:cxn>
                <a:cxn ang="0">
                  <a:pos x="csX2" y="csY2"/>
                </a:cxn>
                <a:cxn ang="0">
                  <a:pos x="csX3" y="csY3"/>
                </a:cxn>
                <a:cxn ang="0">
                  <a:pos x="csX4" y="csY4"/>
                </a:cxn>
              </a:cxnLst>
              <a:rect l="l" t="t" r="r" b="b"/>
              <a:pathLst>
                <a:path w="21313" h="74597">
                  <a:moveTo>
                    <a:pt x="21314" y="74598"/>
                  </a:moveTo>
                  <a:lnTo>
                    <a:pt x="0" y="74598"/>
                  </a:lnTo>
                  <a:lnTo>
                    <a:pt x="0" y="0"/>
                  </a:lnTo>
                  <a:lnTo>
                    <a:pt x="21314" y="0"/>
                  </a:lnTo>
                  <a:lnTo>
                    <a:pt x="21314" y="7459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2" name="Freeform 241">
              <a:extLst>
                <a:ext uri="{FF2B5EF4-FFF2-40B4-BE49-F238E27FC236}">
                  <a16:creationId xmlns:a16="http://schemas.microsoft.com/office/drawing/2014/main" id="{16BCC104-0004-85E1-A1EA-032A698D9478}"/>
                </a:ext>
              </a:extLst>
            </p:cNvPr>
            <p:cNvSpPr/>
            <p:nvPr/>
          </p:nvSpPr>
          <p:spPr>
            <a:xfrm>
              <a:off x="5795912" y="5182788"/>
              <a:ext cx="21313" cy="47955"/>
            </a:xfrm>
            <a:custGeom>
              <a:avLst/>
              <a:gdLst>
                <a:gd name="csX0" fmla="*/ 21314 w 21313"/>
                <a:gd name="csY0" fmla="*/ 47956 h 47955"/>
                <a:gd name="csX1" fmla="*/ 0 w 21313"/>
                <a:gd name="csY1" fmla="*/ 47956 h 47955"/>
                <a:gd name="csX2" fmla="*/ 0 w 21313"/>
                <a:gd name="csY2" fmla="*/ 0 h 47955"/>
                <a:gd name="csX3" fmla="*/ 21314 w 21313"/>
                <a:gd name="csY3" fmla="*/ 0 h 47955"/>
                <a:gd name="csX4" fmla="*/ 21314 w 21313"/>
                <a:gd name="csY4" fmla="*/ 47956 h 47955"/>
              </a:gdLst>
              <a:ahLst/>
              <a:cxnLst>
                <a:cxn ang="0">
                  <a:pos x="csX0" y="csY0"/>
                </a:cxn>
                <a:cxn ang="0">
                  <a:pos x="csX1" y="csY1"/>
                </a:cxn>
                <a:cxn ang="0">
                  <a:pos x="csX2" y="csY2"/>
                </a:cxn>
                <a:cxn ang="0">
                  <a:pos x="csX3" y="csY3"/>
                </a:cxn>
                <a:cxn ang="0">
                  <a:pos x="csX4" y="csY4"/>
                </a:cxn>
              </a:cxnLst>
              <a:rect l="l" t="t" r="r" b="b"/>
              <a:pathLst>
                <a:path w="21313" h="47955">
                  <a:moveTo>
                    <a:pt x="21314" y="47956"/>
                  </a:moveTo>
                  <a:lnTo>
                    <a:pt x="0" y="47956"/>
                  </a:lnTo>
                  <a:lnTo>
                    <a:pt x="0" y="0"/>
                  </a:lnTo>
                  <a:lnTo>
                    <a:pt x="21314" y="0"/>
                  </a:lnTo>
                  <a:lnTo>
                    <a:pt x="21314" y="4795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43" name="Group 242">
            <a:extLst>
              <a:ext uri="{FF2B5EF4-FFF2-40B4-BE49-F238E27FC236}">
                <a16:creationId xmlns:a16="http://schemas.microsoft.com/office/drawing/2014/main" id="{BBC3DA63-787A-11D3-916A-498D0A9E10A4}"/>
              </a:ext>
            </a:extLst>
          </p:cNvPr>
          <p:cNvGrpSpPr/>
          <p:nvPr userDrawn="1"/>
        </p:nvGrpSpPr>
        <p:grpSpPr>
          <a:xfrm>
            <a:off x="7653132" y="4766632"/>
            <a:ext cx="287809" cy="287734"/>
            <a:chOff x="6755027" y="5070891"/>
            <a:chExt cx="287734" cy="287734"/>
          </a:xfrm>
        </p:grpSpPr>
        <p:sp>
          <p:nvSpPr>
            <p:cNvPr id="244" name="Freeform 243">
              <a:extLst>
                <a:ext uri="{FF2B5EF4-FFF2-40B4-BE49-F238E27FC236}">
                  <a16:creationId xmlns:a16="http://schemas.microsoft.com/office/drawing/2014/main" id="{1496AC63-BD03-A1A4-0837-41799607349E}"/>
                </a:ext>
              </a:extLst>
            </p:cNvPr>
            <p:cNvSpPr/>
            <p:nvPr/>
          </p:nvSpPr>
          <p:spPr>
            <a:xfrm>
              <a:off x="6891381" y="5070891"/>
              <a:ext cx="151379" cy="151380"/>
            </a:xfrm>
            <a:custGeom>
              <a:avLst/>
              <a:gdLst>
                <a:gd name="csX0" fmla="*/ 53870 w 151379"/>
                <a:gd name="csY0" fmla="*/ 41668 h 151380"/>
                <a:gd name="csX1" fmla="*/ 53870 w 151379"/>
                <a:gd name="csY1" fmla="*/ 82430 h 151380"/>
                <a:gd name="csX2" fmla="*/ 0 w 151379"/>
                <a:gd name="csY2" fmla="*/ 136301 h 151380"/>
                <a:gd name="csX3" fmla="*/ 15026 w 151379"/>
                <a:gd name="csY3" fmla="*/ 151380 h 151380"/>
                <a:gd name="csX4" fmla="*/ 68949 w 151379"/>
                <a:gd name="csY4" fmla="*/ 97510 h 151380"/>
                <a:gd name="csX5" fmla="*/ 109712 w 151379"/>
                <a:gd name="csY5" fmla="*/ 97510 h 151380"/>
                <a:gd name="csX6" fmla="*/ 151380 w 151379"/>
                <a:gd name="csY6" fmla="*/ 55842 h 151380"/>
                <a:gd name="csX7" fmla="*/ 151380 w 151379"/>
                <a:gd name="csY7" fmla="*/ 28827 h 151380"/>
                <a:gd name="csX8" fmla="*/ 132144 w 151379"/>
                <a:gd name="csY8" fmla="*/ 19235 h 151380"/>
                <a:gd name="csX9" fmla="*/ 122554 w 151379"/>
                <a:gd name="csY9" fmla="*/ 0 h 151380"/>
                <a:gd name="csX10" fmla="*/ 95538 w 151379"/>
                <a:gd name="csY10" fmla="*/ 0 h 151380"/>
                <a:gd name="csX11" fmla="*/ 53870 w 151379"/>
                <a:gd name="csY11" fmla="*/ 41668 h 151380"/>
                <a:gd name="csX12" fmla="*/ 114668 w 151379"/>
                <a:gd name="csY12" fmla="*/ 31917 h 151380"/>
                <a:gd name="csX13" fmla="*/ 116266 w 151379"/>
                <a:gd name="csY13" fmla="*/ 35114 h 151380"/>
                <a:gd name="csX14" fmla="*/ 119463 w 151379"/>
                <a:gd name="csY14" fmla="*/ 36713 h 151380"/>
                <a:gd name="csX15" fmla="*/ 133370 w 151379"/>
                <a:gd name="csY15" fmla="*/ 43693 h 151380"/>
                <a:gd name="csX16" fmla="*/ 100867 w 151379"/>
                <a:gd name="csY16" fmla="*/ 76196 h 151380"/>
                <a:gd name="csX17" fmla="*/ 75184 w 151379"/>
                <a:gd name="csY17" fmla="*/ 76196 h 151380"/>
                <a:gd name="csX18" fmla="*/ 75184 w 151379"/>
                <a:gd name="csY18" fmla="*/ 50513 h 151380"/>
                <a:gd name="csX19" fmla="*/ 107687 w 151379"/>
                <a:gd name="csY19" fmla="*/ 18010 h 151380"/>
                <a:gd name="csX20" fmla="*/ 114668 w 151379"/>
                <a:gd name="csY20" fmla="*/ 31970 h 1513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1379" h="151380">
                  <a:moveTo>
                    <a:pt x="53870" y="41668"/>
                  </a:moveTo>
                  <a:lnTo>
                    <a:pt x="53870" y="82430"/>
                  </a:lnTo>
                  <a:lnTo>
                    <a:pt x="0" y="136301"/>
                  </a:lnTo>
                  <a:lnTo>
                    <a:pt x="15026" y="151380"/>
                  </a:lnTo>
                  <a:lnTo>
                    <a:pt x="68949" y="97510"/>
                  </a:lnTo>
                  <a:lnTo>
                    <a:pt x="109712" y="97510"/>
                  </a:lnTo>
                  <a:lnTo>
                    <a:pt x="151380" y="55842"/>
                  </a:lnTo>
                  <a:lnTo>
                    <a:pt x="151380" y="28827"/>
                  </a:lnTo>
                  <a:lnTo>
                    <a:pt x="132144" y="19235"/>
                  </a:lnTo>
                  <a:lnTo>
                    <a:pt x="122554" y="0"/>
                  </a:lnTo>
                  <a:lnTo>
                    <a:pt x="95538" y="0"/>
                  </a:lnTo>
                  <a:lnTo>
                    <a:pt x="53870" y="41668"/>
                  </a:lnTo>
                  <a:close/>
                  <a:moveTo>
                    <a:pt x="114668" y="31917"/>
                  </a:moveTo>
                  <a:lnTo>
                    <a:pt x="116266" y="35114"/>
                  </a:lnTo>
                  <a:lnTo>
                    <a:pt x="119463" y="36713"/>
                  </a:lnTo>
                  <a:lnTo>
                    <a:pt x="133370" y="43693"/>
                  </a:lnTo>
                  <a:lnTo>
                    <a:pt x="100867" y="76196"/>
                  </a:lnTo>
                  <a:lnTo>
                    <a:pt x="75184" y="76196"/>
                  </a:lnTo>
                  <a:lnTo>
                    <a:pt x="75184" y="50513"/>
                  </a:lnTo>
                  <a:lnTo>
                    <a:pt x="107687" y="18010"/>
                  </a:lnTo>
                  <a:lnTo>
                    <a:pt x="114668" y="3197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5" name="Freeform 244">
              <a:extLst>
                <a:ext uri="{FF2B5EF4-FFF2-40B4-BE49-F238E27FC236}">
                  <a16:creationId xmlns:a16="http://schemas.microsoft.com/office/drawing/2014/main" id="{F6C7DAE6-2998-9890-CCC8-5DCEE906F5DB}"/>
                </a:ext>
              </a:extLst>
            </p:cNvPr>
            <p:cNvSpPr/>
            <p:nvPr/>
          </p:nvSpPr>
          <p:spPr>
            <a:xfrm>
              <a:off x="6755027" y="5070891"/>
              <a:ext cx="287734" cy="287734"/>
            </a:xfrm>
            <a:custGeom>
              <a:avLst/>
              <a:gdLst>
                <a:gd name="csX0" fmla="*/ 143867 w 287734"/>
                <a:gd name="csY0" fmla="*/ 287734 h 287734"/>
                <a:gd name="csX1" fmla="*/ 0 w 287734"/>
                <a:gd name="csY1" fmla="*/ 143867 h 287734"/>
                <a:gd name="csX2" fmla="*/ 143867 w 287734"/>
                <a:gd name="csY2" fmla="*/ 0 h 287734"/>
                <a:gd name="csX3" fmla="*/ 143867 w 287734"/>
                <a:gd name="csY3" fmla="*/ 21314 h 287734"/>
                <a:gd name="csX4" fmla="*/ 21314 w 287734"/>
                <a:gd name="csY4" fmla="*/ 143867 h 287734"/>
                <a:gd name="csX5" fmla="*/ 143867 w 287734"/>
                <a:gd name="csY5" fmla="*/ 266421 h 287734"/>
                <a:gd name="csX6" fmla="*/ 266421 w 287734"/>
                <a:gd name="csY6" fmla="*/ 143867 h 287734"/>
                <a:gd name="csX7" fmla="*/ 287734 w 287734"/>
                <a:gd name="csY7" fmla="*/ 143867 h 287734"/>
                <a:gd name="csX8" fmla="*/ 143867 w 287734"/>
                <a:gd name="csY8" fmla="*/ 28773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7734" h="287734">
                  <a:moveTo>
                    <a:pt x="143867" y="287734"/>
                  </a:moveTo>
                  <a:cubicBezTo>
                    <a:pt x="64421" y="287734"/>
                    <a:pt x="0" y="223314"/>
                    <a:pt x="0" y="143867"/>
                  </a:cubicBezTo>
                  <a:cubicBezTo>
                    <a:pt x="0" y="64420"/>
                    <a:pt x="64421" y="0"/>
                    <a:pt x="143867" y="0"/>
                  </a:cubicBezTo>
                  <a:lnTo>
                    <a:pt x="143867" y="21314"/>
                  </a:lnTo>
                  <a:cubicBezTo>
                    <a:pt x="76197" y="21314"/>
                    <a:pt x="21314" y="76196"/>
                    <a:pt x="21314" y="143867"/>
                  </a:cubicBezTo>
                  <a:cubicBezTo>
                    <a:pt x="21314" y="211538"/>
                    <a:pt x="76197" y="266421"/>
                    <a:pt x="143867" y="266421"/>
                  </a:cubicBezTo>
                  <a:cubicBezTo>
                    <a:pt x="211538" y="266421"/>
                    <a:pt x="266421" y="211538"/>
                    <a:pt x="266421" y="143867"/>
                  </a:cubicBezTo>
                  <a:lnTo>
                    <a:pt x="287734" y="143867"/>
                  </a:lnTo>
                  <a:cubicBezTo>
                    <a:pt x="287734" y="223314"/>
                    <a:pt x="223314" y="287734"/>
                    <a:pt x="143867" y="287734"/>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6" name="Freeform 245">
              <a:extLst>
                <a:ext uri="{FF2B5EF4-FFF2-40B4-BE49-F238E27FC236}">
                  <a16:creationId xmlns:a16="http://schemas.microsoft.com/office/drawing/2014/main" id="{3111C18A-B361-63D2-4A5E-EC15D1B96FDE}"/>
                </a:ext>
              </a:extLst>
            </p:cNvPr>
            <p:cNvSpPr/>
            <p:nvPr/>
          </p:nvSpPr>
          <p:spPr>
            <a:xfrm>
              <a:off x="6818968" y="5134832"/>
              <a:ext cx="159852" cy="159852"/>
            </a:xfrm>
            <a:custGeom>
              <a:avLst/>
              <a:gdLst>
                <a:gd name="csX0" fmla="*/ 79926 w 159852"/>
                <a:gd name="csY0" fmla="*/ 159852 h 159852"/>
                <a:gd name="csX1" fmla="*/ 0 w 159852"/>
                <a:gd name="csY1" fmla="*/ 79926 h 159852"/>
                <a:gd name="csX2" fmla="*/ 79926 w 159852"/>
                <a:gd name="csY2" fmla="*/ 0 h 159852"/>
                <a:gd name="csX3" fmla="*/ 79926 w 159852"/>
                <a:gd name="csY3" fmla="*/ 21314 h 159852"/>
                <a:gd name="csX4" fmla="*/ 21314 w 159852"/>
                <a:gd name="csY4" fmla="*/ 79926 h 159852"/>
                <a:gd name="csX5" fmla="*/ 79926 w 159852"/>
                <a:gd name="csY5" fmla="*/ 138539 h 159852"/>
                <a:gd name="csX6" fmla="*/ 138539 w 159852"/>
                <a:gd name="csY6" fmla="*/ 79926 h 159852"/>
                <a:gd name="csX7" fmla="*/ 159852 w 159852"/>
                <a:gd name="csY7" fmla="*/ 79926 h 159852"/>
                <a:gd name="csX8" fmla="*/ 79926 w 159852"/>
                <a:gd name="csY8" fmla="*/ 159852 h 1598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9852" h="159852">
                  <a:moveTo>
                    <a:pt x="79926" y="159852"/>
                  </a:moveTo>
                  <a:cubicBezTo>
                    <a:pt x="35807" y="159852"/>
                    <a:pt x="0" y="124045"/>
                    <a:pt x="0" y="79926"/>
                  </a:cubicBezTo>
                  <a:cubicBezTo>
                    <a:pt x="0" y="35807"/>
                    <a:pt x="35807" y="0"/>
                    <a:pt x="79926" y="0"/>
                  </a:cubicBezTo>
                  <a:lnTo>
                    <a:pt x="79926" y="21314"/>
                  </a:lnTo>
                  <a:cubicBezTo>
                    <a:pt x="47530" y="21314"/>
                    <a:pt x="21314" y="47529"/>
                    <a:pt x="21314" y="79926"/>
                  </a:cubicBezTo>
                  <a:cubicBezTo>
                    <a:pt x="21314" y="112323"/>
                    <a:pt x="47530" y="138539"/>
                    <a:pt x="79926" y="138539"/>
                  </a:cubicBezTo>
                  <a:cubicBezTo>
                    <a:pt x="112323" y="138539"/>
                    <a:pt x="138539" y="112323"/>
                    <a:pt x="138539" y="79926"/>
                  </a:cubicBezTo>
                  <a:lnTo>
                    <a:pt x="159852" y="79926"/>
                  </a:lnTo>
                  <a:cubicBezTo>
                    <a:pt x="159852" y="124045"/>
                    <a:pt x="124046" y="159852"/>
                    <a:pt x="79926" y="15985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47" name="Group 246">
            <a:extLst>
              <a:ext uri="{FF2B5EF4-FFF2-40B4-BE49-F238E27FC236}">
                <a16:creationId xmlns:a16="http://schemas.microsoft.com/office/drawing/2014/main" id="{CCCD1CEA-C556-8665-9776-6ECAB38BD341}"/>
              </a:ext>
            </a:extLst>
          </p:cNvPr>
          <p:cNvGrpSpPr/>
          <p:nvPr userDrawn="1"/>
        </p:nvGrpSpPr>
        <p:grpSpPr>
          <a:xfrm>
            <a:off x="9966534" y="4766632"/>
            <a:ext cx="287809" cy="287734"/>
            <a:chOff x="8811795" y="5070891"/>
            <a:chExt cx="287734" cy="287734"/>
          </a:xfrm>
        </p:grpSpPr>
        <p:sp>
          <p:nvSpPr>
            <p:cNvPr id="248" name="Freeform 247">
              <a:extLst>
                <a:ext uri="{FF2B5EF4-FFF2-40B4-BE49-F238E27FC236}">
                  <a16:creationId xmlns:a16="http://schemas.microsoft.com/office/drawing/2014/main" id="{B2E9452F-8695-60D0-F6D1-C67DD95085EF}"/>
                </a:ext>
              </a:extLst>
            </p:cNvPr>
            <p:cNvSpPr/>
            <p:nvPr/>
          </p:nvSpPr>
          <p:spPr>
            <a:xfrm>
              <a:off x="8811795"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87734 w 287734"/>
                <a:gd name="csY5" fmla="*/ 143867 h 287734"/>
                <a:gd name="csX6" fmla="*/ 143867 w 287734"/>
                <a:gd name="csY6" fmla="*/ 287734 h 287734"/>
                <a:gd name="csX7" fmla="*/ 0 w 287734"/>
                <a:gd name="csY7" fmla="*/ 143867 h 287734"/>
                <a:gd name="csX8" fmla="*/ 143867 w 287734"/>
                <a:gd name="csY8" fmla="*/ 0 h 287734"/>
                <a:gd name="csX9" fmla="*/ 287734 w 287734"/>
                <a:gd name="csY9"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87734" h="287734">
                  <a:moveTo>
                    <a:pt x="266421" y="143867"/>
                  </a:moveTo>
                  <a:cubicBezTo>
                    <a:pt x="266421" y="76196"/>
                    <a:pt x="211538" y="21314"/>
                    <a:pt x="143867" y="21314"/>
                  </a:cubicBezTo>
                  <a:cubicBezTo>
                    <a:pt x="76197" y="21314"/>
                    <a:pt x="21314" y="76196"/>
                    <a:pt x="21314" y="143867"/>
                  </a:cubicBezTo>
                  <a:cubicBezTo>
                    <a:pt x="21314" y="211538"/>
                    <a:pt x="76197" y="266421"/>
                    <a:pt x="143867" y="266421"/>
                  </a:cubicBezTo>
                  <a:cubicBezTo>
                    <a:pt x="211538" y="266421"/>
                    <a:pt x="266421" y="211538"/>
                    <a:pt x="266421" y="143867"/>
                  </a:cubicBez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49" name="Freeform 248">
              <a:extLst>
                <a:ext uri="{FF2B5EF4-FFF2-40B4-BE49-F238E27FC236}">
                  <a16:creationId xmlns:a16="http://schemas.microsoft.com/office/drawing/2014/main" id="{1E67D20C-15DD-96B2-157A-F598D5CE8FD2}"/>
                </a:ext>
              </a:extLst>
            </p:cNvPr>
            <p:cNvSpPr/>
            <p:nvPr/>
          </p:nvSpPr>
          <p:spPr>
            <a:xfrm>
              <a:off x="8900194" y="5159236"/>
              <a:ext cx="110937" cy="110990"/>
            </a:xfrm>
            <a:custGeom>
              <a:avLst/>
              <a:gdLst>
                <a:gd name="csX0" fmla="*/ 15026 w 110937"/>
                <a:gd name="csY0" fmla="*/ 110991 h 110990"/>
                <a:gd name="csX1" fmla="*/ 0 w 110937"/>
                <a:gd name="csY1" fmla="*/ 95911 h 110990"/>
                <a:gd name="csX2" fmla="*/ 95911 w 110937"/>
                <a:gd name="csY2" fmla="*/ 0 h 110990"/>
                <a:gd name="csX3" fmla="*/ 110937 w 110937"/>
                <a:gd name="csY3" fmla="*/ 15080 h 110990"/>
                <a:gd name="csX4" fmla="*/ 15026 w 110937"/>
                <a:gd name="csY4" fmla="*/ 110991 h 110990"/>
              </a:gdLst>
              <a:ahLst/>
              <a:cxnLst>
                <a:cxn ang="0">
                  <a:pos x="csX0" y="csY0"/>
                </a:cxn>
                <a:cxn ang="0">
                  <a:pos x="csX1" y="csY1"/>
                </a:cxn>
                <a:cxn ang="0">
                  <a:pos x="csX2" y="csY2"/>
                </a:cxn>
                <a:cxn ang="0">
                  <a:pos x="csX3" y="csY3"/>
                </a:cxn>
                <a:cxn ang="0">
                  <a:pos x="csX4" y="csY4"/>
                </a:cxn>
              </a:cxnLst>
              <a:rect l="l" t="t" r="r" b="b"/>
              <a:pathLst>
                <a:path w="110937" h="110990">
                  <a:moveTo>
                    <a:pt x="15026" y="110991"/>
                  </a:moveTo>
                  <a:lnTo>
                    <a:pt x="0" y="95911"/>
                  </a:lnTo>
                  <a:lnTo>
                    <a:pt x="95911" y="0"/>
                  </a:lnTo>
                  <a:lnTo>
                    <a:pt x="110937" y="15080"/>
                  </a:lnTo>
                  <a:lnTo>
                    <a:pt x="15026" y="11099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0" name="Freeform 249">
              <a:extLst>
                <a:ext uri="{FF2B5EF4-FFF2-40B4-BE49-F238E27FC236}">
                  <a16:creationId xmlns:a16="http://schemas.microsoft.com/office/drawing/2014/main" id="{0CCB67FA-5A3F-5EAA-5541-50B6F28597ED}"/>
                </a:ext>
              </a:extLst>
            </p:cNvPr>
            <p:cNvSpPr/>
            <p:nvPr/>
          </p:nvSpPr>
          <p:spPr>
            <a:xfrm>
              <a:off x="8900194" y="5159236"/>
              <a:ext cx="110937" cy="110990"/>
            </a:xfrm>
            <a:custGeom>
              <a:avLst/>
              <a:gdLst>
                <a:gd name="csX0" fmla="*/ 0 w 110937"/>
                <a:gd name="csY0" fmla="*/ 15080 h 110990"/>
                <a:gd name="csX1" fmla="*/ 15026 w 110937"/>
                <a:gd name="csY1" fmla="*/ 0 h 110990"/>
                <a:gd name="csX2" fmla="*/ 110937 w 110937"/>
                <a:gd name="csY2" fmla="*/ 95911 h 110990"/>
                <a:gd name="csX3" fmla="*/ 95911 w 110937"/>
                <a:gd name="csY3" fmla="*/ 110991 h 110990"/>
                <a:gd name="csX4" fmla="*/ 0 w 110937"/>
                <a:gd name="csY4" fmla="*/ 15080 h 110990"/>
              </a:gdLst>
              <a:ahLst/>
              <a:cxnLst>
                <a:cxn ang="0">
                  <a:pos x="csX0" y="csY0"/>
                </a:cxn>
                <a:cxn ang="0">
                  <a:pos x="csX1" y="csY1"/>
                </a:cxn>
                <a:cxn ang="0">
                  <a:pos x="csX2" y="csY2"/>
                </a:cxn>
                <a:cxn ang="0">
                  <a:pos x="csX3" y="csY3"/>
                </a:cxn>
                <a:cxn ang="0">
                  <a:pos x="csX4" y="csY4"/>
                </a:cxn>
              </a:cxnLst>
              <a:rect l="l" t="t" r="r" b="b"/>
              <a:pathLst>
                <a:path w="110937" h="110990">
                  <a:moveTo>
                    <a:pt x="0" y="15080"/>
                  </a:moveTo>
                  <a:lnTo>
                    <a:pt x="15026" y="0"/>
                  </a:lnTo>
                  <a:lnTo>
                    <a:pt x="110937" y="95911"/>
                  </a:lnTo>
                  <a:lnTo>
                    <a:pt x="95911" y="110991"/>
                  </a:lnTo>
                  <a:lnTo>
                    <a:pt x="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1" name="Group 250">
            <a:extLst>
              <a:ext uri="{FF2B5EF4-FFF2-40B4-BE49-F238E27FC236}">
                <a16:creationId xmlns:a16="http://schemas.microsoft.com/office/drawing/2014/main" id="{E178B903-E942-D59C-2C53-7F9153459896}"/>
              </a:ext>
            </a:extLst>
          </p:cNvPr>
          <p:cNvGrpSpPr/>
          <p:nvPr userDrawn="1"/>
        </p:nvGrpSpPr>
        <p:grpSpPr>
          <a:xfrm>
            <a:off x="11123236" y="4766632"/>
            <a:ext cx="287809" cy="287734"/>
            <a:chOff x="9840179" y="5070891"/>
            <a:chExt cx="287734" cy="287734"/>
          </a:xfrm>
        </p:grpSpPr>
        <p:sp>
          <p:nvSpPr>
            <p:cNvPr id="252" name="Freeform 251">
              <a:extLst>
                <a:ext uri="{FF2B5EF4-FFF2-40B4-BE49-F238E27FC236}">
                  <a16:creationId xmlns:a16="http://schemas.microsoft.com/office/drawing/2014/main" id="{37A8B850-EAC6-1061-32B9-515484A79FDE}"/>
                </a:ext>
              </a:extLst>
            </p:cNvPr>
            <p:cNvSpPr/>
            <p:nvPr/>
          </p:nvSpPr>
          <p:spPr>
            <a:xfrm>
              <a:off x="9928578" y="5159236"/>
              <a:ext cx="110937" cy="110990"/>
            </a:xfrm>
            <a:custGeom>
              <a:avLst/>
              <a:gdLst>
                <a:gd name="csX0" fmla="*/ 15026 w 110937"/>
                <a:gd name="csY0" fmla="*/ 110991 h 110990"/>
                <a:gd name="csX1" fmla="*/ 0 w 110937"/>
                <a:gd name="csY1" fmla="*/ 95911 h 110990"/>
                <a:gd name="csX2" fmla="*/ 95911 w 110937"/>
                <a:gd name="csY2" fmla="*/ 0 h 110990"/>
                <a:gd name="csX3" fmla="*/ 110937 w 110937"/>
                <a:gd name="csY3" fmla="*/ 15080 h 110990"/>
                <a:gd name="csX4" fmla="*/ 15026 w 110937"/>
                <a:gd name="csY4" fmla="*/ 110991 h 110990"/>
              </a:gdLst>
              <a:ahLst/>
              <a:cxnLst>
                <a:cxn ang="0">
                  <a:pos x="csX0" y="csY0"/>
                </a:cxn>
                <a:cxn ang="0">
                  <a:pos x="csX1" y="csY1"/>
                </a:cxn>
                <a:cxn ang="0">
                  <a:pos x="csX2" y="csY2"/>
                </a:cxn>
                <a:cxn ang="0">
                  <a:pos x="csX3" y="csY3"/>
                </a:cxn>
                <a:cxn ang="0">
                  <a:pos x="csX4" y="csY4"/>
                </a:cxn>
              </a:cxnLst>
              <a:rect l="l" t="t" r="r" b="b"/>
              <a:pathLst>
                <a:path w="110937" h="110990">
                  <a:moveTo>
                    <a:pt x="15026" y="110991"/>
                  </a:moveTo>
                  <a:lnTo>
                    <a:pt x="0" y="95911"/>
                  </a:lnTo>
                  <a:lnTo>
                    <a:pt x="95911" y="0"/>
                  </a:lnTo>
                  <a:lnTo>
                    <a:pt x="110937" y="15080"/>
                  </a:lnTo>
                  <a:lnTo>
                    <a:pt x="15026" y="11099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3" name="Freeform 252">
              <a:extLst>
                <a:ext uri="{FF2B5EF4-FFF2-40B4-BE49-F238E27FC236}">
                  <a16:creationId xmlns:a16="http://schemas.microsoft.com/office/drawing/2014/main" id="{4959F24F-F5C9-B5E9-D064-FE31AF8500E1}"/>
                </a:ext>
              </a:extLst>
            </p:cNvPr>
            <p:cNvSpPr/>
            <p:nvPr/>
          </p:nvSpPr>
          <p:spPr>
            <a:xfrm>
              <a:off x="9928578" y="5159236"/>
              <a:ext cx="110937" cy="110990"/>
            </a:xfrm>
            <a:custGeom>
              <a:avLst/>
              <a:gdLst>
                <a:gd name="csX0" fmla="*/ 0 w 110937"/>
                <a:gd name="csY0" fmla="*/ 15080 h 110990"/>
                <a:gd name="csX1" fmla="*/ 15026 w 110937"/>
                <a:gd name="csY1" fmla="*/ 0 h 110990"/>
                <a:gd name="csX2" fmla="*/ 110937 w 110937"/>
                <a:gd name="csY2" fmla="*/ 95911 h 110990"/>
                <a:gd name="csX3" fmla="*/ 95911 w 110937"/>
                <a:gd name="csY3" fmla="*/ 110991 h 110990"/>
                <a:gd name="csX4" fmla="*/ 0 w 110937"/>
                <a:gd name="csY4" fmla="*/ 15080 h 110990"/>
              </a:gdLst>
              <a:ahLst/>
              <a:cxnLst>
                <a:cxn ang="0">
                  <a:pos x="csX0" y="csY0"/>
                </a:cxn>
                <a:cxn ang="0">
                  <a:pos x="csX1" y="csY1"/>
                </a:cxn>
                <a:cxn ang="0">
                  <a:pos x="csX2" y="csY2"/>
                </a:cxn>
                <a:cxn ang="0">
                  <a:pos x="csX3" y="csY3"/>
                </a:cxn>
                <a:cxn ang="0">
                  <a:pos x="csX4" y="csY4"/>
                </a:cxn>
              </a:cxnLst>
              <a:rect l="l" t="t" r="r" b="b"/>
              <a:pathLst>
                <a:path w="110937" h="110990">
                  <a:moveTo>
                    <a:pt x="0" y="15080"/>
                  </a:moveTo>
                  <a:lnTo>
                    <a:pt x="15026" y="0"/>
                  </a:lnTo>
                  <a:lnTo>
                    <a:pt x="110937" y="95911"/>
                  </a:lnTo>
                  <a:lnTo>
                    <a:pt x="95911" y="110991"/>
                  </a:lnTo>
                  <a:lnTo>
                    <a:pt x="0" y="1508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4" name="Freeform 253">
              <a:extLst>
                <a:ext uri="{FF2B5EF4-FFF2-40B4-BE49-F238E27FC236}">
                  <a16:creationId xmlns:a16="http://schemas.microsoft.com/office/drawing/2014/main" id="{DAB6DA1C-2B67-C457-D9BE-B73AA85C67BB}"/>
                </a:ext>
              </a:extLst>
            </p:cNvPr>
            <p:cNvSpPr/>
            <p:nvPr/>
          </p:nvSpPr>
          <p:spPr>
            <a:xfrm>
              <a:off x="9840179" y="5070891"/>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5" name="Group 254">
            <a:extLst>
              <a:ext uri="{FF2B5EF4-FFF2-40B4-BE49-F238E27FC236}">
                <a16:creationId xmlns:a16="http://schemas.microsoft.com/office/drawing/2014/main" id="{77F26E81-41FB-EDF6-8879-0223573D21E1}"/>
              </a:ext>
            </a:extLst>
          </p:cNvPr>
          <p:cNvGrpSpPr/>
          <p:nvPr userDrawn="1"/>
        </p:nvGrpSpPr>
        <p:grpSpPr>
          <a:xfrm>
            <a:off x="3015667" y="3807517"/>
            <a:ext cx="287809" cy="287734"/>
            <a:chOff x="2630834" y="4111776"/>
            <a:chExt cx="287734" cy="287734"/>
          </a:xfrm>
        </p:grpSpPr>
        <p:sp>
          <p:nvSpPr>
            <p:cNvPr id="256" name="Freeform 255">
              <a:extLst>
                <a:ext uri="{FF2B5EF4-FFF2-40B4-BE49-F238E27FC236}">
                  <a16:creationId xmlns:a16="http://schemas.microsoft.com/office/drawing/2014/main" id="{955A7574-DB44-80BC-2A8B-FA4D71F6A483}"/>
                </a:ext>
              </a:extLst>
            </p:cNvPr>
            <p:cNvSpPr/>
            <p:nvPr/>
          </p:nvSpPr>
          <p:spPr>
            <a:xfrm>
              <a:off x="2630834" y="4111776"/>
              <a:ext cx="287734" cy="79926"/>
            </a:xfrm>
            <a:custGeom>
              <a:avLst/>
              <a:gdLst>
                <a:gd name="csX0" fmla="*/ 266421 w 287734"/>
                <a:gd name="csY0" fmla="*/ 21314 h 79926"/>
                <a:gd name="csX1" fmla="*/ 21314 w 287734"/>
                <a:gd name="csY1" fmla="*/ 21314 h 79926"/>
                <a:gd name="csX2" fmla="*/ 21314 w 287734"/>
                <a:gd name="csY2" fmla="*/ 58613 h 79926"/>
                <a:gd name="csX3" fmla="*/ 266421 w 287734"/>
                <a:gd name="csY3" fmla="*/ 58613 h 79926"/>
                <a:gd name="csX4" fmla="*/ 266421 w 287734"/>
                <a:gd name="csY4" fmla="*/ 21314 h 79926"/>
                <a:gd name="csX5" fmla="*/ 287734 w 287734"/>
                <a:gd name="csY5" fmla="*/ 58613 h 79926"/>
                <a:gd name="csX6" fmla="*/ 266421 w 287734"/>
                <a:gd name="csY6" fmla="*/ 79926 h 79926"/>
                <a:gd name="csX7" fmla="*/ 21314 w 287734"/>
                <a:gd name="csY7" fmla="*/ 79926 h 79926"/>
                <a:gd name="csX8" fmla="*/ 0 w 287734"/>
                <a:gd name="csY8" fmla="*/ 58613 h 79926"/>
                <a:gd name="csX9" fmla="*/ 0 w 287734"/>
                <a:gd name="csY9" fmla="*/ 21314 h 79926"/>
                <a:gd name="csX10" fmla="*/ 21314 w 287734"/>
                <a:gd name="csY10" fmla="*/ 0 h 79926"/>
                <a:gd name="csX11" fmla="*/ 266421 w 287734"/>
                <a:gd name="csY11" fmla="*/ 0 h 79926"/>
                <a:gd name="csX12" fmla="*/ 287734 w 287734"/>
                <a:gd name="csY12" fmla="*/ 21314 h 79926"/>
                <a:gd name="csX13" fmla="*/ 287734 w 287734"/>
                <a:gd name="csY13" fmla="*/ 58613 h 799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79926">
                  <a:moveTo>
                    <a:pt x="266421" y="21314"/>
                  </a:moveTo>
                  <a:lnTo>
                    <a:pt x="21314" y="21314"/>
                  </a:lnTo>
                  <a:lnTo>
                    <a:pt x="21314" y="58613"/>
                  </a:lnTo>
                  <a:lnTo>
                    <a:pt x="266421" y="58613"/>
                  </a:lnTo>
                  <a:lnTo>
                    <a:pt x="266421" y="21314"/>
                  </a:lnTo>
                  <a:close/>
                  <a:moveTo>
                    <a:pt x="287734" y="58613"/>
                  </a:moveTo>
                  <a:lnTo>
                    <a:pt x="266421" y="79926"/>
                  </a:lnTo>
                  <a:lnTo>
                    <a:pt x="21314" y="79926"/>
                  </a:lnTo>
                  <a:lnTo>
                    <a:pt x="0" y="58613"/>
                  </a:lnTo>
                  <a:lnTo>
                    <a:pt x="0" y="21314"/>
                  </a:lnTo>
                  <a:lnTo>
                    <a:pt x="21314" y="0"/>
                  </a:lnTo>
                  <a:lnTo>
                    <a:pt x="266421" y="0"/>
                  </a:lnTo>
                  <a:lnTo>
                    <a:pt x="287734" y="21314"/>
                  </a:lnTo>
                  <a:lnTo>
                    <a:pt x="287734" y="5861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7" name="Freeform 256">
              <a:extLst>
                <a:ext uri="{FF2B5EF4-FFF2-40B4-BE49-F238E27FC236}">
                  <a16:creationId xmlns:a16="http://schemas.microsoft.com/office/drawing/2014/main" id="{7FCE3702-6E1F-EF56-7151-F9983101D181}"/>
                </a:ext>
              </a:extLst>
            </p:cNvPr>
            <p:cNvSpPr/>
            <p:nvPr/>
          </p:nvSpPr>
          <p:spPr>
            <a:xfrm>
              <a:off x="2652147" y="4170389"/>
              <a:ext cx="245107" cy="229121"/>
            </a:xfrm>
            <a:custGeom>
              <a:avLst/>
              <a:gdLst>
                <a:gd name="csX0" fmla="*/ 223793 w 245107"/>
                <a:gd name="csY0" fmla="*/ 21314 h 229121"/>
                <a:gd name="csX1" fmla="*/ 21314 w 245107"/>
                <a:gd name="csY1" fmla="*/ 21314 h 229121"/>
                <a:gd name="csX2" fmla="*/ 21314 w 245107"/>
                <a:gd name="csY2" fmla="*/ 207808 h 229121"/>
                <a:gd name="csX3" fmla="*/ 223793 w 245107"/>
                <a:gd name="csY3" fmla="*/ 207808 h 229121"/>
                <a:gd name="csX4" fmla="*/ 223793 w 245107"/>
                <a:gd name="csY4" fmla="*/ 21314 h 229121"/>
                <a:gd name="csX5" fmla="*/ 245107 w 245107"/>
                <a:gd name="csY5" fmla="*/ 207808 h 229121"/>
                <a:gd name="csX6" fmla="*/ 223793 w 245107"/>
                <a:gd name="csY6" fmla="*/ 229122 h 229121"/>
                <a:gd name="csX7" fmla="*/ 21314 w 245107"/>
                <a:gd name="csY7" fmla="*/ 229122 h 229121"/>
                <a:gd name="csX8" fmla="*/ 0 w 245107"/>
                <a:gd name="csY8" fmla="*/ 207808 h 229121"/>
                <a:gd name="csX9" fmla="*/ 0 w 245107"/>
                <a:gd name="csY9" fmla="*/ 21314 h 229121"/>
                <a:gd name="csX10" fmla="*/ 21314 w 245107"/>
                <a:gd name="csY10" fmla="*/ 0 h 229121"/>
                <a:gd name="csX11" fmla="*/ 223793 w 245107"/>
                <a:gd name="csY11" fmla="*/ 0 h 229121"/>
                <a:gd name="csX12" fmla="*/ 245107 w 245107"/>
                <a:gd name="csY12" fmla="*/ 21314 h 229121"/>
                <a:gd name="csX13" fmla="*/ 245107 w 245107"/>
                <a:gd name="csY13" fmla="*/ 207808 h 229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5107" h="229121">
                  <a:moveTo>
                    <a:pt x="223793" y="21314"/>
                  </a:moveTo>
                  <a:lnTo>
                    <a:pt x="21314" y="21314"/>
                  </a:lnTo>
                  <a:lnTo>
                    <a:pt x="21314" y="207808"/>
                  </a:lnTo>
                  <a:lnTo>
                    <a:pt x="223793" y="207808"/>
                  </a:lnTo>
                  <a:lnTo>
                    <a:pt x="223793" y="21314"/>
                  </a:lnTo>
                  <a:close/>
                  <a:moveTo>
                    <a:pt x="245107" y="207808"/>
                  </a:moveTo>
                  <a:lnTo>
                    <a:pt x="223793" y="229122"/>
                  </a:lnTo>
                  <a:lnTo>
                    <a:pt x="21314" y="229122"/>
                  </a:lnTo>
                  <a:lnTo>
                    <a:pt x="0" y="207808"/>
                  </a:lnTo>
                  <a:lnTo>
                    <a:pt x="0" y="21314"/>
                  </a:lnTo>
                  <a:lnTo>
                    <a:pt x="21314" y="0"/>
                  </a:lnTo>
                  <a:lnTo>
                    <a:pt x="223793" y="0"/>
                  </a:lnTo>
                  <a:lnTo>
                    <a:pt x="245107" y="21314"/>
                  </a:lnTo>
                  <a:lnTo>
                    <a:pt x="245107" y="20780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58" name="Freeform 257">
              <a:extLst>
                <a:ext uri="{FF2B5EF4-FFF2-40B4-BE49-F238E27FC236}">
                  <a16:creationId xmlns:a16="http://schemas.microsoft.com/office/drawing/2014/main" id="{D1C4F2B0-D8CF-4DE9-0B01-A799A35724A3}"/>
                </a:ext>
              </a:extLst>
            </p:cNvPr>
            <p:cNvSpPr/>
            <p:nvPr/>
          </p:nvSpPr>
          <p:spPr>
            <a:xfrm>
              <a:off x="2738627" y="4259586"/>
              <a:ext cx="77741" cy="21313"/>
            </a:xfrm>
            <a:custGeom>
              <a:avLst/>
              <a:gdLst>
                <a:gd name="csX0" fmla="*/ 77742 w 77741"/>
                <a:gd name="csY0" fmla="*/ 0 h 21313"/>
                <a:gd name="csX1" fmla="*/ 77742 w 77741"/>
                <a:gd name="csY1" fmla="*/ 21314 h 21313"/>
                <a:gd name="csX2" fmla="*/ 0 w 77741"/>
                <a:gd name="csY2" fmla="*/ 21314 h 21313"/>
                <a:gd name="csX3" fmla="*/ 0 w 77741"/>
                <a:gd name="csY3" fmla="*/ 0 h 21313"/>
                <a:gd name="csX4" fmla="*/ 77742 w 77741"/>
                <a:gd name="csY4" fmla="*/ 0 h 21313"/>
              </a:gdLst>
              <a:ahLst/>
              <a:cxnLst>
                <a:cxn ang="0">
                  <a:pos x="csX0" y="csY0"/>
                </a:cxn>
                <a:cxn ang="0">
                  <a:pos x="csX1" y="csY1"/>
                </a:cxn>
                <a:cxn ang="0">
                  <a:pos x="csX2" y="csY2"/>
                </a:cxn>
                <a:cxn ang="0">
                  <a:pos x="csX3" y="csY3"/>
                </a:cxn>
                <a:cxn ang="0">
                  <a:pos x="csX4" y="csY4"/>
                </a:cxn>
              </a:cxnLst>
              <a:rect l="l" t="t" r="r" b="b"/>
              <a:pathLst>
                <a:path w="77741" h="21313">
                  <a:moveTo>
                    <a:pt x="77742" y="0"/>
                  </a:moveTo>
                  <a:lnTo>
                    <a:pt x="77742" y="21314"/>
                  </a:lnTo>
                  <a:lnTo>
                    <a:pt x="0" y="21314"/>
                  </a:lnTo>
                  <a:lnTo>
                    <a:pt x="0" y="0"/>
                  </a:lnTo>
                  <a:lnTo>
                    <a:pt x="77742"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59" name="Group 258">
            <a:extLst>
              <a:ext uri="{FF2B5EF4-FFF2-40B4-BE49-F238E27FC236}">
                <a16:creationId xmlns:a16="http://schemas.microsoft.com/office/drawing/2014/main" id="{7E133018-1082-D7A0-C19C-F16DABF7F403}"/>
              </a:ext>
            </a:extLst>
          </p:cNvPr>
          <p:cNvGrpSpPr/>
          <p:nvPr userDrawn="1"/>
        </p:nvGrpSpPr>
        <p:grpSpPr>
          <a:xfrm>
            <a:off x="7653132" y="3807517"/>
            <a:ext cx="287809" cy="287734"/>
            <a:chOff x="6755027" y="4111776"/>
            <a:chExt cx="287734" cy="287734"/>
          </a:xfrm>
        </p:grpSpPr>
        <p:sp>
          <p:nvSpPr>
            <p:cNvPr id="260" name="Freeform 259">
              <a:extLst>
                <a:ext uri="{FF2B5EF4-FFF2-40B4-BE49-F238E27FC236}">
                  <a16:creationId xmlns:a16="http://schemas.microsoft.com/office/drawing/2014/main" id="{B0243EEA-8300-D89D-BB3F-1FFDD67EFD7F}"/>
                </a:ext>
              </a:extLst>
            </p:cNvPr>
            <p:cNvSpPr/>
            <p:nvPr/>
          </p:nvSpPr>
          <p:spPr>
            <a:xfrm>
              <a:off x="6888237" y="4111776"/>
              <a:ext cx="21313" cy="287734"/>
            </a:xfrm>
            <a:custGeom>
              <a:avLst/>
              <a:gdLst>
                <a:gd name="csX0" fmla="*/ 21314 w 21313"/>
                <a:gd name="csY0" fmla="*/ 287734 h 287734"/>
                <a:gd name="csX1" fmla="*/ 0 w 21313"/>
                <a:gd name="csY1" fmla="*/ 287734 h 287734"/>
                <a:gd name="csX2" fmla="*/ 0 w 21313"/>
                <a:gd name="csY2" fmla="*/ 0 h 287734"/>
                <a:gd name="csX3" fmla="*/ 21314 w 21313"/>
                <a:gd name="csY3" fmla="*/ 0 h 287734"/>
                <a:gd name="csX4" fmla="*/ 21314 w 21313"/>
                <a:gd name="csY4" fmla="*/ 287734 h 287734"/>
              </a:gdLst>
              <a:ahLst/>
              <a:cxnLst>
                <a:cxn ang="0">
                  <a:pos x="csX0" y="csY0"/>
                </a:cxn>
                <a:cxn ang="0">
                  <a:pos x="csX1" y="csY1"/>
                </a:cxn>
                <a:cxn ang="0">
                  <a:pos x="csX2" y="csY2"/>
                </a:cxn>
                <a:cxn ang="0">
                  <a:pos x="csX3" y="csY3"/>
                </a:cxn>
                <a:cxn ang="0">
                  <a:pos x="csX4" y="csY4"/>
                </a:cxn>
              </a:cxnLst>
              <a:rect l="l" t="t" r="r" b="b"/>
              <a:pathLst>
                <a:path w="21313" h="287734">
                  <a:moveTo>
                    <a:pt x="21314" y="287734"/>
                  </a:moveTo>
                  <a:lnTo>
                    <a:pt x="0" y="287734"/>
                  </a:lnTo>
                  <a:lnTo>
                    <a:pt x="0" y="0"/>
                  </a:lnTo>
                  <a:lnTo>
                    <a:pt x="21314" y="0"/>
                  </a:lnTo>
                  <a:lnTo>
                    <a:pt x="21314"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1" name="Freeform 260">
              <a:extLst>
                <a:ext uri="{FF2B5EF4-FFF2-40B4-BE49-F238E27FC236}">
                  <a16:creationId xmlns:a16="http://schemas.microsoft.com/office/drawing/2014/main" id="{72900190-0C7B-6CB6-6EAC-0A0816E48A3E}"/>
                </a:ext>
              </a:extLst>
            </p:cNvPr>
            <p:cNvSpPr/>
            <p:nvPr/>
          </p:nvSpPr>
          <p:spPr>
            <a:xfrm>
              <a:off x="6888237" y="4111776"/>
              <a:ext cx="21313" cy="287734"/>
            </a:xfrm>
            <a:custGeom>
              <a:avLst/>
              <a:gdLst>
                <a:gd name="csX0" fmla="*/ 21314 w 21313"/>
                <a:gd name="csY0" fmla="*/ 287734 h 287734"/>
                <a:gd name="csX1" fmla="*/ 0 w 21313"/>
                <a:gd name="csY1" fmla="*/ 287734 h 287734"/>
                <a:gd name="csX2" fmla="*/ 0 w 21313"/>
                <a:gd name="csY2" fmla="*/ 0 h 287734"/>
                <a:gd name="csX3" fmla="*/ 21314 w 21313"/>
                <a:gd name="csY3" fmla="*/ 0 h 287734"/>
                <a:gd name="csX4" fmla="*/ 21314 w 21313"/>
                <a:gd name="csY4" fmla="*/ 287734 h 287734"/>
              </a:gdLst>
              <a:ahLst/>
              <a:cxnLst>
                <a:cxn ang="0">
                  <a:pos x="csX0" y="csY0"/>
                </a:cxn>
                <a:cxn ang="0">
                  <a:pos x="csX1" y="csY1"/>
                </a:cxn>
                <a:cxn ang="0">
                  <a:pos x="csX2" y="csY2"/>
                </a:cxn>
                <a:cxn ang="0">
                  <a:pos x="csX3" y="csY3"/>
                </a:cxn>
                <a:cxn ang="0">
                  <a:pos x="csX4" y="csY4"/>
                </a:cxn>
              </a:cxnLst>
              <a:rect l="l" t="t" r="r" b="b"/>
              <a:pathLst>
                <a:path w="21313" h="287734">
                  <a:moveTo>
                    <a:pt x="21314" y="287734"/>
                  </a:moveTo>
                  <a:lnTo>
                    <a:pt x="0" y="287734"/>
                  </a:lnTo>
                  <a:lnTo>
                    <a:pt x="0" y="0"/>
                  </a:lnTo>
                  <a:lnTo>
                    <a:pt x="21314" y="0"/>
                  </a:lnTo>
                  <a:lnTo>
                    <a:pt x="21314" y="28773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2" name="Freeform 261">
              <a:extLst>
                <a:ext uri="{FF2B5EF4-FFF2-40B4-BE49-F238E27FC236}">
                  <a16:creationId xmlns:a16="http://schemas.microsoft.com/office/drawing/2014/main" id="{EA12B5E1-340B-AB42-53D7-4831FB3DE336}"/>
                </a:ext>
              </a:extLst>
            </p:cNvPr>
            <p:cNvSpPr/>
            <p:nvPr/>
          </p:nvSpPr>
          <p:spPr>
            <a:xfrm>
              <a:off x="6755027" y="4244987"/>
              <a:ext cx="287734" cy="21313"/>
            </a:xfrm>
            <a:custGeom>
              <a:avLst/>
              <a:gdLst>
                <a:gd name="csX0" fmla="*/ 0 w 287734"/>
                <a:gd name="csY0" fmla="*/ 21314 h 21313"/>
                <a:gd name="csX1" fmla="*/ 0 w 287734"/>
                <a:gd name="csY1" fmla="*/ 0 h 21313"/>
                <a:gd name="csX2" fmla="*/ 287734 w 287734"/>
                <a:gd name="csY2" fmla="*/ 0 h 21313"/>
                <a:gd name="csX3" fmla="*/ 287734 w 287734"/>
                <a:gd name="csY3" fmla="*/ 21314 h 21313"/>
                <a:gd name="csX4" fmla="*/ 0 w 287734"/>
                <a:gd name="csY4" fmla="*/ 21314 h 21313"/>
              </a:gdLst>
              <a:ahLst/>
              <a:cxnLst>
                <a:cxn ang="0">
                  <a:pos x="csX0" y="csY0"/>
                </a:cxn>
                <a:cxn ang="0">
                  <a:pos x="csX1" y="csY1"/>
                </a:cxn>
                <a:cxn ang="0">
                  <a:pos x="csX2" y="csY2"/>
                </a:cxn>
                <a:cxn ang="0">
                  <a:pos x="csX3" y="csY3"/>
                </a:cxn>
                <a:cxn ang="0">
                  <a:pos x="csX4" y="csY4"/>
                </a:cxn>
              </a:cxnLst>
              <a:rect l="l" t="t" r="r" b="b"/>
              <a:pathLst>
                <a:path w="287734" h="21313">
                  <a:moveTo>
                    <a:pt x="0" y="21314"/>
                  </a:moveTo>
                  <a:lnTo>
                    <a:pt x="0" y="0"/>
                  </a:lnTo>
                  <a:lnTo>
                    <a:pt x="287734" y="0"/>
                  </a:lnTo>
                  <a:lnTo>
                    <a:pt x="28773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3" name="Freeform 262">
              <a:extLst>
                <a:ext uri="{FF2B5EF4-FFF2-40B4-BE49-F238E27FC236}">
                  <a16:creationId xmlns:a16="http://schemas.microsoft.com/office/drawing/2014/main" id="{EFC50D20-B673-7258-DD88-D875ED80171D}"/>
                </a:ext>
              </a:extLst>
            </p:cNvPr>
            <p:cNvSpPr/>
            <p:nvPr/>
          </p:nvSpPr>
          <p:spPr>
            <a:xfrm>
              <a:off x="6755027" y="4244987"/>
              <a:ext cx="287734" cy="21313"/>
            </a:xfrm>
            <a:custGeom>
              <a:avLst/>
              <a:gdLst>
                <a:gd name="csX0" fmla="*/ 0 w 287734"/>
                <a:gd name="csY0" fmla="*/ 21314 h 21313"/>
                <a:gd name="csX1" fmla="*/ 0 w 287734"/>
                <a:gd name="csY1" fmla="*/ 0 h 21313"/>
                <a:gd name="csX2" fmla="*/ 287734 w 287734"/>
                <a:gd name="csY2" fmla="*/ 0 h 21313"/>
                <a:gd name="csX3" fmla="*/ 287734 w 287734"/>
                <a:gd name="csY3" fmla="*/ 21314 h 21313"/>
                <a:gd name="csX4" fmla="*/ 0 w 287734"/>
                <a:gd name="csY4" fmla="*/ 21314 h 21313"/>
              </a:gdLst>
              <a:ahLst/>
              <a:cxnLst>
                <a:cxn ang="0">
                  <a:pos x="csX0" y="csY0"/>
                </a:cxn>
                <a:cxn ang="0">
                  <a:pos x="csX1" y="csY1"/>
                </a:cxn>
                <a:cxn ang="0">
                  <a:pos x="csX2" y="csY2"/>
                </a:cxn>
                <a:cxn ang="0">
                  <a:pos x="csX3" y="csY3"/>
                </a:cxn>
                <a:cxn ang="0">
                  <a:pos x="csX4" y="csY4"/>
                </a:cxn>
              </a:cxnLst>
              <a:rect l="l" t="t" r="r" b="b"/>
              <a:pathLst>
                <a:path w="287734" h="21313">
                  <a:moveTo>
                    <a:pt x="0" y="21314"/>
                  </a:moveTo>
                  <a:lnTo>
                    <a:pt x="0" y="0"/>
                  </a:lnTo>
                  <a:lnTo>
                    <a:pt x="287734" y="0"/>
                  </a:lnTo>
                  <a:lnTo>
                    <a:pt x="28773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64" name="Group 263">
            <a:extLst>
              <a:ext uri="{FF2B5EF4-FFF2-40B4-BE49-F238E27FC236}">
                <a16:creationId xmlns:a16="http://schemas.microsoft.com/office/drawing/2014/main" id="{0959CF55-428F-9D52-E819-3554B46871B2}"/>
              </a:ext>
            </a:extLst>
          </p:cNvPr>
          <p:cNvGrpSpPr/>
          <p:nvPr userDrawn="1"/>
        </p:nvGrpSpPr>
        <p:grpSpPr>
          <a:xfrm>
            <a:off x="9965522" y="3807517"/>
            <a:ext cx="288821" cy="287734"/>
            <a:chOff x="8810783" y="4111776"/>
            <a:chExt cx="288746" cy="287734"/>
          </a:xfrm>
        </p:grpSpPr>
        <p:sp>
          <p:nvSpPr>
            <p:cNvPr id="265" name="Freeform 264">
              <a:extLst>
                <a:ext uri="{FF2B5EF4-FFF2-40B4-BE49-F238E27FC236}">
                  <a16:creationId xmlns:a16="http://schemas.microsoft.com/office/drawing/2014/main" id="{C70D2382-3EEA-2B11-FF1D-01E5D131EEF0}"/>
                </a:ext>
              </a:extLst>
            </p:cNvPr>
            <p:cNvSpPr/>
            <p:nvPr/>
          </p:nvSpPr>
          <p:spPr>
            <a:xfrm>
              <a:off x="8811795" y="4111776"/>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6" name="Freeform 265">
              <a:extLst>
                <a:ext uri="{FF2B5EF4-FFF2-40B4-BE49-F238E27FC236}">
                  <a16:creationId xmlns:a16="http://schemas.microsoft.com/office/drawing/2014/main" id="{1EBFB432-5862-D949-393B-5E8EB0526412}"/>
                </a:ext>
              </a:extLst>
            </p:cNvPr>
            <p:cNvSpPr/>
            <p:nvPr/>
          </p:nvSpPr>
          <p:spPr>
            <a:xfrm>
              <a:off x="8810783" y="4202466"/>
              <a:ext cx="211911" cy="135608"/>
            </a:xfrm>
            <a:custGeom>
              <a:avLst/>
              <a:gdLst>
                <a:gd name="csX0" fmla="*/ 190598 w 211911"/>
                <a:gd name="csY0" fmla="*/ 66179 h 135608"/>
                <a:gd name="csX1" fmla="*/ 190598 w 211911"/>
                <a:gd name="csY1" fmla="*/ 34901 h 135608"/>
                <a:gd name="csX2" fmla="*/ 118983 w 211911"/>
                <a:gd name="csY2" fmla="*/ 100547 h 135608"/>
                <a:gd name="csX3" fmla="*/ 77688 w 211911"/>
                <a:gd name="csY3" fmla="*/ 72999 h 135608"/>
                <a:gd name="csX4" fmla="*/ 15026 w 211911"/>
                <a:gd name="csY4" fmla="*/ 135608 h 135608"/>
                <a:gd name="csX5" fmla="*/ 0 w 211911"/>
                <a:gd name="csY5" fmla="*/ 120529 h 135608"/>
                <a:gd name="csX6" fmla="*/ 74971 w 211911"/>
                <a:gd name="csY6" fmla="*/ 45558 h 135608"/>
                <a:gd name="csX7" fmla="*/ 116905 w 211911"/>
                <a:gd name="csY7" fmla="*/ 73532 h 135608"/>
                <a:gd name="csX8" fmla="*/ 173866 w 211911"/>
                <a:gd name="csY8" fmla="*/ 21314 h 135608"/>
                <a:gd name="csX9" fmla="*/ 145732 w 211911"/>
                <a:gd name="csY9" fmla="*/ 21314 h 135608"/>
                <a:gd name="csX10" fmla="*/ 145732 w 211911"/>
                <a:gd name="csY10" fmla="*/ 0 h 135608"/>
                <a:gd name="csX11" fmla="*/ 211911 w 211911"/>
                <a:gd name="csY11" fmla="*/ 0 h 135608"/>
                <a:gd name="csX12" fmla="*/ 211911 w 211911"/>
                <a:gd name="csY12" fmla="*/ 66179 h 135608"/>
                <a:gd name="csX13" fmla="*/ 190598 w 211911"/>
                <a:gd name="csY13" fmla="*/ 66179 h 1356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11911" h="135608">
                  <a:moveTo>
                    <a:pt x="190598" y="66179"/>
                  </a:moveTo>
                  <a:lnTo>
                    <a:pt x="190598" y="34901"/>
                  </a:lnTo>
                  <a:lnTo>
                    <a:pt x="118983" y="100547"/>
                  </a:lnTo>
                  <a:lnTo>
                    <a:pt x="77688" y="72999"/>
                  </a:lnTo>
                  <a:lnTo>
                    <a:pt x="15026" y="135608"/>
                  </a:lnTo>
                  <a:lnTo>
                    <a:pt x="0" y="120529"/>
                  </a:lnTo>
                  <a:lnTo>
                    <a:pt x="74971" y="45558"/>
                  </a:lnTo>
                  <a:lnTo>
                    <a:pt x="116905" y="73532"/>
                  </a:lnTo>
                  <a:lnTo>
                    <a:pt x="173866" y="21314"/>
                  </a:lnTo>
                  <a:lnTo>
                    <a:pt x="145732" y="21314"/>
                  </a:lnTo>
                  <a:lnTo>
                    <a:pt x="145732" y="0"/>
                  </a:lnTo>
                  <a:lnTo>
                    <a:pt x="211911" y="0"/>
                  </a:lnTo>
                  <a:lnTo>
                    <a:pt x="211911" y="66179"/>
                  </a:lnTo>
                  <a:lnTo>
                    <a:pt x="190598" y="661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67" name="Graphic 2">
            <a:extLst>
              <a:ext uri="{FF2B5EF4-FFF2-40B4-BE49-F238E27FC236}">
                <a16:creationId xmlns:a16="http://schemas.microsoft.com/office/drawing/2014/main" id="{DC49F9A3-B430-40F1-7F8B-646E3175D036}"/>
              </a:ext>
            </a:extLst>
          </p:cNvPr>
          <p:cNvGrpSpPr/>
          <p:nvPr userDrawn="1"/>
        </p:nvGrpSpPr>
        <p:grpSpPr>
          <a:xfrm>
            <a:off x="11098133" y="3781143"/>
            <a:ext cx="312912" cy="340485"/>
            <a:chOff x="9815082" y="4085401"/>
            <a:chExt cx="312831" cy="340485"/>
          </a:xfrm>
          <a:solidFill>
            <a:srgbClr val="000000"/>
          </a:solidFill>
        </p:grpSpPr>
        <p:sp>
          <p:nvSpPr>
            <p:cNvPr id="268" name="Freeform 267">
              <a:extLst>
                <a:ext uri="{FF2B5EF4-FFF2-40B4-BE49-F238E27FC236}">
                  <a16:creationId xmlns:a16="http://schemas.microsoft.com/office/drawing/2014/main" id="{6F3F1580-DB0A-3C83-8752-96C8BFE04C19}"/>
                </a:ext>
              </a:extLst>
            </p:cNvPr>
            <p:cNvSpPr/>
            <p:nvPr/>
          </p:nvSpPr>
          <p:spPr>
            <a:xfrm>
              <a:off x="9815082" y="4085401"/>
              <a:ext cx="312831" cy="340485"/>
            </a:xfrm>
            <a:custGeom>
              <a:avLst/>
              <a:gdLst>
                <a:gd name="csX0" fmla="*/ 7034 w 312831"/>
                <a:gd name="csY0" fmla="*/ 336862 h 340485"/>
                <a:gd name="csX1" fmla="*/ 0 w 312831"/>
                <a:gd name="csY1" fmla="*/ 340486 h 340485"/>
                <a:gd name="csX2" fmla="*/ 3410 w 312831"/>
                <a:gd name="csY2" fmla="*/ 333292 h 340485"/>
                <a:gd name="csX3" fmla="*/ 7034 w 312831"/>
                <a:gd name="csY3" fmla="*/ 336916 h 340485"/>
                <a:gd name="csX4" fmla="*/ 56108 w 312831"/>
                <a:gd name="csY4" fmla="*/ 28720 h 340485"/>
                <a:gd name="csX5" fmla="*/ 295887 w 312831"/>
                <a:gd name="csY5" fmla="*/ 151274 h 340485"/>
                <a:gd name="csX6" fmla="*/ 312831 w 312831"/>
                <a:gd name="csY6" fmla="*/ 159906 h 340485"/>
                <a:gd name="csX7" fmla="*/ 312831 w 312831"/>
                <a:gd name="csY7" fmla="*/ 180527 h 340485"/>
                <a:gd name="csX8" fmla="*/ 295887 w 312831"/>
                <a:gd name="csY8" fmla="*/ 189212 h 340485"/>
                <a:gd name="csX9" fmla="*/ 56108 w 312831"/>
                <a:gd name="csY9" fmla="*/ 311766 h 340485"/>
                <a:gd name="csX10" fmla="*/ 46944 w 312831"/>
                <a:gd name="csY10" fmla="*/ 316455 h 340485"/>
                <a:gd name="csX11" fmla="*/ 22912 w 312831"/>
                <a:gd name="csY11" fmla="*/ 292477 h 340485"/>
                <a:gd name="csX12" fmla="*/ 27175 w 312831"/>
                <a:gd name="csY12" fmla="*/ 283578 h 340485"/>
                <a:gd name="csX13" fmla="*/ 81418 w 312831"/>
                <a:gd name="csY13" fmla="*/ 170243 h 340485"/>
                <a:gd name="csX14" fmla="*/ 27175 w 312831"/>
                <a:gd name="csY14" fmla="*/ 56907 h 340485"/>
                <a:gd name="csX15" fmla="*/ 23498 w 312831"/>
                <a:gd name="csY15" fmla="*/ 49181 h 340485"/>
                <a:gd name="csX16" fmla="*/ 48062 w 312831"/>
                <a:gd name="csY16" fmla="*/ 24617 h 340485"/>
                <a:gd name="csX17" fmla="*/ 56108 w 312831"/>
                <a:gd name="csY17" fmla="*/ 28720 h 340485"/>
                <a:gd name="csX18" fmla="*/ 105023 w 312831"/>
                <a:gd name="csY18" fmla="*/ 170243 h 340485"/>
                <a:gd name="csX19" fmla="*/ 46410 w 312831"/>
                <a:gd name="csY19" fmla="*/ 292796 h 340485"/>
                <a:gd name="csX20" fmla="*/ 286189 w 312831"/>
                <a:gd name="csY20" fmla="*/ 170243 h 340485"/>
                <a:gd name="csX21" fmla="*/ 46410 w 312831"/>
                <a:gd name="csY21" fmla="*/ 47689 h 340485"/>
                <a:gd name="csX22" fmla="*/ 105023 w 312831"/>
                <a:gd name="csY22" fmla="*/ 170243 h 340485"/>
                <a:gd name="csX23" fmla="*/ 8153 w 312831"/>
                <a:gd name="csY23" fmla="*/ 4209 h 340485"/>
                <a:gd name="csX24" fmla="*/ 3996 w 312831"/>
                <a:gd name="csY24" fmla="*/ 8366 h 340485"/>
                <a:gd name="csX25" fmla="*/ 0 w 312831"/>
                <a:gd name="csY25" fmla="*/ 0 h 340485"/>
                <a:gd name="csX26" fmla="*/ 8153 w 312831"/>
                <a:gd name="csY26" fmla="*/ 4156 h 3404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312831" h="340485">
                  <a:moveTo>
                    <a:pt x="7034" y="336862"/>
                  </a:moveTo>
                  <a:lnTo>
                    <a:pt x="0" y="340486"/>
                  </a:lnTo>
                  <a:lnTo>
                    <a:pt x="3410" y="333292"/>
                  </a:lnTo>
                  <a:lnTo>
                    <a:pt x="7034" y="336916"/>
                  </a:lnTo>
                  <a:close/>
                  <a:moveTo>
                    <a:pt x="56108" y="28720"/>
                  </a:moveTo>
                  <a:lnTo>
                    <a:pt x="295887" y="151274"/>
                  </a:lnTo>
                  <a:lnTo>
                    <a:pt x="312831" y="159906"/>
                  </a:lnTo>
                  <a:lnTo>
                    <a:pt x="312831" y="180527"/>
                  </a:lnTo>
                  <a:lnTo>
                    <a:pt x="295887" y="189212"/>
                  </a:lnTo>
                  <a:lnTo>
                    <a:pt x="56108" y="311766"/>
                  </a:lnTo>
                  <a:lnTo>
                    <a:pt x="46944" y="316455"/>
                  </a:lnTo>
                  <a:lnTo>
                    <a:pt x="22912" y="292477"/>
                  </a:lnTo>
                  <a:lnTo>
                    <a:pt x="27175" y="283578"/>
                  </a:lnTo>
                  <a:lnTo>
                    <a:pt x="81418" y="170243"/>
                  </a:lnTo>
                  <a:lnTo>
                    <a:pt x="27175" y="56907"/>
                  </a:lnTo>
                  <a:lnTo>
                    <a:pt x="23498" y="49181"/>
                  </a:lnTo>
                  <a:lnTo>
                    <a:pt x="48062" y="24617"/>
                  </a:lnTo>
                  <a:lnTo>
                    <a:pt x="56108" y="28720"/>
                  </a:lnTo>
                  <a:close/>
                  <a:moveTo>
                    <a:pt x="105023" y="170243"/>
                  </a:moveTo>
                  <a:lnTo>
                    <a:pt x="46410" y="292796"/>
                  </a:lnTo>
                  <a:lnTo>
                    <a:pt x="286189" y="170243"/>
                  </a:lnTo>
                  <a:lnTo>
                    <a:pt x="46410" y="47689"/>
                  </a:lnTo>
                  <a:lnTo>
                    <a:pt x="105023" y="170243"/>
                  </a:lnTo>
                  <a:close/>
                  <a:moveTo>
                    <a:pt x="8153" y="4209"/>
                  </a:moveTo>
                  <a:lnTo>
                    <a:pt x="3996" y="8366"/>
                  </a:lnTo>
                  <a:lnTo>
                    <a:pt x="0" y="0"/>
                  </a:lnTo>
                  <a:lnTo>
                    <a:pt x="8153" y="415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69" name="Freeform 268">
              <a:extLst>
                <a:ext uri="{FF2B5EF4-FFF2-40B4-BE49-F238E27FC236}">
                  <a16:creationId xmlns:a16="http://schemas.microsoft.com/office/drawing/2014/main" id="{F1A72B94-3EB1-700F-DE7C-B9FBD8410DED}"/>
                </a:ext>
              </a:extLst>
            </p:cNvPr>
            <p:cNvSpPr/>
            <p:nvPr/>
          </p:nvSpPr>
          <p:spPr>
            <a:xfrm>
              <a:off x="9904120" y="4244987"/>
              <a:ext cx="79926" cy="21313"/>
            </a:xfrm>
            <a:custGeom>
              <a:avLst/>
              <a:gdLst>
                <a:gd name="csX0" fmla="*/ 79926 w 79926"/>
                <a:gd name="csY0" fmla="*/ 0 h 21313"/>
                <a:gd name="csX1" fmla="*/ 79926 w 79926"/>
                <a:gd name="csY1" fmla="*/ 21314 h 21313"/>
                <a:gd name="csX2" fmla="*/ 0 w 79926"/>
                <a:gd name="csY2" fmla="*/ 21314 h 21313"/>
                <a:gd name="csX3" fmla="*/ 0 w 79926"/>
                <a:gd name="csY3" fmla="*/ 0 h 21313"/>
                <a:gd name="csX4" fmla="*/ 79926 w 79926"/>
                <a:gd name="csY4" fmla="*/ 0 h 21313"/>
              </a:gdLst>
              <a:ahLst/>
              <a:cxnLst>
                <a:cxn ang="0">
                  <a:pos x="csX0" y="csY0"/>
                </a:cxn>
                <a:cxn ang="0">
                  <a:pos x="csX1" y="csY1"/>
                </a:cxn>
                <a:cxn ang="0">
                  <a:pos x="csX2" y="csY2"/>
                </a:cxn>
                <a:cxn ang="0">
                  <a:pos x="csX3" y="csY3"/>
                </a:cxn>
                <a:cxn ang="0">
                  <a:pos x="csX4" y="csY4"/>
                </a:cxn>
              </a:cxnLst>
              <a:rect l="l" t="t" r="r" b="b"/>
              <a:pathLst>
                <a:path w="79926" h="21313">
                  <a:moveTo>
                    <a:pt x="79926" y="0"/>
                  </a:moveTo>
                  <a:lnTo>
                    <a:pt x="79926" y="21314"/>
                  </a:lnTo>
                  <a:lnTo>
                    <a:pt x="0" y="21314"/>
                  </a:lnTo>
                  <a:lnTo>
                    <a:pt x="0" y="0"/>
                  </a:lnTo>
                  <a:lnTo>
                    <a:pt x="79926"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0" name="Group 269">
            <a:extLst>
              <a:ext uri="{FF2B5EF4-FFF2-40B4-BE49-F238E27FC236}">
                <a16:creationId xmlns:a16="http://schemas.microsoft.com/office/drawing/2014/main" id="{972E4D95-FA45-8E60-78CB-01F0AD18636C}"/>
              </a:ext>
            </a:extLst>
          </p:cNvPr>
          <p:cNvGrpSpPr/>
          <p:nvPr userDrawn="1"/>
        </p:nvGrpSpPr>
        <p:grpSpPr>
          <a:xfrm>
            <a:off x="1869625" y="2848404"/>
            <a:ext cx="287809" cy="287733"/>
            <a:chOff x="1613106" y="3152662"/>
            <a:chExt cx="287734" cy="287733"/>
          </a:xfrm>
        </p:grpSpPr>
        <p:sp>
          <p:nvSpPr>
            <p:cNvPr id="271" name="Freeform 270">
              <a:extLst>
                <a:ext uri="{FF2B5EF4-FFF2-40B4-BE49-F238E27FC236}">
                  <a16:creationId xmlns:a16="http://schemas.microsoft.com/office/drawing/2014/main" id="{F25C7DD4-1F38-8135-2E9E-C7CA2DF46AE6}"/>
                </a:ext>
              </a:extLst>
            </p:cNvPr>
            <p:cNvSpPr/>
            <p:nvPr/>
          </p:nvSpPr>
          <p:spPr>
            <a:xfrm>
              <a:off x="1709018" y="3248573"/>
              <a:ext cx="191822" cy="191822"/>
            </a:xfrm>
            <a:custGeom>
              <a:avLst/>
              <a:gdLst>
                <a:gd name="csX0" fmla="*/ 170509 w 191822"/>
                <a:gd name="csY0" fmla="*/ 21314 h 191822"/>
                <a:gd name="csX1" fmla="*/ 21314 w 191822"/>
                <a:gd name="csY1" fmla="*/ 21314 h 191822"/>
                <a:gd name="csX2" fmla="*/ 21314 w 191822"/>
                <a:gd name="csY2" fmla="*/ 170509 h 191822"/>
                <a:gd name="csX3" fmla="*/ 170509 w 191822"/>
                <a:gd name="csY3" fmla="*/ 170509 h 191822"/>
                <a:gd name="csX4" fmla="*/ 170509 w 191822"/>
                <a:gd name="csY4" fmla="*/ 21314 h 191822"/>
                <a:gd name="csX5" fmla="*/ 191823 w 191822"/>
                <a:gd name="csY5" fmla="*/ 170509 h 191822"/>
                <a:gd name="csX6" fmla="*/ 170509 w 191822"/>
                <a:gd name="csY6" fmla="*/ 191823 h 191822"/>
                <a:gd name="csX7" fmla="*/ 21314 w 191822"/>
                <a:gd name="csY7" fmla="*/ 191823 h 191822"/>
                <a:gd name="csX8" fmla="*/ 0 w 191822"/>
                <a:gd name="csY8" fmla="*/ 170509 h 191822"/>
                <a:gd name="csX9" fmla="*/ 0 w 191822"/>
                <a:gd name="csY9" fmla="*/ 21314 h 191822"/>
                <a:gd name="csX10" fmla="*/ 21314 w 191822"/>
                <a:gd name="csY10" fmla="*/ 0 h 191822"/>
                <a:gd name="csX11" fmla="*/ 170509 w 191822"/>
                <a:gd name="csY11" fmla="*/ 0 h 191822"/>
                <a:gd name="csX12" fmla="*/ 191823 w 191822"/>
                <a:gd name="csY12" fmla="*/ 21314 h 191822"/>
                <a:gd name="csX13" fmla="*/ 191823 w 191822"/>
                <a:gd name="csY13" fmla="*/ 170509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91822" h="191822">
                  <a:moveTo>
                    <a:pt x="170509" y="21314"/>
                  </a:moveTo>
                  <a:lnTo>
                    <a:pt x="21314" y="21314"/>
                  </a:lnTo>
                  <a:lnTo>
                    <a:pt x="21314" y="170509"/>
                  </a:lnTo>
                  <a:lnTo>
                    <a:pt x="170509" y="170509"/>
                  </a:lnTo>
                  <a:lnTo>
                    <a:pt x="170509" y="21314"/>
                  </a:lnTo>
                  <a:close/>
                  <a:moveTo>
                    <a:pt x="191823" y="170509"/>
                  </a:moveTo>
                  <a:lnTo>
                    <a:pt x="170509" y="191823"/>
                  </a:lnTo>
                  <a:lnTo>
                    <a:pt x="21314" y="191823"/>
                  </a:lnTo>
                  <a:lnTo>
                    <a:pt x="0" y="170509"/>
                  </a:lnTo>
                  <a:lnTo>
                    <a:pt x="0" y="21314"/>
                  </a:lnTo>
                  <a:lnTo>
                    <a:pt x="21314" y="0"/>
                  </a:lnTo>
                  <a:lnTo>
                    <a:pt x="170509" y="0"/>
                  </a:lnTo>
                  <a:lnTo>
                    <a:pt x="191823" y="21314"/>
                  </a:lnTo>
                  <a:lnTo>
                    <a:pt x="191823" y="17050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2" name="Freeform 271">
              <a:extLst>
                <a:ext uri="{FF2B5EF4-FFF2-40B4-BE49-F238E27FC236}">
                  <a16:creationId xmlns:a16="http://schemas.microsoft.com/office/drawing/2014/main" id="{DAFAE49E-FEC6-4395-3FF5-F400927B2EA9}"/>
                </a:ext>
              </a:extLst>
            </p:cNvPr>
            <p:cNvSpPr/>
            <p:nvPr/>
          </p:nvSpPr>
          <p:spPr>
            <a:xfrm>
              <a:off x="1613106" y="3152662"/>
              <a:ext cx="191822" cy="191822"/>
            </a:xfrm>
            <a:custGeom>
              <a:avLst/>
              <a:gdLst>
                <a:gd name="csX0" fmla="*/ 170509 w 191822"/>
                <a:gd name="csY0" fmla="*/ 95911 h 191822"/>
                <a:gd name="csX1" fmla="*/ 95911 w 191822"/>
                <a:gd name="csY1" fmla="*/ 21314 h 191822"/>
                <a:gd name="csX2" fmla="*/ 21314 w 191822"/>
                <a:gd name="csY2" fmla="*/ 95911 h 191822"/>
                <a:gd name="csX3" fmla="*/ 95911 w 191822"/>
                <a:gd name="csY3" fmla="*/ 170509 h 191822"/>
                <a:gd name="csX4" fmla="*/ 170509 w 191822"/>
                <a:gd name="csY4" fmla="*/ 95911 h 191822"/>
                <a:gd name="csX5" fmla="*/ 191823 w 191822"/>
                <a:gd name="csY5" fmla="*/ 95911 h 191822"/>
                <a:gd name="csX6" fmla="*/ 95911 w 191822"/>
                <a:gd name="csY6" fmla="*/ 191823 h 191822"/>
                <a:gd name="csX7" fmla="*/ 0 w 191822"/>
                <a:gd name="csY7" fmla="*/ 95911 h 191822"/>
                <a:gd name="csX8" fmla="*/ 95911 w 191822"/>
                <a:gd name="csY8" fmla="*/ 0 h 191822"/>
                <a:gd name="csX9" fmla="*/ 191823 w 191822"/>
                <a:gd name="csY9" fmla="*/ 95911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91822" h="191822">
                  <a:moveTo>
                    <a:pt x="170509" y="95911"/>
                  </a:moveTo>
                  <a:cubicBezTo>
                    <a:pt x="170509" y="54723"/>
                    <a:pt x="137100" y="21314"/>
                    <a:pt x="95911" y="21314"/>
                  </a:cubicBezTo>
                  <a:cubicBezTo>
                    <a:pt x="54723" y="21314"/>
                    <a:pt x="21314" y="54723"/>
                    <a:pt x="21314" y="95911"/>
                  </a:cubicBezTo>
                  <a:cubicBezTo>
                    <a:pt x="21314" y="137100"/>
                    <a:pt x="54723" y="170509"/>
                    <a:pt x="95911" y="170509"/>
                  </a:cubicBezTo>
                  <a:cubicBezTo>
                    <a:pt x="137100" y="170509"/>
                    <a:pt x="170509" y="137100"/>
                    <a:pt x="170509" y="95911"/>
                  </a:cubicBezTo>
                  <a:close/>
                  <a:moveTo>
                    <a:pt x="191823" y="95911"/>
                  </a:moveTo>
                  <a:cubicBezTo>
                    <a:pt x="191823" y="148876"/>
                    <a:pt x="148876" y="191823"/>
                    <a:pt x="95911" y="191823"/>
                  </a:cubicBezTo>
                  <a:cubicBezTo>
                    <a:pt x="42947" y="191823"/>
                    <a:pt x="0" y="148876"/>
                    <a:pt x="0" y="95911"/>
                  </a:cubicBezTo>
                  <a:cubicBezTo>
                    <a:pt x="0" y="42947"/>
                    <a:pt x="42947" y="0"/>
                    <a:pt x="95911" y="0"/>
                  </a:cubicBezTo>
                  <a:cubicBezTo>
                    <a:pt x="148876" y="0"/>
                    <a:pt x="191823" y="42947"/>
                    <a:pt x="191823" y="9591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3" name="Group 272">
            <a:extLst>
              <a:ext uri="{FF2B5EF4-FFF2-40B4-BE49-F238E27FC236}">
                <a16:creationId xmlns:a16="http://schemas.microsoft.com/office/drawing/2014/main" id="{C147C444-5CFA-B135-1A59-F2B327FCBF47}"/>
              </a:ext>
            </a:extLst>
          </p:cNvPr>
          <p:cNvGrpSpPr/>
          <p:nvPr userDrawn="1"/>
        </p:nvGrpSpPr>
        <p:grpSpPr>
          <a:xfrm>
            <a:off x="5318410" y="2869663"/>
            <a:ext cx="287809" cy="266474"/>
            <a:chOff x="4676945" y="3173922"/>
            <a:chExt cx="287734" cy="266474"/>
          </a:xfrm>
        </p:grpSpPr>
        <p:sp>
          <p:nvSpPr>
            <p:cNvPr id="274" name="Freeform 273">
              <a:extLst>
                <a:ext uri="{FF2B5EF4-FFF2-40B4-BE49-F238E27FC236}">
                  <a16:creationId xmlns:a16="http://schemas.microsoft.com/office/drawing/2014/main" id="{F66CD756-9265-08B5-3AB5-82C8EDEB8B15}"/>
                </a:ext>
              </a:extLst>
            </p:cNvPr>
            <p:cNvSpPr/>
            <p:nvPr/>
          </p:nvSpPr>
          <p:spPr>
            <a:xfrm>
              <a:off x="4788842" y="3291201"/>
              <a:ext cx="63940" cy="149195"/>
            </a:xfrm>
            <a:custGeom>
              <a:avLst/>
              <a:gdLst>
                <a:gd name="csX0" fmla="*/ 63941 w 63940"/>
                <a:gd name="csY0" fmla="*/ 21420 h 149195"/>
                <a:gd name="csX1" fmla="*/ 63941 w 63940"/>
                <a:gd name="csY1" fmla="*/ 51579 h 149195"/>
                <a:gd name="csX2" fmla="*/ 42627 w 63940"/>
                <a:gd name="csY2" fmla="*/ 30265 h 149195"/>
                <a:gd name="csX3" fmla="*/ 42627 w 63940"/>
                <a:gd name="csY3" fmla="*/ 149196 h 149195"/>
                <a:gd name="csX4" fmla="*/ 21314 w 63940"/>
                <a:gd name="csY4" fmla="*/ 149196 h 149195"/>
                <a:gd name="csX5" fmla="*/ 21314 w 63940"/>
                <a:gd name="csY5" fmla="*/ 30265 h 149195"/>
                <a:gd name="csX6" fmla="*/ 0 w 63940"/>
                <a:gd name="csY6" fmla="*/ 51579 h 149195"/>
                <a:gd name="csX7" fmla="*/ 0 w 63940"/>
                <a:gd name="csY7" fmla="*/ 21420 h 149195"/>
                <a:gd name="csX8" fmla="*/ 21420 w 63940"/>
                <a:gd name="csY8" fmla="*/ 0 h 149195"/>
                <a:gd name="csX9" fmla="*/ 42521 w 63940"/>
                <a:gd name="csY9" fmla="*/ 0 h 149195"/>
                <a:gd name="csX10" fmla="*/ 63941 w 63940"/>
                <a:gd name="csY10" fmla="*/ 21420 h 1491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3940" h="149195">
                  <a:moveTo>
                    <a:pt x="63941" y="21420"/>
                  </a:moveTo>
                  <a:lnTo>
                    <a:pt x="63941" y="51579"/>
                  </a:lnTo>
                  <a:lnTo>
                    <a:pt x="42627" y="30265"/>
                  </a:lnTo>
                  <a:lnTo>
                    <a:pt x="42627" y="149196"/>
                  </a:lnTo>
                  <a:lnTo>
                    <a:pt x="21314" y="149196"/>
                  </a:lnTo>
                  <a:lnTo>
                    <a:pt x="21314" y="30265"/>
                  </a:lnTo>
                  <a:lnTo>
                    <a:pt x="0" y="51579"/>
                  </a:lnTo>
                  <a:lnTo>
                    <a:pt x="0" y="21420"/>
                  </a:lnTo>
                  <a:lnTo>
                    <a:pt x="21420" y="0"/>
                  </a:lnTo>
                  <a:lnTo>
                    <a:pt x="42521" y="0"/>
                  </a:lnTo>
                  <a:lnTo>
                    <a:pt x="63941" y="2142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5" name="Freeform 274">
              <a:extLst>
                <a:ext uri="{FF2B5EF4-FFF2-40B4-BE49-F238E27FC236}">
                  <a16:creationId xmlns:a16="http://schemas.microsoft.com/office/drawing/2014/main" id="{BDAFA13F-B32A-7B5F-3021-9D4E1BE5CD4D}"/>
                </a:ext>
              </a:extLst>
            </p:cNvPr>
            <p:cNvSpPr/>
            <p:nvPr/>
          </p:nvSpPr>
          <p:spPr>
            <a:xfrm>
              <a:off x="4676945" y="3173922"/>
              <a:ext cx="287734" cy="223846"/>
            </a:xfrm>
            <a:custGeom>
              <a:avLst/>
              <a:gdLst>
                <a:gd name="csX0" fmla="*/ 143867 w 287734"/>
                <a:gd name="csY0" fmla="*/ 53 h 223846"/>
                <a:gd name="csX1" fmla="*/ 53657 w 287734"/>
                <a:gd name="csY1" fmla="*/ 68310 h 223846"/>
                <a:gd name="csX2" fmla="*/ 0 w 287734"/>
                <a:gd name="csY2" fmla="*/ 144293 h 223846"/>
                <a:gd name="csX3" fmla="*/ 76463 w 287734"/>
                <a:gd name="csY3" fmla="*/ 223847 h 223846"/>
                <a:gd name="csX4" fmla="*/ 111897 w 287734"/>
                <a:gd name="csY4" fmla="*/ 223847 h 223846"/>
                <a:gd name="csX5" fmla="*/ 111897 w 287734"/>
                <a:gd name="csY5" fmla="*/ 202533 h 223846"/>
                <a:gd name="csX6" fmla="*/ 73639 w 287734"/>
                <a:gd name="csY6" fmla="*/ 202533 h 223846"/>
                <a:gd name="csX7" fmla="*/ 21314 w 287734"/>
                <a:gd name="csY7" fmla="*/ 144293 h 223846"/>
                <a:gd name="csX8" fmla="*/ 71294 w 287734"/>
                <a:gd name="csY8" fmla="*/ 86320 h 223846"/>
                <a:gd name="csX9" fmla="*/ 143867 w 287734"/>
                <a:gd name="csY9" fmla="*/ 21367 h 223846"/>
                <a:gd name="csX10" fmla="*/ 216440 w 287734"/>
                <a:gd name="csY10" fmla="*/ 86320 h 223846"/>
                <a:gd name="csX11" fmla="*/ 266421 w 287734"/>
                <a:gd name="csY11" fmla="*/ 144293 h 223846"/>
                <a:gd name="csX12" fmla="*/ 214096 w 287734"/>
                <a:gd name="csY12" fmla="*/ 202426 h 223846"/>
                <a:gd name="csX13" fmla="*/ 211271 w 287734"/>
                <a:gd name="csY13" fmla="*/ 202426 h 223846"/>
                <a:gd name="csX14" fmla="*/ 175838 w 287734"/>
                <a:gd name="csY14" fmla="*/ 202480 h 223846"/>
                <a:gd name="csX15" fmla="*/ 175838 w 287734"/>
                <a:gd name="csY15" fmla="*/ 223793 h 223846"/>
                <a:gd name="csX16" fmla="*/ 211271 w 287734"/>
                <a:gd name="csY16" fmla="*/ 223793 h 223846"/>
                <a:gd name="csX17" fmla="*/ 287734 w 287734"/>
                <a:gd name="csY17" fmla="*/ 144240 h 223846"/>
                <a:gd name="csX18" fmla="*/ 234024 w 287734"/>
                <a:gd name="csY18" fmla="*/ 68257 h 223846"/>
                <a:gd name="csX19" fmla="*/ 143867 w 287734"/>
                <a:gd name="csY19" fmla="*/ 0 h 2238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23846">
                  <a:moveTo>
                    <a:pt x="143867" y="53"/>
                  </a:moveTo>
                  <a:cubicBezTo>
                    <a:pt x="101080" y="53"/>
                    <a:pt x="65912" y="29253"/>
                    <a:pt x="53657" y="68310"/>
                  </a:cubicBezTo>
                  <a:cubicBezTo>
                    <a:pt x="22006" y="78541"/>
                    <a:pt x="0" y="109339"/>
                    <a:pt x="0" y="144293"/>
                  </a:cubicBezTo>
                  <a:cubicBezTo>
                    <a:pt x="0" y="187134"/>
                    <a:pt x="33143" y="223847"/>
                    <a:pt x="76463" y="223847"/>
                  </a:cubicBezTo>
                  <a:lnTo>
                    <a:pt x="111897" y="223847"/>
                  </a:lnTo>
                  <a:lnTo>
                    <a:pt x="111897" y="202533"/>
                  </a:lnTo>
                  <a:lnTo>
                    <a:pt x="73639" y="202533"/>
                  </a:lnTo>
                  <a:cubicBezTo>
                    <a:pt x="44492" y="200881"/>
                    <a:pt x="21314" y="175465"/>
                    <a:pt x="21314" y="144293"/>
                  </a:cubicBezTo>
                  <a:cubicBezTo>
                    <a:pt x="21314" y="113122"/>
                    <a:pt x="43267" y="89038"/>
                    <a:pt x="71294" y="86320"/>
                  </a:cubicBezTo>
                  <a:cubicBezTo>
                    <a:pt x="77049" y="49501"/>
                    <a:pt x="107314" y="21367"/>
                    <a:pt x="143867" y="21367"/>
                  </a:cubicBezTo>
                  <a:cubicBezTo>
                    <a:pt x="180420" y="21367"/>
                    <a:pt x="210685" y="49448"/>
                    <a:pt x="216440" y="86320"/>
                  </a:cubicBezTo>
                  <a:cubicBezTo>
                    <a:pt x="244468" y="89038"/>
                    <a:pt x="266421" y="113975"/>
                    <a:pt x="266421" y="144293"/>
                  </a:cubicBezTo>
                  <a:cubicBezTo>
                    <a:pt x="266421" y="174612"/>
                    <a:pt x="243242" y="200881"/>
                    <a:pt x="214096" y="202426"/>
                  </a:cubicBezTo>
                  <a:lnTo>
                    <a:pt x="211271" y="202426"/>
                  </a:lnTo>
                  <a:cubicBezTo>
                    <a:pt x="211271" y="202426"/>
                    <a:pt x="175838" y="202480"/>
                    <a:pt x="175838" y="202480"/>
                  </a:cubicBezTo>
                  <a:lnTo>
                    <a:pt x="175838" y="223793"/>
                  </a:lnTo>
                  <a:lnTo>
                    <a:pt x="211271" y="223793"/>
                  </a:lnTo>
                  <a:cubicBezTo>
                    <a:pt x="254592" y="223793"/>
                    <a:pt x="287734" y="187081"/>
                    <a:pt x="287734" y="144240"/>
                  </a:cubicBezTo>
                  <a:cubicBezTo>
                    <a:pt x="287734" y="109286"/>
                    <a:pt x="265728" y="78487"/>
                    <a:pt x="234024" y="68257"/>
                  </a:cubicBezTo>
                  <a:cubicBezTo>
                    <a:pt x="221769" y="29200"/>
                    <a:pt x="186654" y="0"/>
                    <a:pt x="143867" y="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6" name="Group 275">
            <a:extLst>
              <a:ext uri="{FF2B5EF4-FFF2-40B4-BE49-F238E27FC236}">
                <a16:creationId xmlns:a16="http://schemas.microsoft.com/office/drawing/2014/main" id="{9A057FEC-B488-87E6-AC42-8CE4F9BB5733}"/>
              </a:ext>
            </a:extLst>
          </p:cNvPr>
          <p:cNvGrpSpPr/>
          <p:nvPr userDrawn="1"/>
        </p:nvGrpSpPr>
        <p:grpSpPr>
          <a:xfrm>
            <a:off x="6496431" y="2888793"/>
            <a:ext cx="290314" cy="248091"/>
            <a:chOff x="5726643" y="3193051"/>
            <a:chExt cx="290238" cy="248091"/>
          </a:xfrm>
        </p:grpSpPr>
        <p:sp>
          <p:nvSpPr>
            <p:cNvPr id="277" name="Freeform 276">
              <a:extLst>
                <a:ext uri="{FF2B5EF4-FFF2-40B4-BE49-F238E27FC236}">
                  <a16:creationId xmlns:a16="http://schemas.microsoft.com/office/drawing/2014/main" id="{7CCAA1F7-EB30-DB0B-D3DF-D192C7004A38}"/>
                </a:ext>
              </a:extLst>
            </p:cNvPr>
            <p:cNvSpPr/>
            <p:nvPr/>
          </p:nvSpPr>
          <p:spPr>
            <a:xfrm>
              <a:off x="5726643" y="3416685"/>
              <a:ext cx="290238" cy="24457"/>
            </a:xfrm>
            <a:custGeom>
              <a:avLst/>
              <a:gdLst>
                <a:gd name="csX0" fmla="*/ 290239 w 290238"/>
                <a:gd name="csY0" fmla="*/ 24457 h 24457"/>
                <a:gd name="csX1" fmla="*/ 0 w 290238"/>
                <a:gd name="csY1" fmla="*/ 24457 h 24457"/>
                <a:gd name="csX2" fmla="*/ 0 w 290238"/>
                <a:gd name="csY2" fmla="*/ 0 h 24457"/>
                <a:gd name="csX3" fmla="*/ 290239 w 290238"/>
                <a:gd name="csY3" fmla="*/ 0 h 24457"/>
                <a:gd name="csX4" fmla="*/ 290239 w 290238"/>
                <a:gd name="csY4" fmla="*/ 24457 h 24457"/>
              </a:gdLst>
              <a:ahLst/>
              <a:cxnLst>
                <a:cxn ang="0">
                  <a:pos x="csX0" y="csY0"/>
                </a:cxn>
                <a:cxn ang="0">
                  <a:pos x="csX1" y="csY1"/>
                </a:cxn>
                <a:cxn ang="0">
                  <a:pos x="csX2" y="csY2"/>
                </a:cxn>
                <a:cxn ang="0">
                  <a:pos x="csX3" y="csY3"/>
                </a:cxn>
                <a:cxn ang="0">
                  <a:pos x="csX4" y="csY4"/>
                </a:cxn>
              </a:cxnLst>
              <a:rect l="l" t="t" r="r" b="b"/>
              <a:pathLst>
                <a:path w="290238" h="24457">
                  <a:moveTo>
                    <a:pt x="290239" y="24457"/>
                  </a:moveTo>
                  <a:lnTo>
                    <a:pt x="0" y="24457"/>
                  </a:lnTo>
                  <a:lnTo>
                    <a:pt x="0" y="0"/>
                  </a:lnTo>
                  <a:lnTo>
                    <a:pt x="290239" y="0"/>
                  </a:lnTo>
                  <a:lnTo>
                    <a:pt x="290239" y="2445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78" name="Freeform 277">
              <a:extLst>
                <a:ext uri="{FF2B5EF4-FFF2-40B4-BE49-F238E27FC236}">
                  <a16:creationId xmlns:a16="http://schemas.microsoft.com/office/drawing/2014/main" id="{B22A26AA-5707-C2D7-31B9-3E9DF05EF087}"/>
                </a:ext>
              </a:extLst>
            </p:cNvPr>
            <p:cNvSpPr/>
            <p:nvPr/>
          </p:nvSpPr>
          <p:spPr>
            <a:xfrm>
              <a:off x="5727016" y="3193051"/>
              <a:ext cx="286881" cy="158946"/>
            </a:xfrm>
            <a:custGeom>
              <a:avLst/>
              <a:gdLst>
                <a:gd name="csX0" fmla="*/ 286882 w 286881"/>
                <a:gd name="csY0" fmla="*/ 15079 h 158946"/>
                <a:gd name="csX1" fmla="*/ 159000 w 286881"/>
                <a:gd name="csY1" fmla="*/ 142961 h 158946"/>
                <a:gd name="csX2" fmla="*/ 143921 w 286881"/>
                <a:gd name="csY2" fmla="*/ 142961 h 158946"/>
                <a:gd name="csX3" fmla="*/ 87493 w 286881"/>
                <a:gd name="csY3" fmla="*/ 86533 h 158946"/>
                <a:gd name="csX4" fmla="*/ 15079 w 286881"/>
                <a:gd name="csY4" fmla="*/ 158947 h 158946"/>
                <a:gd name="csX5" fmla="*/ 0 w 286881"/>
                <a:gd name="csY5" fmla="*/ 143867 h 158946"/>
                <a:gd name="csX6" fmla="*/ 79926 w 286881"/>
                <a:gd name="csY6" fmla="*/ 63941 h 158946"/>
                <a:gd name="csX7" fmla="*/ 95005 w 286881"/>
                <a:gd name="csY7" fmla="*/ 63941 h 158946"/>
                <a:gd name="csX8" fmla="*/ 151434 w 286881"/>
                <a:gd name="csY8" fmla="*/ 120369 h 158946"/>
                <a:gd name="csX9" fmla="*/ 271803 w 286881"/>
                <a:gd name="csY9" fmla="*/ 0 h 158946"/>
                <a:gd name="csX10" fmla="*/ 286828 w 286881"/>
                <a:gd name="csY10" fmla="*/ 15079 h 158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86881" h="158946">
                  <a:moveTo>
                    <a:pt x="286882" y="15079"/>
                  </a:moveTo>
                  <a:lnTo>
                    <a:pt x="159000" y="142961"/>
                  </a:lnTo>
                  <a:lnTo>
                    <a:pt x="143921" y="142961"/>
                  </a:lnTo>
                  <a:lnTo>
                    <a:pt x="87493" y="86533"/>
                  </a:lnTo>
                  <a:lnTo>
                    <a:pt x="15079" y="158947"/>
                  </a:lnTo>
                  <a:lnTo>
                    <a:pt x="0" y="143867"/>
                  </a:lnTo>
                  <a:lnTo>
                    <a:pt x="79926" y="63941"/>
                  </a:lnTo>
                  <a:lnTo>
                    <a:pt x="95005" y="63941"/>
                  </a:lnTo>
                  <a:lnTo>
                    <a:pt x="151434" y="120369"/>
                  </a:lnTo>
                  <a:lnTo>
                    <a:pt x="271803" y="0"/>
                  </a:lnTo>
                  <a:lnTo>
                    <a:pt x="286828" y="1507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79" name="Group 278">
            <a:extLst>
              <a:ext uri="{FF2B5EF4-FFF2-40B4-BE49-F238E27FC236}">
                <a16:creationId xmlns:a16="http://schemas.microsoft.com/office/drawing/2014/main" id="{CBE2AE9C-1923-89FA-E577-970518EF44BD}"/>
              </a:ext>
            </a:extLst>
          </p:cNvPr>
          <p:cNvGrpSpPr/>
          <p:nvPr userDrawn="1"/>
        </p:nvGrpSpPr>
        <p:grpSpPr>
          <a:xfrm>
            <a:off x="7653132" y="2864389"/>
            <a:ext cx="271819" cy="271749"/>
            <a:chOff x="6755027" y="3168647"/>
            <a:chExt cx="271748" cy="271749"/>
          </a:xfrm>
        </p:grpSpPr>
        <p:sp>
          <p:nvSpPr>
            <p:cNvPr id="280" name="Freeform 279">
              <a:extLst>
                <a:ext uri="{FF2B5EF4-FFF2-40B4-BE49-F238E27FC236}">
                  <a16:creationId xmlns:a16="http://schemas.microsoft.com/office/drawing/2014/main" id="{76413D47-492D-BFB9-1553-E92519AE1AA6}"/>
                </a:ext>
              </a:extLst>
            </p:cNvPr>
            <p:cNvSpPr/>
            <p:nvPr/>
          </p:nvSpPr>
          <p:spPr>
            <a:xfrm>
              <a:off x="6755027" y="3195289"/>
              <a:ext cx="245107" cy="245107"/>
            </a:xfrm>
            <a:custGeom>
              <a:avLst/>
              <a:gdLst>
                <a:gd name="csX0" fmla="*/ 21314 w 245107"/>
                <a:gd name="csY0" fmla="*/ 0 h 245107"/>
                <a:gd name="csX1" fmla="*/ 0 w 245107"/>
                <a:gd name="csY1" fmla="*/ 21314 h 245107"/>
                <a:gd name="csX2" fmla="*/ 0 w 245107"/>
                <a:gd name="csY2" fmla="*/ 223793 h 245107"/>
                <a:gd name="csX3" fmla="*/ 21314 w 245107"/>
                <a:gd name="csY3" fmla="*/ 245107 h 245107"/>
                <a:gd name="csX4" fmla="*/ 223793 w 245107"/>
                <a:gd name="csY4" fmla="*/ 245107 h 245107"/>
                <a:gd name="csX5" fmla="*/ 245107 w 245107"/>
                <a:gd name="csY5" fmla="*/ 223793 h 245107"/>
                <a:gd name="csX6" fmla="*/ 245107 w 245107"/>
                <a:gd name="csY6" fmla="*/ 85255 h 245107"/>
                <a:gd name="csX7" fmla="*/ 223793 w 245107"/>
                <a:gd name="csY7" fmla="*/ 85255 h 245107"/>
                <a:gd name="csX8" fmla="*/ 223793 w 245107"/>
                <a:gd name="csY8" fmla="*/ 223793 h 245107"/>
                <a:gd name="csX9" fmla="*/ 21314 w 245107"/>
                <a:gd name="csY9" fmla="*/ 223793 h 245107"/>
                <a:gd name="csX10" fmla="*/ 21314 w 245107"/>
                <a:gd name="csY10" fmla="*/ 21314 h 245107"/>
                <a:gd name="csX11" fmla="*/ 159852 w 245107"/>
                <a:gd name="csY11" fmla="*/ 21314 h 245107"/>
                <a:gd name="csX12" fmla="*/ 159852 w 245107"/>
                <a:gd name="csY12" fmla="*/ 0 h 245107"/>
                <a:gd name="csX13" fmla="*/ 21314 w 245107"/>
                <a:gd name="csY13" fmla="*/ 0 h 24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45107" h="245107">
                  <a:moveTo>
                    <a:pt x="21314" y="0"/>
                  </a:moveTo>
                  <a:lnTo>
                    <a:pt x="0" y="21314"/>
                  </a:lnTo>
                  <a:lnTo>
                    <a:pt x="0" y="223793"/>
                  </a:lnTo>
                  <a:lnTo>
                    <a:pt x="21314" y="245107"/>
                  </a:lnTo>
                  <a:lnTo>
                    <a:pt x="223793" y="245107"/>
                  </a:lnTo>
                  <a:lnTo>
                    <a:pt x="245107" y="223793"/>
                  </a:lnTo>
                  <a:lnTo>
                    <a:pt x="245107" y="85255"/>
                  </a:lnTo>
                  <a:lnTo>
                    <a:pt x="223793" y="85255"/>
                  </a:lnTo>
                  <a:lnTo>
                    <a:pt x="223793" y="223793"/>
                  </a:lnTo>
                  <a:lnTo>
                    <a:pt x="21314" y="223793"/>
                  </a:lnTo>
                  <a:lnTo>
                    <a:pt x="21314" y="21314"/>
                  </a:lnTo>
                  <a:lnTo>
                    <a:pt x="159852" y="21314"/>
                  </a:lnTo>
                  <a:lnTo>
                    <a:pt x="159852"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1" name="Freeform 280">
              <a:extLst>
                <a:ext uri="{FF2B5EF4-FFF2-40B4-BE49-F238E27FC236}">
                  <a16:creationId xmlns:a16="http://schemas.microsoft.com/office/drawing/2014/main" id="{6C44CBAE-D7C3-2695-808D-2020CD43EC3B}"/>
                </a:ext>
              </a:extLst>
            </p:cNvPr>
            <p:cNvSpPr/>
            <p:nvPr/>
          </p:nvSpPr>
          <p:spPr>
            <a:xfrm>
              <a:off x="6905128" y="3168647"/>
              <a:ext cx="121647" cy="121647"/>
            </a:xfrm>
            <a:custGeom>
              <a:avLst/>
              <a:gdLst>
                <a:gd name="csX0" fmla="*/ 41721 w 121647"/>
                <a:gd name="csY0" fmla="*/ 0 h 121647"/>
                <a:gd name="csX1" fmla="*/ 41721 w 121647"/>
                <a:gd name="csY1" fmla="*/ 21314 h 121647"/>
                <a:gd name="csX2" fmla="*/ 85255 w 121647"/>
                <a:gd name="csY2" fmla="*/ 21314 h 121647"/>
                <a:gd name="csX3" fmla="*/ 0 w 121647"/>
                <a:gd name="csY3" fmla="*/ 106568 h 121647"/>
                <a:gd name="csX4" fmla="*/ 15079 w 121647"/>
                <a:gd name="csY4" fmla="*/ 121648 h 121647"/>
                <a:gd name="csX5" fmla="*/ 100334 w 121647"/>
                <a:gd name="csY5" fmla="*/ 36393 h 121647"/>
                <a:gd name="csX6" fmla="*/ 100334 w 121647"/>
                <a:gd name="csY6" fmla="*/ 79926 h 121647"/>
                <a:gd name="csX7" fmla="*/ 121647 w 121647"/>
                <a:gd name="csY7" fmla="*/ 79926 h 121647"/>
                <a:gd name="csX8" fmla="*/ 121647 w 121647"/>
                <a:gd name="csY8" fmla="*/ 21527 h 121647"/>
                <a:gd name="csX9" fmla="*/ 100121 w 121647"/>
                <a:gd name="csY9" fmla="*/ 0 h 121647"/>
                <a:gd name="csX10" fmla="*/ 41721 w 121647"/>
                <a:gd name="csY10" fmla="*/ 0 h 1216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647" h="121647">
                  <a:moveTo>
                    <a:pt x="41721" y="0"/>
                  </a:moveTo>
                  <a:lnTo>
                    <a:pt x="41721" y="21314"/>
                  </a:lnTo>
                  <a:lnTo>
                    <a:pt x="85255" y="21314"/>
                  </a:lnTo>
                  <a:lnTo>
                    <a:pt x="0" y="106568"/>
                  </a:lnTo>
                  <a:lnTo>
                    <a:pt x="15079" y="121648"/>
                  </a:lnTo>
                  <a:lnTo>
                    <a:pt x="100334" y="36393"/>
                  </a:lnTo>
                  <a:lnTo>
                    <a:pt x="100334" y="79926"/>
                  </a:lnTo>
                  <a:lnTo>
                    <a:pt x="121647" y="79926"/>
                  </a:lnTo>
                  <a:lnTo>
                    <a:pt x="121647" y="21527"/>
                  </a:lnTo>
                  <a:lnTo>
                    <a:pt x="100121" y="0"/>
                  </a:lnTo>
                  <a:lnTo>
                    <a:pt x="4172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2" name="Group 281">
            <a:extLst>
              <a:ext uri="{FF2B5EF4-FFF2-40B4-BE49-F238E27FC236}">
                <a16:creationId xmlns:a16="http://schemas.microsoft.com/office/drawing/2014/main" id="{DC6C918B-6E24-499D-14D5-33A6411F5452}"/>
              </a:ext>
            </a:extLst>
          </p:cNvPr>
          <p:cNvGrpSpPr/>
          <p:nvPr userDrawn="1"/>
        </p:nvGrpSpPr>
        <p:grpSpPr>
          <a:xfrm>
            <a:off x="8809833" y="2848403"/>
            <a:ext cx="287809" cy="287734"/>
            <a:chOff x="7783411" y="3152662"/>
            <a:chExt cx="287734" cy="287734"/>
          </a:xfrm>
        </p:grpSpPr>
        <p:sp>
          <p:nvSpPr>
            <p:cNvPr id="283" name="Freeform 282">
              <a:extLst>
                <a:ext uri="{FF2B5EF4-FFF2-40B4-BE49-F238E27FC236}">
                  <a16:creationId xmlns:a16="http://schemas.microsoft.com/office/drawing/2014/main" id="{634828D8-1C40-BF78-BA02-8CD82B22FD32}"/>
                </a:ext>
              </a:extLst>
            </p:cNvPr>
            <p:cNvSpPr/>
            <p:nvPr/>
          </p:nvSpPr>
          <p:spPr>
            <a:xfrm>
              <a:off x="7783411" y="3152662"/>
              <a:ext cx="287734" cy="287734"/>
            </a:xfrm>
            <a:custGeom>
              <a:avLst/>
              <a:gdLst>
                <a:gd name="csX0" fmla="*/ 21314 w 287734"/>
                <a:gd name="csY0" fmla="*/ 0 h 287734"/>
                <a:gd name="csX1" fmla="*/ 223793 w 287734"/>
                <a:gd name="csY1" fmla="*/ 0 h 287734"/>
                <a:gd name="csX2" fmla="*/ 287734 w 287734"/>
                <a:gd name="csY2" fmla="*/ 64047 h 287734"/>
                <a:gd name="csX3" fmla="*/ 287734 w 287734"/>
                <a:gd name="csY3" fmla="*/ 266421 h 287734"/>
                <a:gd name="csX4" fmla="*/ 266421 w 287734"/>
                <a:gd name="csY4" fmla="*/ 287734 h 287734"/>
                <a:gd name="csX5" fmla="*/ 21314 w 287734"/>
                <a:gd name="csY5" fmla="*/ 287734 h 287734"/>
                <a:gd name="csX6" fmla="*/ 0 w 287734"/>
                <a:gd name="csY6" fmla="*/ 266421 h 287734"/>
                <a:gd name="csX7" fmla="*/ 0 w 287734"/>
                <a:gd name="csY7" fmla="*/ 21314 h 287734"/>
                <a:gd name="csX8" fmla="*/ 21314 w 287734"/>
                <a:gd name="csY8" fmla="*/ 0 h 287734"/>
                <a:gd name="csX9" fmla="*/ 21314 w 287734"/>
                <a:gd name="csY9" fmla="*/ 266421 h 287734"/>
                <a:gd name="csX10" fmla="*/ 266421 w 287734"/>
                <a:gd name="csY10" fmla="*/ 266421 h 287734"/>
                <a:gd name="csX11" fmla="*/ 266421 w 287734"/>
                <a:gd name="csY11" fmla="*/ 72839 h 287734"/>
                <a:gd name="csX12" fmla="*/ 214949 w 287734"/>
                <a:gd name="csY12" fmla="*/ 21314 h 287734"/>
                <a:gd name="csX13" fmla="*/ 21314 w 287734"/>
                <a:gd name="csY13" fmla="*/ 21314 h 287734"/>
                <a:gd name="csX14" fmla="*/ 21314 w 287734"/>
                <a:gd name="csY14"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734" h="287734">
                  <a:moveTo>
                    <a:pt x="21314" y="0"/>
                  </a:moveTo>
                  <a:lnTo>
                    <a:pt x="223793" y="0"/>
                  </a:lnTo>
                  <a:lnTo>
                    <a:pt x="287734" y="64047"/>
                  </a:lnTo>
                  <a:lnTo>
                    <a:pt x="287734" y="266421"/>
                  </a:lnTo>
                  <a:lnTo>
                    <a:pt x="266421" y="287734"/>
                  </a:lnTo>
                  <a:lnTo>
                    <a:pt x="21314" y="287734"/>
                  </a:lnTo>
                  <a:lnTo>
                    <a:pt x="0" y="266421"/>
                  </a:lnTo>
                  <a:lnTo>
                    <a:pt x="0" y="21314"/>
                  </a:lnTo>
                  <a:lnTo>
                    <a:pt x="21314" y="0"/>
                  </a:lnTo>
                  <a:close/>
                  <a:moveTo>
                    <a:pt x="21314" y="266421"/>
                  </a:moveTo>
                  <a:lnTo>
                    <a:pt x="266421" y="266421"/>
                  </a:lnTo>
                  <a:lnTo>
                    <a:pt x="266421" y="72839"/>
                  </a:lnTo>
                  <a:lnTo>
                    <a:pt x="214949" y="21314"/>
                  </a:lnTo>
                  <a:lnTo>
                    <a:pt x="21314" y="21314"/>
                  </a:lnTo>
                  <a:lnTo>
                    <a:pt x="2131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4" name="Freeform 283">
              <a:extLst>
                <a:ext uri="{FF2B5EF4-FFF2-40B4-BE49-F238E27FC236}">
                  <a16:creationId xmlns:a16="http://schemas.microsoft.com/office/drawing/2014/main" id="{2A0B13EB-C162-2F19-B300-9E4E9D7B1A41}"/>
                </a:ext>
              </a:extLst>
            </p:cNvPr>
            <p:cNvSpPr/>
            <p:nvPr/>
          </p:nvSpPr>
          <p:spPr>
            <a:xfrm>
              <a:off x="7847352" y="3152662"/>
              <a:ext cx="159852" cy="85254"/>
            </a:xfrm>
            <a:custGeom>
              <a:avLst/>
              <a:gdLst>
                <a:gd name="csX0" fmla="*/ 138539 w 159852"/>
                <a:gd name="csY0" fmla="*/ 21314 h 85254"/>
                <a:gd name="csX1" fmla="*/ 21314 w 159852"/>
                <a:gd name="csY1" fmla="*/ 21314 h 85254"/>
                <a:gd name="csX2" fmla="*/ 21314 w 159852"/>
                <a:gd name="csY2" fmla="*/ 63941 h 85254"/>
                <a:gd name="csX3" fmla="*/ 138539 w 159852"/>
                <a:gd name="csY3" fmla="*/ 63941 h 85254"/>
                <a:gd name="csX4" fmla="*/ 138539 w 159852"/>
                <a:gd name="csY4" fmla="*/ 21314 h 85254"/>
                <a:gd name="csX5" fmla="*/ 159852 w 159852"/>
                <a:gd name="csY5" fmla="*/ 63941 h 85254"/>
                <a:gd name="csX6" fmla="*/ 138539 w 159852"/>
                <a:gd name="csY6" fmla="*/ 85255 h 85254"/>
                <a:gd name="csX7" fmla="*/ 21314 w 159852"/>
                <a:gd name="csY7" fmla="*/ 85255 h 85254"/>
                <a:gd name="csX8" fmla="*/ 0 w 159852"/>
                <a:gd name="csY8" fmla="*/ 63941 h 85254"/>
                <a:gd name="csX9" fmla="*/ 0 w 159852"/>
                <a:gd name="csY9" fmla="*/ 0 h 85254"/>
                <a:gd name="csX10" fmla="*/ 138539 w 159852"/>
                <a:gd name="csY10" fmla="*/ 0 h 85254"/>
                <a:gd name="csX11" fmla="*/ 159852 w 159852"/>
                <a:gd name="csY11" fmla="*/ 21314 h 85254"/>
                <a:gd name="csX12" fmla="*/ 159852 w 159852"/>
                <a:gd name="csY12" fmla="*/ 63941 h 852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59852" h="85254">
                  <a:moveTo>
                    <a:pt x="138539" y="21314"/>
                  </a:moveTo>
                  <a:lnTo>
                    <a:pt x="21314" y="21314"/>
                  </a:lnTo>
                  <a:lnTo>
                    <a:pt x="21314" y="63941"/>
                  </a:lnTo>
                  <a:lnTo>
                    <a:pt x="138539" y="63941"/>
                  </a:lnTo>
                  <a:lnTo>
                    <a:pt x="138539" y="21314"/>
                  </a:lnTo>
                  <a:close/>
                  <a:moveTo>
                    <a:pt x="159852" y="63941"/>
                  </a:moveTo>
                  <a:lnTo>
                    <a:pt x="138539" y="85255"/>
                  </a:lnTo>
                  <a:lnTo>
                    <a:pt x="21314" y="85255"/>
                  </a:lnTo>
                  <a:lnTo>
                    <a:pt x="0" y="63941"/>
                  </a:lnTo>
                  <a:lnTo>
                    <a:pt x="0" y="0"/>
                  </a:lnTo>
                  <a:lnTo>
                    <a:pt x="138539" y="0"/>
                  </a:lnTo>
                  <a:lnTo>
                    <a:pt x="159852" y="21314"/>
                  </a:lnTo>
                  <a:lnTo>
                    <a:pt x="159852" y="6394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5" name="Freeform 284">
              <a:extLst>
                <a:ext uri="{FF2B5EF4-FFF2-40B4-BE49-F238E27FC236}">
                  <a16:creationId xmlns:a16="http://schemas.microsoft.com/office/drawing/2014/main" id="{DC39A0C4-3126-1C70-92F1-B6A5629EC451}"/>
                </a:ext>
              </a:extLst>
            </p:cNvPr>
            <p:cNvSpPr/>
            <p:nvPr/>
          </p:nvSpPr>
          <p:spPr>
            <a:xfrm>
              <a:off x="7847352" y="3312514"/>
              <a:ext cx="165180" cy="127881"/>
            </a:xfrm>
            <a:custGeom>
              <a:avLst/>
              <a:gdLst>
                <a:gd name="csX0" fmla="*/ 21314 w 165180"/>
                <a:gd name="csY0" fmla="*/ 106568 h 127881"/>
                <a:gd name="csX1" fmla="*/ 143867 w 165180"/>
                <a:gd name="csY1" fmla="*/ 106568 h 127881"/>
                <a:gd name="csX2" fmla="*/ 143867 w 165180"/>
                <a:gd name="csY2" fmla="*/ 21314 h 127881"/>
                <a:gd name="csX3" fmla="*/ 21314 w 165180"/>
                <a:gd name="csY3" fmla="*/ 21314 h 127881"/>
                <a:gd name="csX4" fmla="*/ 21314 w 165180"/>
                <a:gd name="csY4" fmla="*/ 106568 h 127881"/>
                <a:gd name="csX5" fmla="*/ 0 w 165180"/>
                <a:gd name="csY5" fmla="*/ 21314 h 127881"/>
                <a:gd name="csX6" fmla="*/ 21314 w 165180"/>
                <a:gd name="csY6" fmla="*/ 0 h 127881"/>
                <a:gd name="csX7" fmla="*/ 143867 w 165180"/>
                <a:gd name="csY7" fmla="*/ 0 h 127881"/>
                <a:gd name="csX8" fmla="*/ 165181 w 165180"/>
                <a:gd name="csY8" fmla="*/ 21314 h 127881"/>
                <a:gd name="csX9" fmla="*/ 165181 w 165180"/>
                <a:gd name="csY9" fmla="*/ 127882 h 127881"/>
                <a:gd name="csX10" fmla="*/ 0 w 165180"/>
                <a:gd name="csY10" fmla="*/ 127882 h 127881"/>
                <a:gd name="csX11" fmla="*/ 0 w 165180"/>
                <a:gd name="csY11" fmla="*/ 21314 h 1278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65180" h="127881">
                  <a:moveTo>
                    <a:pt x="21314" y="106568"/>
                  </a:moveTo>
                  <a:lnTo>
                    <a:pt x="143867" y="106568"/>
                  </a:lnTo>
                  <a:lnTo>
                    <a:pt x="143867" y="21314"/>
                  </a:lnTo>
                  <a:lnTo>
                    <a:pt x="21314" y="21314"/>
                  </a:lnTo>
                  <a:lnTo>
                    <a:pt x="21314" y="106568"/>
                  </a:lnTo>
                  <a:close/>
                  <a:moveTo>
                    <a:pt x="0" y="21314"/>
                  </a:moveTo>
                  <a:lnTo>
                    <a:pt x="21314" y="0"/>
                  </a:lnTo>
                  <a:lnTo>
                    <a:pt x="143867" y="0"/>
                  </a:lnTo>
                  <a:lnTo>
                    <a:pt x="165181" y="21314"/>
                  </a:lnTo>
                  <a:lnTo>
                    <a:pt x="165181" y="127882"/>
                  </a:lnTo>
                  <a:lnTo>
                    <a:pt x="0" y="127882"/>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6" name="Group 285">
            <a:extLst>
              <a:ext uri="{FF2B5EF4-FFF2-40B4-BE49-F238E27FC236}">
                <a16:creationId xmlns:a16="http://schemas.microsoft.com/office/drawing/2014/main" id="{F33978D1-3FD4-60C6-1FE3-354808EF84E1}"/>
              </a:ext>
            </a:extLst>
          </p:cNvPr>
          <p:cNvGrpSpPr/>
          <p:nvPr userDrawn="1"/>
        </p:nvGrpSpPr>
        <p:grpSpPr>
          <a:xfrm>
            <a:off x="9966534" y="2850268"/>
            <a:ext cx="286583" cy="285868"/>
            <a:chOff x="8811795" y="3154527"/>
            <a:chExt cx="286508" cy="285868"/>
          </a:xfrm>
        </p:grpSpPr>
        <p:sp>
          <p:nvSpPr>
            <p:cNvPr id="287" name="Freeform 286">
              <a:extLst>
                <a:ext uri="{FF2B5EF4-FFF2-40B4-BE49-F238E27FC236}">
                  <a16:creationId xmlns:a16="http://schemas.microsoft.com/office/drawing/2014/main" id="{F7B971B0-E743-B828-0908-C4FB687CDEE8}"/>
                </a:ext>
              </a:extLst>
            </p:cNvPr>
            <p:cNvSpPr/>
            <p:nvPr/>
          </p:nvSpPr>
          <p:spPr>
            <a:xfrm>
              <a:off x="8811795" y="3184632"/>
              <a:ext cx="255763" cy="255763"/>
            </a:xfrm>
            <a:custGeom>
              <a:avLst/>
              <a:gdLst>
                <a:gd name="csX0" fmla="*/ 21314 w 255763"/>
                <a:gd name="csY0" fmla="*/ 0 h 255763"/>
                <a:gd name="csX1" fmla="*/ 0 w 255763"/>
                <a:gd name="csY1" fmla="*/ 21314 h 255763"/>
                <a:gd name="csX2" fmla="*/ 0 w 255763"/>
                <a:gd name="csY2" fmla="*/ 234450 h 255763"/>
                <a:gd name="csX3" fmla="*/ 21314 w 255763"/>
                <a:gd name="csY3" fmla="*/ 255764 h 255763"/>
                <a:gd name="csX4" fmla="*/ 234450 w 255763"/>
                <a:gd name="csY4" fmla="*/ 255764 h 255763"/>
                <a:gd name="csX5" fmla="*/ 255764 w 255763"/>
                <a:gd name="csY5" fmla="*/ 234450 h 255763"/>
                <a:gd name="csX6" fmla="*/ 255764 w 255763"/>
                <a:gd name="csY6" fmla="*/ 111897 h 255763"/>
                <a:gd name="csX7" fmla="*/ 234450 w 255763"/>
                <a:gd name="csY7" fmla="*/ 111897 h 255763"/>
                <a:gd name="csX8" fmla="*/ 234450 w 255763"/>
                <a:gd name="csY8" fmla="*/ 234450 h 255763"/>
                <a:gd name="csX9" fmla="*/ 21314 w 255763"/>
                <a:gd name="csY9" fmla="*/ 234450 h 255763"/>
                <a:gd name="csX10" fmla="*/ 21314 w 255763"/>
                <a:gd name="csY10" fmla="*/ 21314 h 255763"/>
                <a:gd name="csX11" fmla="*/ 144347 w 255763"/>
                <a:gd name="csY11" fmla="*/ 21314 h 255763"/>
                <a:gd name="csX12" fmla="*/ 144347 w 255763"/>
                <a:gd name="csY12" fmla="*/ 0 h 255763"/>
                <a:gd name="csX13" fmla="*/ 21314 w 255763"/>
                <a:gd name="csY13" fmla="*/ 0 h 2557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55763" h="255763">
                  <a:moveTo>
                    <a:pt x="21314" y="0"/>
                  </a:moveTo>
                  <a:lnTo>
                    <a:pt x="0" y="21314"/>
                  </a:lnTo>
                  <a:lnTo>
                    <a:pt x="0" y="234450"/>
                  </a:lnTo>
                  <a:lnTo>
                    <a:pt x="21314" y="255764"/>
                  </a:lnTo>
                  <a:lnTo>
                    <a:pt x="234450" y="255764"/>
                  </a:lnTo>
                  <a:lnTo>
                    <a:pt x="255764" y="234450"/>
                  </a:lnTo>
                  <a:lnTo>
                    <a:pt x="255764" y="111897"/>
                  </a:lnTo>
                  <a:lnTo>
                    <a:pt x="234450" y="111897"/>
                  </a:lnTo>
                  <a:lnTo>
                    <a:pt x="234450" y="234450"/>
                  </a:lnTo>
                  <a:lnTo>
                    <a:pt x="21314" y="234450"/>
                  </a:lnTo>
                  <a:lnTo>
                    <a:pt x="21314" y="21314"/>
                  </a:lnTo>
                  <a:lnTo>
                    <a:pt x="144347" y="21314"/>
                  </a:lnTo>
                  <a:lnTo>
                    <a:pt x="144347" y="0"/>
                  </a:lnTo>
                  <a:lnTo>
                    <a:pt x="2131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88" name="Freeform 287">
              <a:extLst>
                <a:ext uri="{FF2B5EF4-FFF2-40B4-BE49-F238E27FC236}">
                  <a16:creationId xmlns:a16="http://schemas.microsoft.com/office/drawing/2014/main" id="{C340ED45-B99D-B70D-16FA-4835FBADB39D}"/>
                </a:ext>
              </a:extLst>
            </p:cNvPr>
            <p:cNvSpPr/>
            <p:nvPr/>
          </p:nvSpPr>
          <p:spPr>
            <a:xfrm>
              <a:off x="8903710" y="3154527"/>
              <a:ext cx="194593" cy="194593"/>
            </a:xfrm>
            <a:custGeom>
              <a:avLst/>
              <a:gdLst>
                <a:gd name="csX0" fmla="*/ 149356 w 194593"/>
                <a:gd name="csY0" fmla="*/ 30106 h 194593"/>
                <a:gd name="csX1" fmla="*/ 22220 w 194593"/>
                <a:gd name="csY1" fmla="*/ 157295 h 194593"/>
                <a:gd name="csX2" fmla="*/ 21261 w 194593"/>
                <a:gd name="csY2" fmla="*/ 173280 h 194593"/>
                <a:gd name="csX3" fmla="*/ 37299 w 194593"/>
                <a:gd name="csY3" fmla="*/ 172321 h 194593"/>
                <a:gd name="csX4" fmla="*/ 164435 w 194593"/>
                <a:gd name="csY4" fmla="*/ 45185 h 194593"/>
                <a:gd name="csX5" fmla="*/ 149356 w 194593"/>
                <a:gd name="csY5" fmla="*/ 30106 h 194593"/>
                <a:gd name="csX6" fmla="*/ 46624 w 194593"/>
                <a:gd name="csY6" fmla="*/ 193155 h 194593"/>
                <a:gd name="csX7" fmla="*/ 22540 w 194593"/>
                <a:gd name="csY7" fmla="*/ 194594 h 194593"/>
                <a:gd name="csX8" fmla="*/ 0 w 194593"/>
                <a:gd name="csY8" fmla="*/ 172055 h 194593"/>
                <a:gd name="csX9" fmla="*/ 1439 w 194593"/>
                <a:gd name="csY9" fmla="*/ 147970 h 194593"/>
                <a:gd name="csX10" fmla="*/ 149356 w 194593"/>
                <a:gd name="csY10" fmla="*/ 0 h 194593"/>
                <a:gd name="csX11" fmla="*/ 194594 w 194593"/>
                <a:gd name="csY11" fmla="*/ 45238 h 194593"/>
                <a:gd name="csX12" fmla="*/ 46624 w 194593"/>
                <a:gd name="csY12" fmla="*/ 193208 h 1945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4593" h="194593">
                  <a:moveTo>
                    <a:pt x="149356" y="30106"/>
                  </a:moveTo>
                  <a:lnTo>
                    <a:pt x="22220" y="157295"/>
                  </a:lnTo>
                  <a:lnTo>
                    <a:pt x="21261" y="173280"/>
                  </a:lnTo>
                  <a:lnTo>
                    <a:pt x="37299" y="172321"/>
                  </a:lnTo>
                  <a:lnTo>
                    <a:pt x="164435" y="45185"/>
                  </a:lnTo>
                  <a:lnTo>
                    <a:pt x="149356" y="30106"/>
                  </a:lnTo>
                  <a:close/>
                  <a:moveTo>
                    <a:pt x="46624" y="193155"/>
                  </a:moveTo>
                  <a:lnTo>
                    <a:pt x="22540" y="194594"/>
                  </a:lnTo>
                  <a:lnTo>
                    <a:pt x="0" y="172055"/>
                  </a:lnTo>
                  <a:lnTo>
                    <a:pt x="1439" y="147970"/>
                  </a:lnTo>
                  <a:lnTo>
                    <a:pt x="149356" y="0"/>
                  </a:lnTo>
                  <a:lnTo>
                    <a:pt x="194594" y="45238"/>
                  </a:lnTo>
                  <a:lnTo>
                    <a:pt x="46624" y="19320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89" name="Group 288">
            <a:extLst>
              <a:ext uri="{FF2B5EF4-FFF2-40B4-BE49-F238E27FC236}">
                <a16:creationId xmlns:a16="http://schemas.microsoft.com/office/drawing/2014/main" id="{FE847FC3-AE1C-B03F-9FD6-775C1117513A}"/>
              </a:ext>
            </a:extLst>
          </p:cNvPr>
          <p:cNvGrpSpPr/>
          <p:nvPr userDrawn="1"/>
        </p:nvGrpSpPr>
        <p:grpSpPr>
          <a:xfrm>
            <a:off x="4167038" y="1889288"/>
            <a:ext cx="287809" cy="287734"/>
            <a:chOff x="3653889" y="2193547"/>
            <a:chExt cx="287734" cy="287734"/>
          </a:xfrm>
        </p:grpSpPr>
        <p:sp>
          <p:nvSpPr>
            <p:cNvPr id="290" name="Freeform 289">
              <a:extLst>
                <a:ext uri="{FF2B5EF4-FFF2-40B4-BE49-F238E27FC236}">
                  <a16:creationId xmlns:a16="http://schemas.microsoft.com/office/drawing/2014/main" id="{EA384C31-3DB1-BA93-E7BA-C08681448B33}"/>
                </a:ext>
              </a:extLst>
            </p:cNvPr>
            <p:cNvSpPr/>
            <p:nvPr/>
          </p:nvSpPr>
          <p:spPr>
            <a:xfrm>
              <a:off x="3653889" y="2193547"/>
              <a:ext cx="287734" cy="287734"/>
            </a:xfrm>
            <a:custGeom>
              <a:avLst/>
              <a:gdLst>
                <a:gd name="csX0" fmla="*/ 266421 w 287734"/>
                <a:gd name="csY0" fmla="*/ 21314 h 287734"/>
                <a:gd name="csX1" fmla="*/ 21314 w 287734"/>
                <a:gd name="csY1" fmla="*/ 21314 h 287734"/>
                <a:gd name="csX2" fmla="*/ 21314 w 287734"/>
                <a:gd name="csY2" fmla="*/ 266421 h 287734"/>
                <a:gd name="csX3" fmla="*/ 266421 w 287734"/>
                <a:gd name="csY3" fmla="*/ 266421 h 287734"/>
                <a:gd name="csX4" fmla="*/ 266421 w 287734"/>
                <a:gd name="csY4" fmla="*/ 21314 h 287734"/>
                <a:gd name="csX5" fmla="*/ 287734 w 287734"/>
                <a:gd name="csY5" fmla="*/ 266421 h 287734"/>
                <a:gd name="csX6" fmla="*/ 266421 w 287734"/>
                <a:gd name="csY6" fmla="*/ 287734 h 287734"/>
                <a:gd name="csX7" fmla="*/ 21314 w 287734"/>
                <a:gd name="csY7" fmla="*/ 287734 h 287734"/>
                <a:gd name="csX8" fmla="*/ 0 w 287734"/>
                <a:gd name="csY8" fmla="*/ 266421 h 287734"/>
                <a:gd name="csX9" fmla="*/ 0 w 287734"/>
                <a:gd name="csY9" fmla="*/ 21314 h 287734"/>
                <a:gd name="csX10" fmla="*/ 21314 w 287734"/>
                <a:gd name="csY10" fmla="*/ 0 h 287734"/>
                <a:gd name="csX11" fmla="*/ 266421 w 287734"/>
                <a:gd name="csY11" fmla="*/ 0 h 287734"/>
                <a:gd name="csX12" fmla="*/ 287734 w 287734"/>
                <a:gd name="csY12" fmla="*/ 21314 h 287734"/>
                <a:gd name="csX13" fmla="*/ 287734 w 287734"/>
                <a:gd name="csY13" fmla="*/ 266421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266421" y="21314"/>
                  </a:moveTo>
                  <a:lnTo>
                    <a:pt x="21314" y="21314"/>
                  </a:lnTo>
                  <a:lnTo>
                    <a:pt x="21314" y="266421"/>
                  </a:lnTo>
                  <a:lnTo>
                    <a:pt x="266421" y="266421"/>
                  </a:lnTo>
                  <a:lnTo>
                    <a:pt x="266421" y="21314"/>
                  </a:lnTo>
                  <a:close/>
                  <a:moveTo>
                    <a:pt x="287734" y="266421"/>
                  </a:moveTo>
                  <a:lnTo>
                    <a:pt x="266421" y="287734"/>
                  </a:lnTo>
                  <a:lnTo>
                    <a:pt x="21314" y="287734"/>
                  </a:lnTo>
                  <a:lnTo>
                    <a:pt x="0" y="266421"/>
                  </a:lnTo>
                  <a:lnTo>
                    <a:pt x="0" y="21314"/>
                  </a:lnTo>
                  <a:lnTo>
                    <a:pt x="21314" y="0"/>
                  </a:lnTo>
                  <a:lnTo>
                    <a:pt x="266421" y="0"/>
                  </a:lnTo>
                  <a:lnTo>
                    <a:pt x="287734" y="21314"/>
                  </a:lnTo>
                  <a:lnTo>
                    <a:pt x="287734" y="2664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1" name="Freeform 290">
              <a:extLst>
                <a:ext uri="{FF2B5EF4-FFF2-40B4-BE49-F238E27FC236}">
                  <a16:creationId xmlns:a16="http://schemas.microsoft.com/office/drawing/2014/main" id="{1C1EE707-CE1F-9848-10AC-583AC49937C2}"/>
                </a:ext>
              </a:extLst>
            </p:cNvPr>
            <p:cNvSpPr/>
            <p:nvPr/>
          </p:nvSpPr>
          <p:spPr>
            <a:xfrm>
              <a:off x="3660124" y="2199728"/>
              <a:ext cx="275266" cy="275265"/>
            </a:xfrm>
            <a:custGeom>
              <a:avLst/>
              <a:gdLst>
                <a:gd name="csX0" fmla="*/ 260187 w 275266"/>
                <a:gd name="csY0" fmla="*/ 137686 h 275265"/>
                <a:gd name="csX1" fmla="*/ 137633 w 275266"/>
                <a:gd name="csY1" fmla="*/ 15133 h 275265"/>
                <a:gd name="csX2" fmla="*/ 15080 w 275266"/>
                <a:gd name="csY2" fmla="*/ 137686 h 275265"/>
                <a:gd name="csX3" fmla="*/ 137633 w 275266"/>
                <a:gd name="csY3" fmla="*/ 260240 h 275265"/>
                <a:gd name="csX4" fmla="*/ 260187 w 275266"/>
                <a:gd name="csY4" fmla="*/ 137686 h 275265"/>
                <a:gd name="csX5" fmla="*/ 152713 w 275266"/>
                <a:gd name="csY5" fmla="*/ 275266 h 275265"/>
                <a:gd name="csX6" fmla="*/ 122554 w 275266"/>
                <a:gd name="csY6" fmla="*/ 275266 h 275265"/>
                <a:gd name="csX7" fmla="*/ 0 w 275266"/>
                <a:gd name="csY7" fmla="*/ 152712 h 275265"/>
                <a:gd name="csX8" fmla="*/ 0 w 275266"/>
                <a:gd name="csY8" fmla="*/ 122554 h 275265"/>
                <a:gd name="csX9" fmla="*/ 122554 w 275266"/>
                <a:gd name="csY9" fmla="*/ 0 h 275265"/>
                <a:gd name="csX10" fmla="*/ 152713 w 275266"/>
                <a:gd name="csY10" fmla="*/ 0 h 275265"/>
                <a:gd name="csX11" fmla="*/ 275266 w 275266"/>
                <a:gd name="csY11" fmla="*/ 122554 h 275265"/>
                <a:gd name="csX12" fmla="*/ 275266 w 275266"/>
                <a:gd name="csY12" fmla="*/ 152712 h 275265"/>
                <a:gd name="csX13" fmla="*/ 152713 w 275266"/>
                <a:gd name="csY13" fmla="*/ 275266 h 2752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75266" h="275265">
                  <a:moveTo>
                    <a:pt x="260187" y="137686"/>
                  </a:moveTo>
                  <a:lnTo>
                    <a:pt x="137633" y="15133"/>
                  </a:lnTo>
                  <a:lnTo>
                    <a:pt x="15080" y="137686"/>
                  </a:lnTo>
                  <a:lnTo>
                    <a:pt x="137633" y="260240"/>
                  </a:lnTo>
                  <a:lnTo>
                    <a:pt x="260187" y="137686"/>
                  </a:lnTo>
                  <a:close/>
                  <a:moveTo>
                    <a:pt x="152713" y="275266"/>
                  </a:moveTo>
                  <a:lnTo>
                    <a:pt x="122554" y="275266"/>
                  </a:lnTo>
                  <a:lnTo>
                    <a:pt x="0" y="152712"/>
                  </a:lnTo>
                  <a:lnTo>
                    <a:pt x="0" y="122554"/>
                  </a:lnTo>
                  <a:lnTo>
                    <a:pt x="122554" y="0"/>
                  </a:lnTo>
                  <a:lnTo>
                    <a:pt x="152713" y="0"/>
                  </a:lnTo>
                  <a:lnTo>
                    <a:pt x="275266" y="122554"/>
                  </a:lnTo>
                  <a:lnTo>
                    <a:pt x="275266" y="152712"/>
                  </a:lnTo>
                  <a:lnTo>
                    <a:pt x="152713" y="27526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92" name="Group 291">
            <a:extLst>
              <a:ext uri="{FF2B5EF4-FFF2-40B4-BE49-F238E27FC236}">
                <a16:creationId xmlns:a16="http://schemas.microsoft.com/office/drawing/2014/main" id="{2F6AD172-1E4A-4471-AA02-B3A0A80D1D0C}"/>
              </a:ext>
            </a:extLst>
          </p:cNvPr>
          <p:cNvGrpSpPr/>
          <p:nvPr userDrawn="1"/>
        </p:nvGrpSpPr>
        <p:grpSpPr>
          <a:xfrm>
            <a:off x="6496431" y="1889289"/>
            <a:ext cx="287809" cy="287735"/>
            <a:chOff x="5726643" y="2193547"/>
            <a:chExt cx="287734" cy="287735"/>
          </a:xfrm>
        </p:grpSpPr>
        <p:sp>
          <p:nvSpPr>
            <p:cNvPr id="293" name="Freeform 292">
              <a:extLst>
                <a:ext uri="{FF2B5EF4-FFF2-40B4-BE49-F238E27FC236}">
                  <a16:creationId xmlns:a16="http://schemas.microsoft.com/office/drawing/2014/main" id="{CC0D1038-0801-D930-378C-92FAFB26AF1C}"/>
                </a:ext>
              </a:extLst>
            </p:cNvPr>
            <p:cNvSpPr/>
            <p:nvPr/>
          </p:nvSpPr>
          <p:spPr>
            <a:xfrm>
              <a:off x="5859853" y="2193547"/>
              <a:ext cx="154524" cy="154524"/>
            </a:xfrm>
            <a:custGeom>
              <a:avLst/>
              <a:gdLst>
                <a:gd name="csX0" fmla="*/ 133210 w 154524"/>
                <a:gd name="csY0" fmla="*/ 21314 h 154524"/>
                <a:gd name="csX1" fmla="*/ 21314 w 154524"/>
                <a:gd name="csY1" fmla="*/ 21314 h 154524"/>
                <a:gd name="csX2" fmla="*/ 21314 w 154524"/>
                <a:gd name="csY2" fmla="*/ 133210 h 154524"/>
                <a:gd name="csX3" fmla="*/ 133210 w 154524"/>
                <a:gd name="csY3" fmla="*/ 133210 h 154524"/>
                <a:gd name="csX4" fmla="*/ 133210 w 154524"/>
                <a:gd name="csY4" fmla="*/ 21314 h 154524"/>
                <a:gd name="csX5" fmla="*/ 154524 w 154524"/>
                <a:gd name="csY5" fmla="*/ 133210 h 154524"/>
                <a:gd name="csX6" fmla="*/ 133210 w 154524"/>
                <a:gd name="csY6" fmla="*/ 154524 h 154524"/>
                <a:gd name="csX7" fmla="*/ 21314 w 154524"/>
                <a:gd name="csY7" fmla="*/ 154524 h 154524"/>
                <a:gd name="csX8" fmla="*/ 0 w 154524"/>
                <a:gd name="csY8" fmla="*/ 133210 h 154524"/>
                <a:gd name="csX9" fmla="*/ 0 w 154524"/>
                <a:gd name="csY9" fmla="*/ 21314 h 154524"/>
                <a:gd name="csX10" fmla="*/ 21314 w 154524"/>
                <a:gd name="csY10" fmla="*/ 0 h 154524"/>
                <a:gd name="csX11" fmla="*/ 133210 w 154524"/>
                <a:gd name="csY11" fmla="*/ 0 h 154524"/>
                <a:gd name="csX12" fmla="*/ 154524 w 154524"/>
                <a:gd name="csY12" fmla="*/ 21314 h 154524"/>
                <a:gd name="csX13" fmla="*/ 154524 w 154524"/>
                <a:gd name="csY13" fmla="*/ 133210 h 154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4524" h="154524">
                  <a:moveTo>
                    <a:pt x="133210" y="21314"/>
                  </a:moveTo>
                  <a:lnTo>
                    <a:pt x="21314" y="21314"/>
                  </a:lnTo>
                  <a:lnTo>
                    <a:pt x="21314" y="133210"/>
                  </a:lnTo>
                  <a:lnTo>
                    <a:pt x="133210" y="133210"/>
                  </a:lnTo>
                  <a:lnTo>
                    <a:pt x="133210" y="21314"/>
                  </a:lnTo>
                  <a:close/>
                  <a:moveTo>
                    <a:pt x="154524" y="133210"/>
                  </a:moveTo>
                  <a:lnTo>
                    <a:pt x="133210" y="154524"/>
                  </a:lnTo>
                  <a:lnTo>
                    <a:pt x="21314" y="154524"/>
                  </a:lnTo>
                  <a:lnTo>
                    <a:pt x="0" y="133210"/>
                  </a:lnTo>
                  <a:lnTo>
                    <a:pt x="0" y="21314"/>
                  </a:lnTo>
                  <a:lnTo>
                    <a:pt x="21314" y="0"/>
                  </a:lnTo>
                  <a:lnTo>
                    <a:pt x="133210" y="0"/>
                  </a:lnTo>
                  <a:lnTo>
                    <a:pt x="154524" y="21314"/>
                  </a:lnTo>
                  <a:lnTo>
                    <a:pt x="154524" y="1332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4" name="Freeform 293">
              <a:extLst>
                <a:ext uri="{FF2B5EF4-FFF2-40B4-BE49-F238E27FC236}">
                  <a16:creationId xmlns:a16="http://schemas.microsoft.com/office/drawing/2014/main" id="{972407A8-DA54-EBAA-A6D9-8C6E5A42AA01}"/>
                </a:ext>
              </a:extLst>
            </p:cNvPr>
            <p:cNvSpPr/>
            <p:nvPr/>
          </p:nvSpPr>
          <p:spPr>
            <a:xfrm>
              <a:off x="5726643" y="2326758"/>
              <a:ext cx="154523" cy="154524"/>
            </a:xfrm>
            <a:custGeom>
              <a:avLst/>
              <a:gdLst>
                <a:gd name="csX0" fmla="*/ 133210 w 154523"/>
                <a:gd name="csY0" fmla="*/ 21314 h 154524"/>
                <a:gd name="csX1" fmla="*/ 21313 w 154523"/>
                <a:gd name="csY1" fmla="*/ 21314 h 154524"/>
                <a:gd name="csX2" fmla="*/ 21313 w 154523"/>
                <a:gd name="csY2" fmla="*/ 133210 h 154524"/>
                <a:gd name="csX3" fmla="*/ 133210 w 154523"/>
                <a:gd name="csY3" fmla="*/ 133210 h 154524"/>
                <a:gd name="csX4" fmla="*/ 133210 w 154523"/>
                <a:gd name="csY4" fmla="*/ 21314 h 154524"/>
                <a:gd name="csX5" fmla="*/ 154524 w 154523"/>
                <a:gd name="csY5" fmla="*/ 133210 h 154524"/>
                <a:gd name="csX6" fmla="*/ 133210 w 154523"/>
                <a:gd name="csY6" fmla="*/ 154524 h 154524"/>
                <a:gd name="csX7" fmla="*/ 21313 w 154523"/>
                <a:gd name="csY7" fmla="*/ 154524 h 154524"/>
                <a:gd name="csX8" fmla="*/ 0 w 154523"/>
                <a:gd name="csY8" fmla="*/ 133210 h 154524"/>
                <a:gd name="csX9" fmla="*/ 0 w 154523"/>
                <a:gd name="csY9" fmla="*/ 21314 h 154524"/>
                <a:gd name="csX10" fmla="*/ 21313 w 154523"/>
                <a:gd name="csY10" fmla="*/ 0 h 154524"/>
                <a:gd name="csX11" fmla="*/ 133210 w 154523"/>
                <a:gd name="csY11" fmla="*/ 0 h 154524"/>
                <a:gd name="csX12" fmla="*/ 154524 w 154523"/>
                <a:gd name="csY12" fmla="*/ 21314 h 154524"/>
                <a:gd name="csX13" fmla="*/ 154524 w 154523"/>
                <a:gd name="csY13" fmla="*/ 133210 h 154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54523" h="154524">
                  <a:moveTo>
                    <a:pt x="133210" y="21314"/>
                  </a:moveTo>
                  <a:lnTo>
                    <a:pt x="21313" y="21314"/>
                  </a:lnTo>
                  <a:lnTo>
                    <a:pt x="21313" y="133210"/>
                  </a:lnTo>
                  <a:lnTo>
                    <a:pt x="133210" y="133210"/>
                  </a:lnTo>
                  <a:lnTo>
                    <a:pt x="133210" y="21314"/>
                  </a:lnTo>
                  <a:close/>
                  <a:moveTo>
                    <a:pt x="154524" y="133210"/>
                  </a:moveTo>
                  <a:lnTo>
                    <a:pt x="133210" y="154524"/>
                  </a:lnTo>
                  <a:lnTo>
                    <a:pt x="21313" y="154524"/>
                  </a:lnTo>
                  <a:lnTo>
                    <a:pt x="0" y="133210"/>
                  </a:lnTo>
                  <a:lnTo>
                    <a:pt x="0" y="21314"/>
                  </a:lnTo>
                  <a:lnTo>
                    <a:pt x="21313" y="0"/>
                  </a:lnTo>
                  <a:lnTo>
                    <a:pt x="133210" y="0"/>
                  </a:lnTo>
                  <a:lnTo>
                    <a:pt x="154524" y="21314"/>
                  </a:lnTo>
                  <a:lnTo>
                    <a:pt x="154524" y="1332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295" name="Group 294">
            <a:extLst>
              <a:ext uri="{FF2B5EF4-FFF2-40B4-BE49-F238E27FC236}">
                <a16:creationId xmlns:a16="http://schemas.microsoft.com/office/drawing/2014/main" id="{C4BD63FD-ABD7-3E2A-AFCE-FE184F19A103}"/>
              </a:ext>
            </a:extLst>
          </p:cNvPr>
          <p:cNvGrpSpPr/>
          <p:nvPr userDrawn="1"/>
        </p:nvGrpSpPr>
        <p:grpSpPr>
          <a:xfrm>
            <a:off x="7659101" y="1889288"/>
            <a:ext cx="275871" cy="287734"/>
            <a:chOff x="6760994" y="2193547"/>
            <a:chExt cx="275799" cy="287734"/>
          </a:xfrm>
        </p:grpSpPr>
        <p:sp>
          <p:nvSpPr>
            <p:cNvPr id="296" name="Freeform 295">
              <a:extLst>
                <a:ext uri="{FF2B5EF4-FFF2-40B4-BE49-F238E27FC236}">
                  <a16:creationId xmlns:a16="http://schemas.microsoft.com/office/drawing/2014/main" id="{0FB51D99-3255-D534-47DE-A1FE8EFE339E}"/>
                </a:ext>
              </a:extLst>
            </p:cNvPr>
            <p:cNvSpPr/>
            <p:nvPr/>
          </p:nvSpPr>
          <p:spPr>
            <a:xfrm>
              <a:off x="6786997" y="2228661"/>
              <a:ext cx="223793" cy="217452"/>
            </a:xfrm>
            <a:custGeom>
              <a:avLst/>
              <a:gdLst>
                <a:gd name="csX0" fmla="*/ 192729 w 223793"/>
                <a:gd name="csY0" fmla="*/ 186122 h 217452"/>
                <a:gd name="csX1" fmla="*/ 138539 w 223793"/>
                <a:gd name="csY1" fmla="*/ 217453 h 217452"/>
                <a:gd name="csX2" fmla="*/ 138539 w 223793"/>
                <a:gd name="csY2" fmla="*/ 195340 h 217452"/>
                <a:gd name="csX3" fmla="*/ 173654 w 223793"/>
                <a:gd name="csY3" fmla="*/ 175038 h 217452"/>
                <a:gd name="csX4" fmla="*/ 192729 w 223793"/>
                <a:gd name="csY4" fmla="*/ 186175 h 217452"/>
                <a:gd name="csX5" fmla="*/ 50141 w 223793"/>
                <a:gd name="csY5" fmla="*/ 174985 h 217452"/>
                <a:gd name="csX6" fmla="*/ 85255 w 223793"/>
                <a:gd name="csY6" fmla="*/ 195286 h 217452"/>
                <a:gd name="csX7" fmla="*/ 85255 w 223793"/>
                <a:gd name="csY7" fmla="*/ 217399 h 217452"/>
                <a:gd name="csX8" fmla="*/ 31065 w 223793"/>
                <a:gd name="csY8" fmla="*/ 186122 h 217452"/>
                <a:gd name="csX9" fmla="*/ 50141 w 223793"/>
                <a:gd name="csY9" fmla="*/ 174985 h 217452"/>
                <a:gd name="csX10" fmla="*/ 23552 w 223793"/>
                <a:gd name="csY10" fmla="*/ 88558 h 217452"/>
                <a:gd name="csX11" fmla="*/ 21314 w 223793"/>
                <a:gd name="csY11" fmla="*/ 108700 h 217452"/>
                <a:gd name="csX12" fmla="*/ 23552 w 223793"/>
                <a:gd name="csY12" fmla="*/ 128841 h 217452"/>
                <a:gd name="csX13" fmla="*/ 4423 w 223793"/>
                <a:gd name="csY13" fmla="*/ 139977 h 217452"/>
                <a:gd name="csX14" fmla="*/ 0 w 223793"/>
                <a:gd name="csY14" fmla="*/ 108700 h 217452"/>
                <a:gd name="csX15" fmla="*/ 4423 w 223793"/>
                <a:gd name="csY15" fmla="*/ 77369 h 217452"/>
                <a:gd name="csX16" fmla="*/ 23552 w 223793"/>
                <a:gd name="csY16" fmla="*/ 88505 h 217452"/>
                <a:gd name="csX17" fmla="*/ 219371 w 223793"/>
                <a:gd name="csY17" fmla="*/ 77422 h 217452"/>
                <a:gd name="csX18" fmla="*/ 223793 w 223793"/>
                <a:gd name="csY18" fmla="*/ 108700 h 217452"/>
                <a:gd name="csX19" fmla="*/ 219371 w 223793"/>
                <a:gd name="csY19" fmla="*/ 139977 h 217452"/>
                <a:gd name="csX20" fmla="*/ 200242 w 223793"/>
                <a:gd name="csY20" fmla="*/ 128841 h 217452"/>
                <a:gd name="csX21" fmla="*/ 202480 w 223793"/>
                <a:gd name="csY21" fmla="*/ 108700 h 217452"/>
                <a:gd name="csX22" fmla="*/ 200242 w 223793"/>
                <a:gd name="csY22" fmla="*/ 88558 h 217452"/>
                <a:gd name="csX23" fmla="*/ 219371 w 223793"/>
                <a:gd name="csY23" fmla="*/ 77422 h 217452"/>
                <a:gd name="csX24" fmla="*/ 85255 w 223793"/>
                <a:gd name="csY24" fmla="*/ 22113 h 217452"/>
                <a:gd name="csX25" fmla="*/ 50087 w 223793"/>
                <a:gd name="csY25" fmla="*/ 42467 h 217452"/>
                <a:gd name="csX26" fmla="*/ 31012 w 223793"/>
                <a:gd name="csY26" fmla="*/ 31331 h 217452"/>
                <a:gd name="csX27" fmla="*/ 85255 w 223793"/>
                <a:gd name="csY27" fmla="*/ 0 h 217452"/>
                <a:gd name="csX28" fmla="*/ 85255 w 223793"/>
                <a:gd name="csY28" fmla="*/ 22113 h 217452"/>
                <a:gd name="csX29" fmla="*/ 138539 w 223793"/>
                <a:gd name="csY29" fmla="*/ 53 h 217452"/>
                <a:gd name="csX30" fmla="*/ 192676 w 223793"/>
                <a:gd name="csY30" fmla="*/ 31331 h 217452"/>
                <a:gd name="csX31" fmla="*/ 173600 w 223793"/>
                <a:gd name="csY31" fmla="*/ 42467 h 217452"/>
                <a:gd name="csX32" fmla="*/ 138539 w 223793"/>
                <a:gd name="csY32" fmla="*/ 22166 h 217452"/>
                <a:gd name="csX33" fmla="*/ 138539 w 223793"/>
                <a:gd name="csY33" fmla="*/ 53 h 217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223793" h="217452">
                  <a:moveTo>
                    <a:pt x="192729" y="186122"/>
                  </a:moveTo>
                  <a:cubicBezTo>
                    <a:pt x="178236" y="201254"/>
                    <a:pt x="159533" y="212284"/>
                    <a:pt x="138539" y="217453"/>
                  </a:cubicBezTo>
                  <a:lnTo>
                    <a:pt x="138539" y="195340"/>
                  </a:lnTo>
                  <a:cubicBezTo>
                    <a:pt x="151807" y="191290"/>
                    <a:pt x="163743" y="184257"/>
                    <a:pt x="173654" y="175038"/>
                  </a:cubicBezTo>
                  <a:lnTo>
                    <a:pt x="192729" y="186175"/>
                  </a:lnTo>
                  <a:close/>
                  <a:moveTo>
                    <a:pt x="50141" y="174985"/>
                  </a:moveTo>
                  <a:cubicBezTo>
                    <a:pt x="60051" y="184203"/>
                    <a:pt x="71987" y="191237"/>
                    <a:pt x="85255" y="195286"/>
                  </a:cubicBezTo>
                  <a:lnTo>
                    <a:pt x="85255" y="217399"/>
                  </a:lnTo>
                  <a:cubicBezTo>
                    <a:pt x="64261" y="212284"/>
                    <a:pt x="45558" y="201201"/>
                    <a:pt x="31065" y="186122"/>
                  </a:cubicBezTo>
                  <a:lnTo>
                    <a:pt x="50141" y="174985"/>
                  </a:lnTo>
                  <a:close/>
                  <a:moveTo>
                    <a:pt x="23552" y="88558"/>
                  </a:moveTo>
                  <a:cubicBezTo>
                    <a:pt x="22113" y="95059"/>
                    <a:pt x="21314" y="101773"/>
                    <a:pt x="21314" y="108700"/>
                  </a:cubicBezTo>
                  <a:cubicBezTo>
                    <a:pt x="21314" y="115627"/>
                    <a:pt x="22113" y="122340"/>
                    <a:pt x="23552" y="128841"/>
                  </a:cubicBezTo>
                  <a:lnTo>
                    <a:pt x="4423" y="139977"/>
                  </a:lnTo>
                  <a:cubicBezTo>
                    <a:pt x="1545" y="130067"/>
                    <a:pt x="0" y="119570"/>
                    <a:pt x="0" y="108700"/>
                  </a:cubicBezTo>
                  <a:cubicBezTo>
                    <a:pt x="0" y="97830"/>
                    <a:pt x="1545" y="87333"/>
                    <a:pt x="4423" y="77369"/>
                  </a:cubicBezTo>
                  <a:lnTo>
                    <a:pt x="23552" y="88505"/>
                  </a:lnTo>
                  <a:close/>
                  <a:moveTo>
                    <a:pt x="219371" y="77422"/>
                  </a:moveTo>
                  <a:cubicBezTo>
                    <a:pt x="222249" y="87333"/>
                    <a:pt x="223793" y="97830"/>
                    <a:pt x="223793" y="108700"/>
                  </a:cubicBezTo>
                  <a:cubicBezTo>
                    <a:pt x="223793" y="119570"/>
                    <a:pt x="222249" y="130067"/>
                    <a:pt x="219371" y="139977"/>
                  </a:cubicBezTo>
                  <a:lnTo>
                    <a:pt x="200242" y="128841"/>
                  </a:lnTo>
                  <a:cubicBezTo>
                    <a:pt x="201681" y="122394"/>
                    <a:pt x="202480" y="115627"/>
                    <a:pt x="202480" y="108700"/>
                  </a:cubicBezTo>
                  <a:cubicBezTo>
                    <a:pt x="202480" y="101773"/>
                    <a:pt x="201681" y="95006"/>
                    <a:pt x="200242" y="88558"/>
                  </a:cubicBezTo>
                  <a:lnTo>
                    <a:pt x="219371" y="77422"/>
                  </a:lnTo>
                  <a:close/>
                  <a:moveTo>
                    <a:pt x="85255" y="22113"/>
                  </a:moveTo>
                  <a:cubicBezTo>
                    <a:pt x="71987" y="26216"/>
                    <a:pt x="59998" y="33249"/>
                    <a:pt x="50087" y="42467"/>
                  </a:cubicBezTo>
                  <a:lnTo>
                    <a:pt x="31012" y="31331"/>
                  </a:lnTo>
                  <a:cubicBezTo>
                    <a:pt x="45505" y="16198"/>
                    <a:pt x="64208" y="5115"/>
                    <a:pt x="85255" y="0"/>
                  </a:cubicBezTo>
                  <a:lnTo>
                    <a:pt x="85255" y="22113"/>
                  </a:lnTo>
                  <a:close/>
                  <a:moveTo>
                    <a:pt x="138539" y="53"/>
                  </a:moveTo>
                  <a:cubicBezTo>
                    <a:pt x="159533" y="5169"/>
                    <a:pt x="178236" y="16252"/>
                    <a:pt x="192676" y="31331"/>
                  </a:cubicBezTo>
                  <a:lnTo>
                    <a:pt x="173600" y="42467"/>
                  </a:lnTo>
                  <a:cubicBezTo>
                    <a:pt x="163743" y="33249"/>
                    <a:pt x="151807" y="26216"/>
                    <a:pt x="138539" y="22166"/>
                  </a:cubicBezTo>
                  <a:lnTo>
                    <a:pt x="138539" y="5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7" name="Freeform 296">
              <a:extLst>
                <a:ext uri="{FF2B5EF4-FFF2-40B4-BE49-F238E27FC236}">
                  <a16:creationId xmlns:a16="http://schemas.microsoft.com/office/drawing/2014/main" id="{862E096E-C233-E285-582F-94B490FB105E}"/>
                </a:ext>
              </a:extLst>
            </p:cNvPr>
            <p:cNvSpPr/>
            <p:nvPr/>
          </p:nvSpPr>
          <p:spPr>
            <a:xfrm>
              <a:off x="6850938" y="2193547"/>
              <a:ext cx="95911" cy="63834"/>
            </a:xfrm>
            <a:custGeom>
              <a:avLst/>
              <a:gdLst>
                <a:gd name="csX0" fmla="*/ 95911 w 95911"/>
                <a:gd name="csY0" fmla="*/ 21314 h 63834"/>
                <a:gd name="csX1" fmla="*/ 95911 w 95911"/>
                <a:gd name="csY1" fmla="*/ 63834 h 63834"/>
                <a:gd name="csX2" fmla="*/ 74598 w 95911"/>
                <a:gd name="csY2" fmla="*/ 54243 h 63834"/>
                <a:gd name="csX3" fmla="*/ 74598 w 95911"/>
                <a:gd name="csY3" fmla="*/ 21314 h 63834"/>
                <a:gd name="csX4" fmla="*/ 21314 w 95911"/>
                <a:gd name="csY4" fmla="*/ 21314 h 63834"/>
                <a:gd name="csX5" fmla="*/ 21314 w 95911"/>
                <a:gd name="csY5" fmla="*/ 54243 h 63834"/>
                <a:gd name="csX6" fmla="*/ 0 w 95911"/>
                <a:gd name="csY6" fmla="*/ 63834 h 63834"/>
                <a:gd name="csX7" fmla="*/ 0 w 95911"/>
                <a:gd name="csY7" fmla="*/ 21314 h 63834"/>
                <a:gd name="csX8" fmla="*/ 21314 w 95911"/>
                <a:gd name="csY8" fmla="*/ 0 h 63834"/>
                <a:gd name="csX9" fmla="*/ 74598 w 95911"/>
                <a:gd name="csY9" fmla="*/ 0 h 63834"/>
                <a:gd name="csX10" fmla="*/ 95911 w 95911"/>
                <a:gd name="csY10" fmla="*/ 21314 h 63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5911" h="63834">
                  <a:moveTo>
                    <a:pt x="95911" y="21314"/>
                  </a:moveTo>
                  <a:lnTo>
                    <a:pt x="95911" y="63834"/>
                  </a:lnTo>
                  <a:cubicBezTo>
                    <a:pt x="89304" y="59785"/>
                    <a:pt x="82164" y="56534"/>
                    <a:pt x="74598" y="54243"/>
                  </a:cubicBezTo>
                  <a:lnTo>
                    <a:pt x="74598" y="21314"/>
                  </a:lnTo>
                  <a:lnTo>
                    <a:pt x="21314" y="21314"/>
                  </a:lnTo>
                  <a:lnTo>
                    <a:pt x="21314" y="54243"/>
                  </a:lnTo>
                  <a:cubicBezTo>
                    <a:pt x="13748" y="56534"/>
                    <a:pt x="6608" y="59785"/>
                    <a:pt x="0" y="63834"/>
                  </a:cubicBezTo>
                  <a:lnTo>
                    <a:pt x="0" y="21314"/>
                  </a:lnTo>
                  <a:lnTo>
                    <a:pt x="21314" y="0"/>
                  </a:lnTo>
                  <a:lnTo>
                    <a:pt x="74598" y="0"/>
                  </a:lnTo>
                  <a:lnTo>
                    <a:pt x="95911"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8" name="Freeform 297">
              <a:extLst>
                <a:ext uri="{FF2B5EF4-FFF2-40B4-BE49-F238E27FC236}">
                  <a16:creationId xmlns:a16="http://schemas.microsoft.com/office/drawing/2014/main" id="{3BBDA500-D436-557F-19AB-85EFE205EA48}"/>
                </a:ext>
              </a:extLst>
            </p:cNvPr>
            <p:cNvSpPr/>
            <p:nvPr/>
          </p:nvSpPr>
          <p:spPr>
            <a:xfrm>
              <a:off x="6850938" y="2417447"/>
              <a:ext cx="95911" cy="63834"/>
            </a:xfrm>
            <a:custGeom>
              <a:avLst/>
              <a:gdLst>
                <a:gd name="csX0" fmla="*/ 95911 w 95911"/>
                <a:gd name="csY0" fmla="*/ 42521 h 63834"/>
                <a:gd name="csX1" fmla="*/ 95911 w 95911"/>
                <a:gd name="csY1" fmla="*/ 0 h 63834"/>
                <a:gd name="csX2" fmla="*/ 74598 w 95911"/>
                <a:gd name="csY2" fmla="*/ 9538 h 63834"/>
                <a:gd name="csX3" fmla="*/ 74598 w 95911"/>
                <a:gd name="csY3" fmla="*/ 42467 h 63834"/>
                <a:gd name="csX4" fmla="*/ 21314 w 95911"/>
                <a:gd name="csY4" fmla="*/ 42467 h 63834"/>
                <a:gd name="csX5" fmla="*/ 21314 w 95911"/>
                <a:gd name="csY5" fmla="*/ 9538 h 63834"/>
                <a:gd name="csX6" fmla="*/ 0 w 95911"/>
                <a:gd name="csY6" fmla="*/ 0 h 63834"/>
                <a:gd name="csX7" fmla="*/ 0 w 95911"/>
                <a:gd name="csY7" fmla="*/ 42521 h 63834"/>
                <a:gd name="csX8" fmla="*/ 21314 w 95911"/>
                <a:gd name="csY8" fmla="*/ 63834 h 63834"/>
                <a:gd name="csX9" fmla="*/ 74598 w 95911"/>
                <a:gd name="csY9" fmla="*/ 63834 h 63834"/>
                <a:gd name="csX10" fmla="*/ 95911 w 95911"/>
                <a:gd name="csY10" fmla="*/ 42521 h 63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5911" h="63834">
                  <a:moveTo>
                    <a:pt x="95911" y="42521"/>
                  </a:moveTo>
                  <a:lnTo>
                    <a:pt x="95911" y="0"/>
                  </a:lnTo>
                  <a:cubicBezTo>
                    <a:pt x="89304" y="4050"/>
                    <a:pt x="82164" y="7300"/>
                    <a:pt x="74598" y="9538"/>
                  </a:cubicBezTo>
                  <a:lnTo>
                    <a:pt x="74598" y="42467"/>
                  </a:lnTo>
                  <a:lnTo>
                    <a:pt x="21314" y="42467"/>
                  </a:lnTo>
                  <a:lnTo>
                    <a:pt x="21314" y="9538"/>
                  </a:lnTo>
                  <a:cubicBezTo>
                    <a:pt x="13748" y="7247"/>
                    <a:pt x="6608" y="3996"/>
                    <a:pt x="0" y="0"/>
                  </a:cubicBezTo>
                  <a:lnTo>
                    <a:pt x="0" y="42521"/>
                  </a:lnTo>
                  <a:lnTo>
                    <a:pt x="21314" y="63834"/>
                  </a:lnTo>
                  <a:lnTo>
                    <a:pt x="74598" y="63834"/>
                  </a:lnTo>
                  <a:lnTo>
                    <a:pt x="95911" y="4252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299" name="Freeform 298">
              <a:extLst>
                <a:ext uri="{FF2B5EF4-FFF2-40B4-BE49-F238E27FC236}">
                  <a16:creationId xmlns:a16="http://schemas.microsoft.com/office/drawing/2014/main" id="{EF5FBB18-1EAE-5D87-CB25-6934EEDBF1C1}"/>
                </a:ext>
              </a:extLst>
            </p:cNvPr>
            <p:cNvSpPr/>
            <p:nvPr/>
          </p:nvSpPr>
          <p:spPr>
            <a:xfrm>
              <a:off x="6944239" y="2234576"/>
              <a:ext cx="92554" cy="104330"/>
            </a:xfrm>
            <a:custGeom>
              <a:avLst/>
              <a:gdLst>
                <a:gd name="csX0" fmla="*/ 84775 w 92554"/>
                <a:gd name="csY0" fmla="*/ 83070 h 104330"/>
                <a:gd name="csX1" fmla="*/ 47956 w 92554"/>
                <a:gd name="csY1" fmla="*/ 104330 h 104330"/>
                <a:gd name="csX2" fmla="*/ 45558 w 92554"/>
                <a:gd name="csY2" fmla="*/ 81098 h 104330"/>
                <a:gd name="csX3" fmla="*/ 74118 w 92554"/>
                <a:gd name="csY3" fmla="*/ 64634 h 104330"/>
                <a:gd name="csX4" fmla="*/ 47476 w 92554"/>
                <a:gd name="csY4" fmla="*/ 18490 h 104330"/>
                <a:gd name="csX5" fmla="*/ 18916 w 92554"/>
                <a:gd name="csY5" fmla="*/ 34954 h 104330"/>
                <a:gd name="csX6" fmla="*/ 0 w 92554"/>
                <a:gd name="csY6" fmla="*/ 21260 h 104330"/>
                <a:gd name="csX7" fmla="*/ 36820 w 92554"/>
                <a:gd name="csY7" fmla="*/ 0 h 104330"/>
                <a:gd name="csX8" fmla="*/ 65912 w 92554"/>
                <a:gd name="csY8" fmla="*/ 7780 h 104330"/>
                <a:gd name="csX9" fmla="*/ 92555 w 92554"/>
                <a:gd name="csY9" fmla="*/ 53924 h 104330"/>
                <a:gd name="csX10" fmla="*/ 84775 w 92554"/>
                <a:gd name="csY10" fmla="*/ 8301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4" h="104330">
                  <a:moveTo>
                    <a:pt x="84775" y="83070"/>
                  </a:moveTo>
                  <a:lnTo>
                    <a:pt x="47956" y="104330"/>
                  </a:lnTo>
                  <a:cubicBezTo>
                    <a:pt x="48116" y="96604"/>
                    <a:pt x="47370" y="88771"/>
                    <a:pt x="45558" y="81098"/>
                  </a:cubicBezTo>
                  <a:lnTo>
                    <a:pt x="74118" y="64634"/>
                  </a:lnTo>
                  <a:lnTo>
                    <a:pt x="47476" y="18490"/>
                  </a:lnTo>
                  <a:lnTo>
                    <a:pt x="18916" y="34954"/>
                  </a:lnTo>
                  <a:cubicBezTo>
                    <a:pt x="13162" y="29573"/>
                    <a:pt x="6767" y="24990"/>
                    <a:pt x="0" y="21260"/>
                  </a:cubicBezTo>
                  <a:lnTo>
                    <a:pt x="36820" y="0"/>
                  </a:lnTo>
                  <a:lnTo>
                    <a:pt x="65912" y="7780"/>
                  </a:lnTo>
                  <a:lnTo>
                    <a:pt x="92555" y="53924"/>
                  </a:lnTo>
                  <a:lnTo>
                    <a:pt x="84775" y="830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0" name="Freeform 299">
              <a:extLst>
                <a:ext uri="{FF2B5EF4-FFF2-40B4-BE49-F238E27FC236}">
                  <a16:creationId xmlns:a16="http://schemas.microsoft.com/office/drawing/2014/main" id="{2837E3A3-5D4B-0FF0-EEA6-444C592B9884}"/>
                </a:ext>
              </a:extLst>
            </p:cNvPr>
            <p:cNvSpPr/>
            <p:nvPr/>
          </p:nvSpPr>
          <p:spPr>
            <a:xfrm>
              <a:off x="6760994" y="2335869"/>
              <a:ext cx="92555" cy="104330"/>
            </a:xfrm>
            <a:custGeom>
              <a:avLst/>
              <a:gdLst>
                <a:gd name="csX0" fmla="*/ 55736 w 92555"/>
                <a:gd name="csY0" fmla="*/ 104330 h 104330"/>
                <a:gd name="csX1" fmla="*/ 92555 w 92555"/>
                <a:gd name="csY1" fmla="*/ 83070 h 104330"/>
                <a:gd name="csX2" fmla="*/ 73639 w 92555"/>
                <a:gd name="csY2" fmla="*/ 69376 h 104330"/>
                <a:gd name="csX3" fmla="*/ 45079 w 92555"/>
                <a:gd name="csY3" fmla="*/ 85841 h 104330"/>
                <a:gd name="csX4" fmla="*/ 18437 w 92555"/>
                <a:gd name="csY4" fmla="*/ 39697 h 104330"/>
                <a:gd name="csX5" fmla="*/ 46997 w 92555"/>
                <a:gd name="csY5" fmla="*/ 23232 h 104330"/>
                <a:gd name="csX6" fmla="*/ 44599 w 92555"/>
                <a:gd name="csY6" fmla="*/ 0 h 104330"/>
                <a:gd name="csX7" fmla="*/ 7780 w 92555"/>
                <a:gd name="csY7" fmla="*/ 21260 h 104330"/>
                <a:gd name="csX8" fmla="*/ 0 w 92555"/>
                <a:gd name="csY8" fmla="*/ 50353 h 104330"/>
                <a:gd name="csX9" fmla="*/ 26642 w 92555"/>
                <a:gd name="csY9" fmla="*/ 96498 h 104330"/>
                <a:gd name="csX10" fmla="*/ 55736 w 92555"/>
                <a:gd name="csY10" fmla="*/ 10427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5" h="104330">
                  <a:moveTo>
                    <a:pt x="55736" y="104330"/>
                  </a:moveTo>
                  <a:lnTo>
                    <a:pt x="92555" y="83070"/>
                  </a:lnTo>
                  <a:cubicBezTo>
                    <a:pt x="85735" y="79393"/>
                    <a:pt x="79394" y="74811"/>
                    <a:pt x="73639" y="69376"/>
                  </a:cubicBezTo>
                  <a:lnTo>
                    <a:pt x="45079" y="85841"/>
                  </a:lnTo>
                  <a:lnTo>
                    <a:pt x="18437" y="39697"/>
                  </a:lnTo>
                  <a:lnTo>
                    <a:pt x="46997" y="23232"/>
                  </a:lnTo>
                  <a:cubicBezTo>
                    <a:pt x="45186" y="15559"/>
                    <a:pt x="44386" y="7726"/>
                    <a:pt x="44599" y="0"/>
                  </a:cubicBezTo>
                  <a:lnTo>
                    <a:pt x="7780" y="21260"/>
                  </a:lnTo>
                  <a:lnTo>
                    <a:pt x="0" y="50353"/>
                  </a:lnTo>
                  <a:lnTo>
                    <a:pt x="26642" y="96498"/>
                  </a:lnTo>
                  <a:lnTo>
                    <a:pt x="55736" y="10427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1" name="Freeform 300">
              <a:extLst>
                <a:ext uri="{FF2B5EF4-FFF2-40B4-BE49-F238E27FC236}">
                  <a16:creationId xmlns:a16="http://schemas.microsoft.com/office/drawing/2014/main" id="{88BEAA9E-3B83-B7D4-33F6-41812A6E9943}"/>
                </a:ext>
              </a:extLst>
            </p:cNvPr>
            <p:cNvSpPr/>
            <p:nvPr/>
          </p:nvSpPr>
          <p:spPr>
            <a:xfrm>
              <a:off x="6944239" y="2335869"/>
              <a:ext cx="92554" cy="104330"/>
            </a:xfrm>
            <a:custGeom>
              <a:avLst/>
              <a:gdLst>
                <a:gd name="csX0" fmla="*/ 36820 w 92554"/>
                <a:gd name="csY0" fmla="*/ 104330 h 104330"/>
                <a:gd name="csX1" fmla="*/ 0 w 92554"/>
                <a:gd name="csY1" fmla="*/ 83070 h 104330"/>
                <a:gd name="csX2" fmla="*/ 18916 w 92554"/>
                <a:gd name="csY2" fmla="*/ 69376 h 104330"/>
                <a:gd name="csX3" fmla="*/ 47476 w 92554"/>
                <a:gd name="csY3" fmla="*/ 85841 h 104330"/>
                <a:gd name="csX4" fmla="*/ 74118 w 92554"/>
                <a:gd name="csY4" fmla="*/ 39697 h 104330"/>
                <a:gd name="csX5" fmla="*/ 45558 w 92554"/>
                <a:gd name="csY5" fmla="*/ 23232 h 104330"/>
                <a:gd name="csX6" fmla="*/ 47956 w 92554"/>
                <a:gd name="csY6" fmla="*/ 0 h 104330"/>
                <a:gd name="csX7" fmla="*/ 84775 w 92554"/>
                <a:gd name="csY7" fmla="*/ 21260 h 104330"/>
                <a:gd name="csX8" fmla="*/ 92555 w 92554"/>
                <a:gd name="csY8" fmla="*/ 50353 h 104330"/>
                <a:gd name="csX9" fmla="*/ 65912 w 92554"/>
                <a:gd name="csY9" fmla="*/ 96498 h 104330"/>
                <a:gd name="csX10" fmla="*/ 36820 w 92554"/>
                <a:gd name="csY10" fmla="*/ 10427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4" h="104330">
                  <a:moveTo>
                    <a:pt x="36820" y="104330"/>
                  </a:moveTo>
                  <a:lnTo>
                    <a:pt x="0" y="83070"/>
                  </a:lnTo>
                  <a:cubicBezTo>
                    <a:pt x="6767" y="79393"/>
                    <a:pt x="13162" y="74811"/>
                    <a:pt x="18916" y="69376"/>
                  </a:cubicBezTo>
                  <a:lnTo>
                    <a:pt x="47476" y="85841"/>
                  </a:lnTo>
                  <a:lnTo>
                    <a:pt x="74118" y="39697"/>
                  </a:lnTo>
                  <a:lnTo>
                    <a:pt x="45558" y="23232"/>
                  </a:lnTo>
                  <a:cubicBezTo>
                    <a:pt x="47370" y="15559"/>
                    <a:pt x="48116" y="7726"/>
                    <a:pt x="47956" y="0"/>
                  </a:cubicBezTo>
                  <a:lnTo>
                    <a:pt x="84775" y="21260"/>
                  </a:lnTo>
                  <a:lnTo>
                    <a:pt x="92555" y="50353"/>
                  </a:lnTo>
                  <a:lnTo>
                    <a:pt x="65912" y="96498"/>
                  </a:lnTo>
                  <a:lnTo>
                    <a:pt x="36820" y="10427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2" name="Freeform 301">
              <a:extLst>
                <a:ext uri="{FF2B5EF4-FFF2-40B4-BE49-F238E27FC236}">
                  <a16:creationId xmlns:a16="http://schemas.microsoft.com/office/drawing/2014/main" id="{94BE7179-C093-B881-4DE4-A1956E68ED74}"/>
                </a:ext>
              </a:extLst>
            </p:cNvPr>
            <p:cNvSpPr/>
            <p:nvPr/>
          </p:nvSpPr>
          <p:spPr>
            <a:xfrm>
              <a:off x="6760994" y="2234576"/>
              <a:ext cx="92555" cy="104330"/>
            </a:xfrm>
            <a:custGeom>
              <a:avLst/>
              <a:gdLst>
                <a:gd name="csX0" fmla="*/ 7780 w 92555"/>
                <a:gd name="csY0" fmla="*/ 83070 h 104330"/>
                <a:gd name="csX1" fmla="*/ 44599 w 92555"/>
                <a:gd name="csY1" fmla="*/ 104330 h 104330"/>
                <a:gd name="csX2" fmla="*/ 46997 w 92555"/>
                <a:gd name="csY2" fmla="*/ 81098 h 104330"/>
                <a:gd name="csX3" fmla="*/ 18437 w 92555"/>
                <a:gd name="csY3" fmla="*/ 64634 h 104330"/>
                <a:gd name="csX4" fmla="*/ 45079 w 92555"/>
                <a:gd name="csY4" fmla="*/ 18490 h 104330"/>
                <a:gd name="csX5" fmla="*/ 73639 w 92555"/>
                <a:gd name="csY5" fmla="*/ 34954 h 104330"/>
                <a:gd name="csX6" fmla="*/ 92555 w 92555"/>
                <a:gd name="csY6" fmla="*/ 21260 h 104330"/>
                <a:gd name="csX7" fmla="*/ 55736 w 92555"/>
                <a:gd name="csY7" fmla="*/ 0 h 104330"/>
                <a:gd name="csX8" fmla="*/ 26642 w 92555"/>
                <a:gd name="csY8" fmla="*/ 7780 h 104330"/>
                <a:gd name="csX9" fmla="*/ 0 w 92555"/>
                <a:gd name="csY9" fmla="*/ 53924 h 104330"/>
                <a:gd name="csX10" fmla="*/ 7780 w 92555"/>
                <a:gd name="csY10" fmla="*/ 83017 h 104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92555" h="104330">
                  <a:moveTo>
                    <a:pt x="7780" y="83070"/>
                  </a:moveTo>
                  <a:lnTo>
                    <a:pt x="44599" y="104330"/>
                  </a:lnTo>
                  <a:cubicBezTo>
                    <a:pt x="44386" y="96604"/>
                    <a:pt x="45186" y="88771"/>
                    <a:pt x="46997" y="81098"/>
                  </a:cubicBezTo>
                  <a:lnTo>
                    <a:pt x="18437" y="64634"/>
                  </a:lnTo>
                  <a:lnTo>
                    <a:pt x="45079" y="18490"/>
                  </a:lnTo>
                  <a:lnTo>
                    <a:pt x="73639" y="34954"/>
                  </a:lnTo>
                  <a:cubicBezTo>
                    <a:pt x="79394" y="29573"/>
                    <a:pt x="85735" y="24990"/>
                    <a:pt x="92555" y="21260"/>
                  </a:cubicBezTo>
                  <a:lnTo>
                    <a:pt x="55736" y="0"/>
                  </a:lnTo>
                  <a:lnTo>
                    <a:pt x="26642" y="7780"/>
                  </a:lnTo>
                  <a:lnTo>
                    <a:pt x="0" y="53924"/>
                  </a:lnTo>
                  <a:lnTo>
                    <a:pt x="7780" y="830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3" name="Freeform 302">
              <a:extLst>
                <a:ext uri="{FF2B5EF4-FFF2-40B4-BE49-F238E27FC236}">
                  <a16:creationId xmlns:a16="http://schemas.microsoft.com/office/drawing/2014/main" id="{90C57342-7619-972E-BB09-4007FE12D5F6}"/>
                </a:ext>
              </a:extLst>
            </p:cNvPr>
            <p:cNvSpPr/>
            <p:nvPr/>
          </p:nvSpPr>
          <p:spPr>
            <a:xfrm>
              <a:off x="6861595" y="2300116"/>
              <a:ext cx="74597" cy="74597"/>
            </a:xfrm>
            <a:custGeom>
              <a:avLst/>
              <a:gdLst>
                <a:gd name="csX0" fmla="*/ 53284 w 74597"/>
                <a:gd name="csY0" fmla="*/ 37299 h 74597"/>
                <a:gd name="csX1" fmla="*/ 37299 w 74597"/>
                <a:gd name="csY1" fmla="*/ 21314 h 74597"/>
                <a:gd name="csX2" fmla="*/ 21314 w 74597"/>
                <a:gd name="csY2" fmla="*/ 37299 h 74597"/>
                <a:gd name="csX3" fmla="*/ 37299 w 74597"/>
                <a:gd name="csY3" fmla="*/ 53284 h 74597"/>
                <a:gd name="csX4" fmla="*/ 53284 w 74597"/>
                <a:gd name="csY4" fmla="*/ 37299 h 74597"/>
                <a:gd name="csX5" fmla="*/ 74598 w 74597"/>
                <a:gd name="csY5" fmla="*/ 37299 h 74597"/>
                <a:gd name="csX6" fmla="*/ 37299 w 74597"/>
                <a:gd name="csY6" fmla="*/ 74598 h 74597"/>
                <a:gd name="csX7" fmla="*/ 0 w 74597"/>
                <a:gd name="csY7" fmla="*/ 37299 h 74597"/>
                <a:gd name="csX8" fmla="*/ 37299 w 74597"/>
                <a:gd name="csY8" fmla="*/ 0 h 74597"/>
                <a:gd name="csX9" fmla="*/ 74598 w 74597"/>
                <a:gd name="csY9" fmla="*/ 37299 h 74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4597" h="74597">
                  <a:moveTo>
                    <a:pt x="53284" y="37299"/>
                  </a:moveTo>
                  <a:cubicBezTo>
                    <a:pt x="53284" y="28454"/>
                    <a:pt x="46144" y="21314"/>
                    <a:pt x="37299" y="21314"/>
                  </a:cubicBezTo>
                  <a:cubicBezTo>
                    <a:pt x="28454" y="21314"/>
                    <a:pt x="21314" y="28454"/>
                    <a:pt x="21314" y="37299"/>
                  </a:cubicBezTo>
                  <a:cubicBezTo>
                    <a:pt x="21314" y="46144"/>
                    <a:pt x="28454" y="53284"/>
                    <a:pt x="37299" y="53284"/>
                  </a:cubicBezTo>
                  <a:cubicBezTo>
                    <a:pt x="46144" y="53284"/>
                    <a:pt x="53284" y="46144"/>
                    <a:pt x="53284" y="37299"/>
                  </a:cubicBezTo>
                  <a:close/>
                  <a:moveTo>
                    <a:pt x="74598" y="37299"/>
                  </a:moveTo>
                  <a:cubicBezTo>
                    <a:pt x="74598" y="57920"/>
                    <a:pt x="57920" y="74598"/>
                    <a:pt x="37299" y="74598"/>
                  </a:cubicBezTo>
                  <a:cubicBezTo>
                    <a:pt x="16678" y="74598"/>
                    <a:pt x="0" y="57920"/>
                    <a:pt x="0" y="37299"/>
                  </a:cubicBezTo>
                  <a:cubicBezTo>
                    <a:pt x="0" y="16678"/>
                    <a:pt x="16678" y="0"/>
                    <a:pt x="37299" y="0"/>
                  </a:cubicBezTo>
                  <a:cubicBezTo>
                    <a:pt x="57920" y="0"/>
                    <a:pt x="74598" y="16678"/>
                    <a:pt x="74598" y="372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04" name="Group 303">
            <a:extLst>
              <a:ext uri="{FF2B5EF4-FFF2-40B4-BE49-F238E27FC236}">
                <a16:creationId xmlns:a16="http://schemas.microsoft.com/office/drawing/2014/main" id="{C45C756A-5ADC-67C1-6025-A1EF5068E5FB}"/>
              </a:ext>
            </a:extLst>
          </p:cNvPr>
          <p:cNvGrpSpPr/>
          <p:nvPr userDrawn="1"/>
        </p:nvGrpSpPr>
        <p:grpSpPr>
          <a:xfrm>
            <a:off x="8819108" y="1888116"/>
            <a:ext cx="269314" cy="288906"/>
            <a:chOff x="7792683" y="2192375"/>
            <a:chExt cx="269244" cy="288906"/>
          </a:xfrm>
        </p:grpSpPr>
        <p:sp>
          <p:nvSpPr>
            <p:cNvPr id="305" name="Freeform 304">
              <a:extLst>
                <a:ext uri="{FF2B5EF4-FFF2-40B4-BE49-F238E27FC236}">
                  <a16:creationId xmlns:a16="http://schemas.microsoft.com/office/drawing/2014/main" id="{C1B7E5D2-4BEF-7D0E-25E1-F4D5E51467A8}"/>
                </a:ext>
              </a:extLst>
            </p:cNvPr>
            <p:cNvSpPr/>
            <p:nvPr/>
          </p:nvSpPr>
          <p:spPr>
            <a:xfrm>
              <a:off x="7792683" y="2192375"/>
              <a:ext cx="269244" cy="86426"/>
            </a:xfrm>
            <a:custGeom>
              <a:avLst/>
              <a:gdLst>
                <a:gd name="csX0" fmla="*/ 269244 w 269244"/>
                <a:gd name="csY0" fmla="*/ 44865 h 86426"/>
                <a:gd name="csX1" fmla="*/ 262477 w 269244"/>
                <a:gd name="csY1" fmla="*/ 86427 h 86426"/>
                <a:gd name="csX2" fmla="*/ 6713 w 269244"/>
                <a:gd name="csY2" fmla="*/ 86427 h 86426"/>
                <a:gd name="csX3" fmla="*/ 0 w 269244"/>
                <a:gd name="csY3" fmla="*/ 44865 h 86426"/>
                <a:gd name="csX4" fmla="*/ 134595 w 269244"/>
                <a:gd name="csY4" fmla="*/ 0 h 86426"/>
                <a:gd name="csX5" fmla="*/ 269244 w 269244"/>
                <a:gd name="csY5" fmla="*/ 44865 h 86426"/>
                <a:gd name="csX6" fmla="*/ 6713 w 269244"/>
                <a:gd name="csY6" fmla="*/ 65113 h 86426"/>
                <a:gd name="csX7" fmla="*/ 262477 w 269244"/>
                <a:gd name="csY7" fmla="*/ 65113 h 86426"/>
                <a:gd name="csX8" fmla="*/ 134595 w 269244"/>
                <a:gd name="csY8" fmla="*/ 22486 h 86426"/>
                <a:gd name="csX9" fmla="*/ 6713 w 269244"/>
                <a:gd name="csY9" fmla="*/ 65113 h 864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9244" h="86426">
                  <a:moveTo>
                    <a:pt x="269244" y="44865"/>
                  </a:moveTo>
                  <a:lnTo>
                    <a:pt x="262477" y="86427"/>
                  </a:lnTo>
                  <a:lnTo>
                    <a:pt x="6713" y="86427"/>
                  </a:lnTo>
                  <a:lnTo>
                    <a:pt x="0" y="44865"/>
                  </a:lnTo>
                  <a:lnTo>
                    <a:pt x="134595" y="0"/>
                  </a:lnTo>
                  <a:lnTo>
                    <a:pt x="269244" y="44865"/>
                  </a:lnTo>
                  <a:close/>
                  <a:moveTo>
                    <a:pt x="6713" y="65113"/>
                  </a:moveTo>
                  <a:lnTo>
                    <a:pt x="262477" y="65113"/>
                  </a:lnTo>
                  <a:lnTo>
                    <a:pt x="134595" y="22486"/>
                  </a:lnTo>
                  <a:lnTo>
                    <a:pt x="6713" y="65113"/>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6" name="Freeform 305">
              <a:extLst>
                <a:ext uri="{FF2B5EF4-FFF2-40B4-BE49-F238E27FC236}">
                  <a16:creationId xmlns:a16="http://schemas.microsoft.com/office/drawing/2014/main" id="{5E827501-AF0A-2577-1E21-B0E5B7D08DA3}"/>
                </a:ext>
              </a:extLst>
            </p:cNvPr>
            <p:cNvSpPr/>
            <p:nvPr/>
          </p:nvSpPr>
          <p:spPr>
            <a:xfrm>
              <a:off x="7820710"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7" name="Freeform 306">
              <a:extLst>
                <a:ext uri="{FF2B5EF4-FFF2-40B4-BE49-F238E27FC236}">
                  <a16:creationId xmlns:a16="http://schemas.microsoft.com/office/drawing/2014/main" id="{50BDCCB8-0FD8-6360-42EB-132C990EE119}"/>
                </a:ext>
              </a:extLst>
            </p:cNvPr>
            <p:cNvSpPr/>
            <p:nvPr/>
          </p:nvSpPr>
          <p:spPr>
            <a:xfrm>
              <a:off x="7799396" y="2459968"/>
              <a:ext cx="255763" cy="21313"/>
            </a:xfrm>
            <a:custGeom>
              <a:avLst/>
              <a:gdLst>
                <a:gd name="csX0" fmla="*/ 0 w 255763"/>
                <a:gd name="csY0" fmla="*/ 21314 h 21313"/>
                <a:gd name="csX1" fmla="*/ 0 w 255763"/>
                <a:gd name="csY1" fmla="*/ 0 h 21313"/>
                <a:gd name="csX2" fmla="*/ 255764 w 255763"/>
                <a:gd name="csY2" fmla="*/ 0 h 21313"/>
                <a:gd name="csX3" fmla="*/ 255764 w 255763"/>
                <a:gd name="csY3" fmla="*/ 21314 h 21313"/>
                <a:gd name="csX4" fmla="*/ 0 w 255763"/>
                <a:gd name="csY4" fmla="*/ 21314 h 21313"/>
              </a:gdLst>
              <a:ahLst/>
              <a:cxnLst>
                <a:cxn ang="0">
                  <a:pos x="csX0" y="csY0"/>
                </a:cxn>
                <a:cxn ang="0">
                  <a:pos x="csX1" y="csY1"/>
                </a:cxn>
                <a:cxn ang="0">
                  <a:pos x="csX2" y="csY2"/>
                </a:cxn>
                <a:cxn ang="0">
                  <a:pos x="csX3" y="csY3"/>
                </a:cxn>
                <a:cxn ang="0">
                  <a:pos x="csX4" y="csY4"/>
                </a:cxn>
              </a:cxnLst>
              <a:rect l="l" t="t" r="r" b="b"/>
              <a:pathLst>
                <a:path w="255763" h="21313">
                  <a:moveTo>
                    <a:pt x="0" y="21314"/>
                  </a:moveTo>
                  <a:lnTo>
                    <a:pt x="0" y="0"/>
                  </a:lnTo>
                  <a:lnTo>
                    <a:pt x="255764" y="0"/>
                  </a:lnTo>
                  <a:lnTo>
                    <a:pt x="255764" y="2131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8" name="Freeform 307">
              <a:extLst>
                <a:ext uri="{FF2B5EF4-FFF2-40B4-BE49-F238E27FC236}">
                  <a16:creationId xmlns:a16="http://schemas.microsoft.com/office/drawing/2014/main" id="{A3A70CF0-438B-D9C0-1240-21771863BF12}"/>
                </a:ext>
              </a:extLst>
            </p:cNvPr>
            <p:cNvSpPr/>
            <p:nvPr/>
          </p:nvSpPr>
          <p:spPr>
            <a:xfrm>
              <a:off x="7884651"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09" name="Freeform 308">
              <a:extLst>
                <a:ext uri="{FF2B5EF4-FFF2-40B4-BE49-F238E27FC236}">
                  <a16:creationId xmlns:a16="http://schemas.microsoft.com/office/drawing/2014/main" id="{FD705708-DD69-1633-4379-8BAA77D12448}"/>
                </a:ext>
              </a:extLst>
            </p:cNvPr>
            <p:cNvSpPr/>
            <p:nvPr/>
          </p:nvSpPr>
          <p:spPr>
            <a:xfrm>
              <a:off x="7948592"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0" name="Freeform 309">
              <a:extLst>
                <a:ext uri="{FF2B5EF4-FFF2-40B4-BE49-F238E27FC236}">
                  <a16:creationId xmlns:a16="http://schemas.microsoft.com/office/drawing/2014/main" id="{F1B679C4-4039-4761-8F6E-B270F7BAADDA}"/>
                </a:ext>
              </a:extLst>
            </p:cNvPr>
            <p:cNvSpPr/>
            <p:nvPr/>
          </p:nvSpPr>
          <p:spPr>
            <a:xfrm>
              <a:off x="8012533" y="2300116"/>
              <a:ext cx="21313" cy="138538"/>
            </a:xfrm>
            <a:custGeom>
              <a:avLst/>
              <a:gdLst>
                <a:gd name="csX0" fmla="*/ 21314 w 21313"/>
                <a:gd name="csY0" fmla="*/ 138539 h 138538"/>
                <a:gd name="csX1" fmla="*/ 0 w 21313"/>
                <a:gd name="csY1" fmla="*/ 138539 h 138538"/>
                <a:gd name="csX2" fmla="*/ 0 w 21313"/>
                <a:gd name="csY2" fmla="*/ 0 h 138538"/>
                <a:gd name="csX3" fmla="*/ 21314 w 21313"/>
                <a:gd name="csY3" fmla="*/ 0 h 138538"/>
                <a:gd name="csX4" fmla="*/ 21314 w 21313"/>
                <a:gd name="csY4" fmla="*/ 138539 h 138538"/>
              </a:gdLst>
              <a:ahLst/>
              <a:cxnLst>
                <a:cxn ang="0">
                  <a:pos x="csX0" y="csY0"/>
                </a:cxn>
                <a:cxn ang="0">
                  <a:pos x="csX1" y="csY1"/>
                </a:cxn>
                <a:cxn ang="0">
                  <a:pos x="csX2" y="csY2"/>
                </a:cxn>
                <a:cxn ang="0">
                  <a:pos x="csX3" y="csY3"/>
                </a:cxn>
                <a:cxn ang="0">
                  <a:pos x="csX4" y="csY4"/>
                </a:cxn>
              </a:cxnLst>
              <a:rect l="l" t="t" r="r" b="b"/>
              <a:pathLst>
                <a:path w="21313" h="138538">
                  <a:moveTo>
                    <a:pt x="21314" y="138539"/>
                  </a:moveTo>
                  <a:lnTo>
                    <a:pt x="0" y="138539"/>
                  </a:lnTo>
                  <a:lnTo>
                    <a:pt x="0" y="0"/>
                  </a:lnTo>
                  <a:lnTo>
                    <a:pt x="21314" y="0"/>
                  </a:lnTo>
                  <a:lnTo>
                    <a:pt x="21314" y="138539"/>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1" name="Freeform 310">
              <a:extLst>
                <a:ext uri="{FF2B5EF4-FFF2-40B4-BE49-F238E27FC236}">
                  <a16:creationId xmlns:a16="http://schemas.microsoft.com/office/drawing/2014/main" id="{80E521D9-A8E4-6E10-41BF-4185A2F8BA65}"/>
                </a:ext>
              </a:extLst>
            </p:cNvPr>
            <p:cNvSpPr/>
            <p:nvPr/>
          </p:nvSpPr>
          <p:spPr>
            <a:xfrm>
              <a:off x="7796732" y="2214861"/>
              <a:ext cx="130546" cy="55948"/>
            </a:xfrm>
            <a:custGeom>
              <a:avLst/>
              <a:gdLst>
                <a:gd name="csX0" fmla="*/ 2664 w 130546"/>
                <a:gd name="csY0" fmla="*/ 55948 h 55948"/>
                <a:gd name="csX1" fmla="*/ 55948 w 130546"/>
                <a:gd name="csY1" fmla="*/ 42627 h 55948"/>
                <a:gd name="csX2" fmla="*/ 13321 w 130546"/>
                <a:gd name="csY2" fmla="*/ 42627 h 55948"/>
                <a:gd name="csX3" fmla="*/ 130546 w 130546"/>
                <a:gd name="csY3" fmla="*/ 0 h 55948"/>
                <a:gd name="csX4" fmla="*/ 0 w 130546"/>
                <a:gd name="csY4" fmla="*/ 31970 h 55948"/>
                <a:gd name="csX5" fmla="*/ 2664 w 130546"/>
                <a:gd name="csY5" fmla="*/ 55948 h 55948"/>
              </a:gdLst>
              <a:ahLst/>
              <a:cxnLst>
                <a:cxn ang="0">
                  <a:pos x="csX0" y="csY0"/>
                </a:cxn>
                <a:cxn ang="0">
                  <a:pos x="csX1" y="csY1"/>
                </a:cxn>
                <a:cxn ang="0">
                  <a:pos x="csX2" y="csY2"/>
                </a:cxn>
                <a:cxn ang="0">
                  <a:pos x="csX3" y="csY3"/>
                </a:cxn>
                <a:cxn ang="0">
                  <a:pos x="csX4" y="csY4"/>
                </a:cxn>
                <a:cxn ang="0">
                  <a:pos x="csX5" y="csY5"/>
                </a:cxn>
              </a:cxnLst>
              <a:rect l="l" t="t" r="r" b="b"/>
              <a:pathLst>
                <a:path w="130546" h="55948">
                  <a:moveTo>
                    <a:pt x="2664" y="55948"/>
                  </a:moveTo>
                  <a:lnTo>
                    <a:pt x="55948" y="42627"/>
                  </a:lnTo>
                  <a:lnTo>
                    <a:pt x="13321" y="42627"/>
                  </a:lnTo>
                  <a:lnTo>
                    <a:pt x="130546" y="0"/>
                  </a:lnTo>
                  <a:lnTo>
                    <a:pt x="0" y="31970"/>
                  </a:lnTo>
                  <a:lnTo>
                    <a:pt x="2664" y="5594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2" name="Freeform 311">
              <a:extLst>
                <a:ext uri="{FF2B5EF4-FFF2-40B4-BE49-F238E27FC236}">
                  <a16:creationId xmlns:a16="http://schemas.microsoft.com/office/drawing/2014/main" id="{61333921-DF03-F25E-099E-460305736E4B}"/>
                </a:ext>
              </a:extLst>
            </p:cNvPr>
            <p:cNvSpPr/>
            <p:nvPr/>
          </p:nvSpPr>
          <p:spPr>
            <a:xfrm>
              <a:off x="7927278" y="2214861"/>
              <a:ext cx="130546" cy="55948"/>
            </a:xfrm>
            <a:custGeom>
              <a:avLst/>
              <a:gdLst>
                <a:gd name="csX0" fmla="*/ 127882 w 130546"/>
                <a:gd name="csY0" fmla="*/ 55948 h 55948"/>
                <a:gd name="csX1" fmla="*/ 74598 w 130546"/>
                <a:gd name="csY1" fmla="*/ 42627 h 55948"/>
                <a:gd name="csX2" fmla="*/ 117225 w 130546"/>
                <a:gd name="csY2" fmla="*/ 42627 h 55948"/>
                <a:gd name="csX3" fmla="*/ 0 w 130546"/>
                <a:gd name="csY3" fmla="*/ 0 h 55948"/>
                <a:gd name="csX4" fmla="*/ 130546 w 130546"/>
                <a:gd name="csY4" fmla="*/ 31970 h 55948"/>
                <a:gd name="csX5" fmla="*/ 127882 w 130546"/>
                <a:gd name="csY5" fmla="*/ 55948 h 55948"/>
              </a:gdLst>
              <a:ahLst/>
              <a:cxnLst>
                <a:cxn ang="0">
                  <a:pos x="csX0" y="csY0"/>
                </a:cxn>
                <a:cxn ang="0">
                  <a:pos x="csX1" y="csY1"/>
                </a:cxn>
                <a:cxn ang="0">
                  <a:pos x="csX2" y="csY2"/>
                </a:cxn>
                <a:cxn ang="0">
                  <a:pos x="csX3" y="csY3"/>
                </a:cxn>
                <a:cxn ang="0">
                  <a:pos x="csX4" y="csY4"/>
                </a:cxn>
                <a:cxn ang="0">
                  <a:pos x="csX5" y="csY5"/>
                </a:cxn>
              </a:cxnLst>
              <a:rect l="l" t="t" r="r" b="b"/>
              <a:pathLst>
                <a:path w="130546" h="55948">
                  <a:moveTo>
                    <a:pt x="127882" y="55948"/>
                  </a:moveTo>
                  <a:lnTo>
                    <a:pt x="74598" y="42627"/>
                  </a:lnTo>
                  <a:lnTo>
                    <a:pt x="117225" y="42627"/>
                  </a:lnTo>
                  <a:lnTo>
                    <a:pt x="0" y="0"/>
                  </a:lnTo>
                  <a:lnTo>
                    <a:pt x="130546" y="31970"/>
                  </a:lnTo>
                  <a:lnTo>
                    <a:pt x="127882" y="55948"/>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13" name="Group 312">
            <a:extLst>
              <a:ext uri="{FF2B5EF4-FFF2-40B4-BE49-F238E27FC236}">
                <a16:creationId xmlns:a16="http://schemas.microsoft.com/office/drawing/2014/main" id="{1D5A8493-7771-CDEB-A5EA-DD79E875D84B}"/>
              </a:ext>
            </a:extLst>
          </p:cNvPr>
          <p:cNvGrpSpPr/>
          <p:nvPr userDrawn="1"/>
        </p:nvGrpSpPr>
        <p:grpSpPr>
          <a:xfrm>
            <a:off x="9966534" y="1889289"/>
            <a:ext cx="287809" cy="287735"/>
            <a:chOff x="8811795" y="2193547"/>
            <a:chExt cx="287734" cy="287735"/>
          </a:xfrm>
        </p:grpSpPr>
        <p:sp>
          <p:nvSpPr>
            <p:cNvPr id="314" name="Freeform 313">
              <a:extLst>
                <a:ext uri="{FF2B5EF4-FFF2-40B4-BE49-F238E27FC236}">
                  <a16:creationId xmlns:a16="http://schemas.microsoft.com/office/drawing/2014/main" id="{80BFF42B-D334-96EA-B487-33EF7C61B1D7}"/>
                </a:ext>
              </a:extLst>
            </p:cNvPr>
            <p:cNvSpPr/>
            <p:nvPr/>
          </p:nvSpPr>
          <p:spPr>
            <a:xfrm>
              <a:off x="8811795" y="2300116"/>
              <a:ext cx="287734" cy="181166"/>
            </a:xfrm>
            <a:custGeom>
              <a:avLst/>
              <a:gdLst>
                <a:gd name="csX0" fmla="*/ 266421 w 287734"/>
                <a:gd name="csY0" fmla="*/ 21314 h 181166"/>
                <a:gd name="csX1" fmla="*/ 21314 w 287734"/>
                <a:gd name="csY1" fmla="*/ 21314 h 181166"/>
                <a:gd name="csX2" fmla="*/ 21314 w 287734"/>
                <a:gd name="csY2" fmla="*/ 159852 h 181166"/>
                <a:gd name="csX3" fmla="*/ 266421 w 287734"/>
                <a:gd name="csY3" fmla="*/ 159852 h 181166"/>
                <a:gd name="csX4" fmla="*/ 266421 w 287734"/>
                <a:gd name="csY4" fmla="*/ 21314 h 181166"/>
                <a:gd name="csX5" fmla="*/ 287734 w 287734"/>
                <a:gd name="csY5" fmla="*/ 159852 h 181166"/>
                <a:gd name="csX6" fmla="*/ 266421 w 287734"/>
                <a:gd name="csY6" fmla="*/ 181166 h 181166"/>
                <a:gd name="csX7" fmla="*/ 21314 w 287734"/>
                <a:gd name="csY7" fmla="*/ 181166 h 181166"/>
                <a:gd name="csX8" fmla="*/ 0 w 287734"/>
                <a:gd name="csY8" fmla="*/ 159852 h 181166"/>
                <a:gd name="csX9" fmla="*/ 0 w 287734"/>
                <a:gd name="csY9" fmla="*/ 0 h 181166"/>
                <a:gd name="csX10" fmla="*/ 287734 w 287734"/>
                <a:gd name="csY10" fmla="*/ 0 h 181166"/>
                <a:gd name="csX11" fmla="*/ 287734 w 287734"/>
                <a:gd name="csY11" fmla="*/ 159852 h 1811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287734" h="181166">
                  <a:moveTo>
                    <a:pt x="266421" y="21314"/>
                  </a:moveTo>
                  <a:lnTo>
                    <a:pt x="21314" y="21314"/>
                  </a:lnTo>
                  <a:lnTo>
                    <a:pt x="21314" y="159852"/>
                  </a:lnTo>
                  <a:lnTo>
                    <a:pt x="266421" y="159852"/>
                  </a:lnTo>
                  <a:lnTo>
                    <a:pt x="266421" y="21314"/>
                  </a:lnTo>
                  <a:close/>
                  <a:moveTo>
                    <a:pt x="287734" y="159852"/>
                  </a:moveTo>
                  <a:lnTo>
                    <a:pt x="266421" y="181166"/>
                  </a:lnTo>
                  <a:lnTo>
                    <a:pt x="21314" y="181166"/>
                  </a:lnTo>
                  <a:lnTo>
                    <a:pt x="0" y="159852"/>
                  </a:lnTo>
                  <a:lnTo>
                    <a:pt x="0" y="0"/>
                  </a:lnTo>
                  <a:lnTo>
                    <a:pt x="287734" y="0"/>
                  </a:lnTo>
                  <a:lnTo>
                    <a:pt x="287734" y="159852"/>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5" name="Freeform 314">
              <a:extLst>
                <a:ext uri="{FF2B5EF4-FFF2-40B4-BE49-F238E27FC236}">
                  <a16:creationId xmlns:a16="http://schemas.microsoft.com/office/drawing/2014/main" id="{01C4002C-648F-3769-CCB1-1896E55C4201}"/>
                </a:ext>
              </a:extLst>
            </p:cNvPr>
            <p:cNvSpPr/>
            <p:nvPr/>
          </p:nvSpPr>
          <p:spPr>
            <a:xfrm>
              <a:off x="8849094" y="2193547"/>
              <a:ext cx="213136" cy="106568"/>
            </a:xfrm>
            <a:custGeom>
              <a:avLst/>
              <a:gdLst>
                <a:gd name="csX0" fmla="*/ 106568 w 213136"/>
                <a:gd name="csY0" fmla="*/ 0 h 106568"/>
                <a:gd name="csX1" fmla="*/ 0 w 213136"/>
                <a:gd name="csY1" fmla="*/ 106568 h 106568"/>
                <a:gd name="csX2" fmla="*/ 21314 w 213136"/>
                <a:gd name="csY2" fmla="*/ 106568 h 106568"/>
                <a:gd name="csX3" fmla="*/ 106568 w 213136"/>
                <a:gd name="csY3" fmla="*/ 21314 h 106568"/>
                <a:gd name="csX4" fmla="*/ 191823 w 213136"/>
                <a:gd name="csY4" fmla="*/ 106568 h 106568"/>
                <a:gd name="csX5" fmla="*/ 213137 w 213136"/>
                <a:gd name="csY5" fmla="*/ 106568 h 106568"/>
                <a:gd name="csX6" fmla="*/ 106568 w 213136"/>
                <a:gd name="csY6" fmla="*/ 0 h 1065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3136" h="106568">
                  <a:moveTo>
                    <a:pt x="106568" y="0"/>
                  </a:moveTo>
                  <a:cubicBezTo>
                    <a:pt x="47743" y="0"/>
                    <a:pt x="0" y="47689"/>
                    <a:pt x="0" y="106568"/>
                  </a:cubicBezTo>
                  <a:lnTo>
                    <a:pt x="21314" y="106568"/>
                  </a:lnTo>
                  <a:cubicBezTo>
                    <a:pt x="21314" y="59465"/>
                    <a:pt x="59465" y="21314"/>
                    <a:pt x="106568" y="21314"/>
                  </a:cubicBezTo>
                  <a:cubicBezTo>
                    <a:pt x="153672" y="21314"/>
                    <a:pt x="191823" y="59465"/>
                    <a:pt x="191823" y="106568"/>
                  </a:cubicBezTo>
                  <a:lnTo>
                    <a:pt x="213137" y="106568"/>
                  </a:lnTo>
                  <a:cubicBezTo>
                    <a:pt x="213137" y="47689"/>
                    <a:pt x="165448" y="0"/>
                    <a:pt x="106568" y="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16" name="Group 315">
            <a:extLst>
              <a:ext uri="{FF2B5EF4-FFF2-40B4-BE49-F238E27FC236}">
                <a16:creationId xmlns:a16="http://schemas.microsoft.com/office/drawing/2014/main" id="{A6B9789F-7476-9A4D-9034-4C366D8864C0}"/>
              </a:ext>
            </a:extLst>
          </p:cNvPr>
          <p:cNvGrpSpPr/>
          <p:nvPr userDrawn="1"/>
        </p:nvGrpSpPr>
        <p:grpSpPr>
          <a:xfrm>
            <a:off x="11123236" y="1889288"/>
            <a:ext cx="287809" cy="287734"/>
            <a:chOff x="9840179" y="2193547"/>
            <a:chExt cx="287734" cy="287734"/>
          </a:xfrm>
        </p:grpSpPr>
        <p:sp>
          <p:nvSpPr>
            <p:cNvPr id="317" name="Freeform 316">
              <a:extLst>
                <a:ext uri="{FF2B5EF4-FFF2-40B4-BE49-F238E27FC236}">
                  <a16:creationId xmlns:a16="http://schemas.microsoft.com/office/drawing/2014/main" id="{6933C6E3-7066-8C76-4F65-5AFAC65D0592}"/>
                </a:ext>
              </a:extLst>
            </p:cNvPr>
            <p:cNvSpPr/>
            <p:nvPr/>
          </p:nvSpPr>
          <p:spPr>
            <a:xfrm>
              <a:off x="9840179" y="2193547"/>
              <a:ext cx="159852" cy="287734"/>
            </a:xfrm>
            <a:custGeom>
              <a:avLst/>
              <a:gdLst>
                <a:gd name="csX0" fmla="*/ 21314 w 159852"/>
                <a:gd name="csY0" fmla="*/ 266421 h 287734"/>
                <a:gd name="csX1" fmla="*/ 138539 w 159852"/>
                <a:gd name="csY1" fmla="*/ 266421 h 287734"/>
                <a:gd name="csX2" fmla="*/ 138539 w 159852"/>
                <a:gd name="csY2" fmla="*/ 21314 h 287734"/>
                <a:gd name="csX3" fmla="*/ 21314 w 159852"/>
                <a:gd name="csY3" fmla="*/ 21314 h 287734"/>
                <a:gd name="csX4" fmla="*/ 21314 w 159852"/>
                <a:gd name="csY4" fmla="*/ 266421 h 287734"/>
                <a:gd name="csX5" fmla="*/ 0 w 159852"/>
                <a:gd name="csY5" fmla="*/ 21314 h 287734"/>
                <a:gd name="csX6" fmla="*/ 21314 w 159852"/>
                <a:gd name="csY6" fmla="*/ 0 h 287734"/>
                <a:gd name="csX7" fmla="*/ 138539 w 159852"/>
                <a:gd name="csY7" fmla="*/ 0 h 287734"/>
                <a:gd name="csX8" fmla="*/ 159852 w 159852"/>
                <a:gd name="csY8" fmla="*/ 21314 h 287734"/>
                <a:gd name="csX9" fmla="*/ 159852 w 159852"/>
                <a:gd name="csY9" fmla="*/ 287734 h 287734"/>
                <a:gd name="csX10" fmla="*/ 0 w 159852"/>
                <a:gd name="csY10" fmla="*/ 287734 h 287734"/>
                <a:gd name="csX11" fmla="*/ 0 w 159852"/>
                <a:gd name="csY11" fmla="*/ 2131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59852" h="287734">
                  <a:moveTo>
                    <a:pt x="21314" y="266421"/>
                  </a:moveTo>
                  <a:lnTo>
                    <a:pt x="138539" y="266421"/>
                  </a:lnTo>
                  <a:lnTo>
                    <a:pt x="138539" y="21314"/>
                  </a:lnTo>
                  <a:lnTo>
                    <a:pt x="21314" y="21314"/>
                  </a:lnTo>
                  <a:lnTo>
                    <a:pt x="21314" y="266421"/>
                  </a:lnTo>
                  <a:close/>
                  <a:moveTo>
                    <a:pt x="0" y="21314"/>
                  </a:moveTo>
                  <a:lnTo>
                    <a:pt x="21314" y="0"/>
                  </a:lnTo>
                  <a:lnTo>
                    <a:pt x="138539" y="0"/>
                  </a:lnTo>
                  <a:lnTo>
                    <a:pt x="159852" y="21314"/>
                  </a:lnTo>
                  <a:lnTo>
                    <a:pt x="159852" y="287734"/>
                  </a:lnTo>
                  <a:lnTo>
                    <a:pt x="0" y="287734"/>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8" name="Freeform 317">
              <a:extLst>
                <a:ext uri="{FF2B5EF4-FFF2-40B4-BE49-F238E27FC236}">
                  <a16:creationId xmlns:a16="http://schemas.microsoft.com/office/drawing/2014/main" id="{7F5CD685-696B-306F-E30E-DF3D22E25CEB}"/>
                </a:ext>
              </a:extLst>
            </p:cNvPr>
            <p:cNvSpPr/>
            <p:nvPr/>
          </p:nvSpPr>
          <p:spPr>
            <a:xfrm>
              <a:off x="9978718" y="2305444"/>
              <a:ext cx="149195" cy="175837"/>
            </a:xfrm>
            <a:custGeom>
              <a:avLst/>
              <a:gdLst>
                <a:gd name="csX0" fmla="*/ 21314 w 149195"/>
                <a:gd name="csY0" fmla="*/ 154524 h 175837"/>
                <a:gd name="csX1" fmla="*/ 127882 w 149195"/>
                <a:gd name="csY1" fmla="*/ 154524 h 175837"/>
                <a:gd name="csX2" fmla="*/ 127882 w 149195"/>
                <a:gd name="csY2" fmla="*/ 21314 h 175837"/>
                <a:gd name="csX3" fmla="*/ 21314 w 149195"/>
                <a:gd name="csY3" fmla="*/ 21314 h 175837"/>
                <a:gd name="csX4" fmla="*/ 21314 w 149195"/>
                <a:gd name="csY4" fmla="*/ 154524 h 175837"/>
                <a:gd name="csX5" fmla="*/ 0 w 149195"/>
                <a:gd name="csY5" fmla="*/ 21314 h 175837"/>
                <a:gd name="csX6" fmla="*/ 21314 w 149195"/>
                <a:gd name="csY6" fmla="*/ 0 h 175837"/>
                <a:gd name="csX7" fmla="*/ 127882 w 149195"/>
                <a:gd name="csY7" fmla="*/ 0 h 175837"/>
                <a:gd name="csX8" fmla="*/ 149196 w 149195"/>
                <a:gd name="csY8" fmla="*/ 21314 h 175837"/>
                <a:gd name="csX9" fmla="*/ 149196 w 149195"/>
                <a:gd name="csY9" fmla="*/ 175838 h 175837"/>
                <a:gd name="csX10" fmla="*/ 0 w 149195"/>
                <a:gd name="csY10" fmla="*/ 175838 h 175837"/>
                <a:gd name="csX11" fmla="*/ 0 w 149195"/>
                <a:gd name="csY11" fmla="*/ 21314 h 175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49195" h="175837">
                  <a:moveTo>
                    <a:pt x="21314" y="154524"/>
                  </a:moveTo>
                  <a:lnTo>
                    <a:pt x="127882" y="154524"/>
                  </a:lnTo>
                  <a:lnTo>
                    <a:pt x="127882" y="21314"/>
                  </a:lnTo>
                  <a:lnTo>
                    <a:pt x="21314" y="21314"/>
                  </a:lnTo>
                  <a:lnTo>
                    <a:pt x="21314" y="154524"/>
                  </a:lnTo>
                  <a:close/>
                  <a:moveTo>
                    <a:pt x="0" y="21314"/>
                  </a:moveTo>
                  <a:lnTo>
                    <a:pt x="21314" y="0"/>
                  </a:lnTo>
                  <a:lnTo>
                    <a:pt x="127882" y="0"/>
                  </a:lnTo>
                  <a:lnTo>
                    <a:pt x="149196" y="21314"/>
                  </a:lnTo>
                  <a:lnTo>
                    <a:pt x="149196" y="175838"/>
                  </a:lnTo>
                  <a:lnTo>
                    <a:pt x="0" y="175838"/>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19" name="Freeform 318">
              <a:extLst>
                <a:ext uri="{FF2B5EF4-FFF2-40B4-BE49-F238E27FC236}">
                  <a16:creationId xmlns:a16="http://schemas.microsoft.com/office/drawing/2014/main" id="{953DC759-B992-B304-30B5-5B0E84018F37}"/>
                </a:ext>
              </a:extLst>
            </p:cNvPr>
            <p:cNvSpPr/>
            <p:nvPr/>
          </p:nvSpPr>
          <p:spPr>
            <a:xfrm>
              <a:off x="9888135" y="2262817"/>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0" name="Freeform 319">
              <a:extLst>
                <a:ext uri="{FF2B5EF4-FFF2-40B4-BE49-F238E27FC236}">
                  <a16:creationId xmlns:a16="http://schemas.microsoft.com/office/drawing/2014/main" id="{287DE703-306D-4FDF-DBB2-C7844DB8D837}"/>
                </a:ext>
              </a:extLst>
            </p:cNvPr>
            <p:cNvSpPr/>
            <p:nvPr/>
          </p:nvSpPr>
          <p:spPr>
            <a:xfrm>
              <a:off x="9888135" y="2305444"/>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1" name="Freeform 320">
              <a:extLst>
                <a:ext uri="{FF2B5EF4-FFF2-40B4-BE49-F238E27FC236}">
                  <a16:creationId xmlns:a16="http://schemas.microsoft.com/office/drawing/2014/main" id="{4354E904-334E-17B6-F040-1B2F64359CDF}"/>
                </a:ext>
              </a:extLst>
            </p:cNvPr>
            <p:cNvSpPr/>
            <p:nvPr/>
          </p:nvSpPr>
          <p:spPr>
            <a:xfrm>
              <a:off x="9888135" y="2348071"/>
              <a:ext cx="63940" cy="21313"/>
            </a:xfrm>
            <a:custGeom>
              <a:avLst/>
              <a:gdLst>
                <a:gd name="csX0" fmla="*/ 63941 w 63940"/>
                <a:gd name="csY0" fmla="*/ 0 h 21313"/>
                <a:gd name="csX1" fmla="*/ 63941 w 63940"/>
                <a:gd name="csY1" fmla="*/ 21314 h 21313"/>
                <a:gd name="csX2" fmla="*/ 0 w 63940"/>
                <a:gd name="csY2" fmla="*/ 21314 h 21313"/>
                <a:gd name="csX3" fmla="*/ 0 w 63940"/>
                <a:gd name="csY3" fmla="*/ 0 h 21313"/>
                <a:gd name="csX4" fmla="*/ 63941 w 63940"/>
                <a:gd name="csY4" fmla="*/ 0 h 21313"/>
              </a:gdLst>
              <a:ahLst/>
              <a:cxnLst>
                <a:cxn ang="0">
                  <a:pos x="csX0" y="csY0"/>
                </a:cxn>
                <a:cxn ang="0">
                  <a:pos x="csX1" y="csY1"/>
                </a:cxn>
                <a:cxn ang="0">
                  <a:pos x="csX2" y="csY2"/>
                </a:cxn>
                <a:cxn ang="0">
                  <a:pos x="csX3" y="csY3"/>
                </a:cxn>
                <a:cxn ang="0">
                  <a:pos x="csX4" y="csY4"/>
                </a:cxn>
              </a:cxnLst>
              <a:rect l="l" t="t" r="r" b="b"/>
              <a:pathLst>
                <a:path w="63940" h="21313">
                  <a:moveTo>
                    <a:pt x="63941" y="0"/>
                  </a:moveTo>
                  <a:lnTo>
                    <a:pt x="63941" y="21314"/>
                  </a:lnTo>
                  <a:lnTo>
                    <a:pt x="0" y="21314"/>
                  </a:lnTo>
                  <a:lnTo>
                    <a:pt x="0" y="0"/>
                  </a:lnTo>
                  <a:lnTo>
                    <a:pt x="63941"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22" name="Group 321">
            <a:extLst>
              <a:ext uri="{FF2B5EF4-FFF2-40B4-BE49-F238E27FC236}">
                <a16:creationId xmlns:a16="http://schemas.microsoft.com/office/drawing/2014/main" id="{50FBA530-6348-3610-4F30-7933B4DCC849}"/>
              </a:ext>
            </a:extLst>
          </p:cNvPr>
          <p:cNvGrpSpPr/>
          <p:nvPr userDrawn="1"/>
        </p:nvGrpSpPr>
        <p:grpSpPr>
          <a:xfrm>
            <a:off x="5350389" y="1889288"/>
            <a:ext cx="287809" cy="287734"/>
            <a:chOff x="4708916" y="2193547"/>
            <a:chExt cx="287734" cy="287734"/>
          </a:xfrm>
        </p:grpSpPr>
        <p:sp>
          <p:nvSpPr>
            <p:cNvPr id="323" name="Freeform 322">
              <a:extLst>
                <a:ext uri="{FF2B5EF4-FFF2-40B4-BE49-F238E27FC236}">
                  <a16:creationId xmlns:a16="http://schemas.microsoft.com/office/drawing/2014/main" id="{24577007-D7C7-3314-61BB-D82DA4CD4003}"/>
                </a:ext>
              </a:extLst>
            </p:cNvPr>
            <p:cNvSpPr/>
            <p:nvPr/>
          </p:nvSpPr>
          <p:spPr>
            <a:xfrm>
              <a:off x="4708916" y="2193547"/>
              <a:ext cx="287734" cy="287734"/>
            </a:xfrm>
            <a:custGeom>
              <a:avLst/>
              <a:gdLst>
                <a:gd name="csX0" fmla="*/ 266421 w 287734"/>
                <a:gd name="csY0" fmla="*/ 106568 h 287734"/>
                <a:gd name="csX1" fmla="*/ 181166 w 287734"/>
                <a:gd name="csY1" fmla="*/ 21314 h 287734"/>
                <a:gd name="csX2" fmla="*/ 181166 w 287734"/>
                <a:gd name="csY2" fmla="*/ 0 h 287734"/>
                <a:gd name="csX3" fmla="*/ 287734 w 287734"/>
                <a:gd name="csY3" fmla="*/ 106568 h 287734"/>
                <a:gd name="csX4" fmla="*/ 287734 w 287734"/>
                <a:gd name="csY4" fmla="*/ 266421 h 287734"/>
                <a:gd name="csX5" fmla="*/ 266421 w 287734"/>
                <a:gd name="csY5" fmla="*/ 287734 h 287734"/>
                <a:gd name="csX6" fmla="*/ 106568 w 287734"/>
                <a:gd name="csY6" fmla="*/ 287734 h 287734"/>
                <a:gd name="csX7" fmla="*/ 0 w 287734"/>
                <a:gd name="csY7" fmla="*/ 181166 h 287734"/>
                <a:gd name="csX8" fmla="*/ 0 w 287734"/>
                <a:gd name="csY8" fmla="*/ 21314 h 287734"/>
                <a:gd name="csX9" fmla="*/ 21314 w 287734"/>
                <a:gd name="csY9" fmla="*/ 0 h 287734"/>
                <a:gd name="csX10" fmla="*/ 181166 w 287734"/>
                <a:gd name="csY10" fmla="*/ 0 h 287734"/>
                <a:gd name="csX11" fmla="*/ 181166 w 287734"/>
                <a:gd name="csY11" fmla="*/ 21314 h 287734"/>
                <a:gd name="csX12" fmla="*/ 21314 w 287734"/>
                <a:gd name="csY12" fmla="*/ 21314 h 287734"/>
                <a:gd name="csX13" fmla="*/ 21314 w 287734"/>
                <a:gd name="csY13" fmla="*/ 183351 h 287734"/>
                <a:gd name="csX14" fmla="*/ 104383 w 287734"/>
                <a:gd name="csY14" fmla="*/ 266367 h 287734"/>
                <a:gd name="csX15" fmla="*/ 106568 w 287734"/>
                <a:gd name="csY15" fmla="*/ 266367 h 287734"/>
                <a:gd name="csX16" fmla="*/ 266421 w 287734"/>
                <a:gd name="csY16" fmla="*/ 266367 h 287734"/>
                <a:gd name="csX17" fmla="*/ 266421 w 287734"/>
                <a:gd name="csY17" fmla="*/ 106515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06568"/>
                  </a:moveTo>
                  <a:cubicBezTo>
                    <a:pt x="266421" y="59465"/>
                    <a:pt x="228269" y="21314"/>
                    <a:pt x="181166" y="21314"/>
                  </a:cubicBezTo>
                  <a:lnTo>
                    <a:pt x="181166" y="0"/>
                  </a:lnTo>
                  <a:cubicBezTo>
                    <a:pt x="240045" y="0"/>
                    <a:pt x="287734" y="47689"/>
                    <a:pt x="287734" y="106568"/>
                  </a:cubicBezTo>
                  <a:lnTo>
                    <a:pt x="287734" y="266421"/>
                  </a:lnTo>
                  <a:lnTo>
                    <a:pt x="266421" y="287734"/>
                  </a:lnTo>
                  <a:lnTo>
                    <a:pt x="106568" y="287734"/>
                  </a:lnTo>
                  <a:cubicBezTo>
                    <a:pt x="47689" y="287734"/>
                    <a:pt x="0" y="240045"/>
                    <a:pt x="0" y="181166"/>
                  </a:cubicBezTo>
                  <a:lnTo>
                    <a:pt x="0" y="21314"/>
                  </a:lnTo>
                  <a:lnTo>
                    <a:pt x="21314" y="0"/>
                  </a:lnTo>
                  <a:lnTo>
                    <a:pt x="181166" y="0"/>
                  </a:lnTo>
                  <a:lnTo>
                    <a:pt x="181166" y="21314"/>
                  </a:lnTo>
                  <a:lnTo>
                    <a:pt x="21314" y="21314"/>
                  </a:lnTo>
                  <a:lnTo>
                    <a:pt x="21314" y="183351"/>
                  </a:lnTo>
                  <a:cubicBezTo>
                    <a:pt x="22486" y="228696"/>
                    <a:pt x="59039" y="265248"/>
                    <a:pt x="104383" y="266367"/>
                  </a:cubicBezTo>
                  <a:lnTo>
                    <a:pt x="106568" y="266367"/>
                  </a:lnTo>
                  <a:cubicBezTo>
                    <a:pt x="106568" y="266367"/>
                    <a:pt x="266421" y="266367"/>
                    <a:pt x="266421" y="266367"/>
                  </a:cubicBezTo>
                  <a:lnTo>
                    <a:pt x="266421" y="10651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4" name="Freeform 323">
              <a:extLst>
                <a:ext uri="{FF2B5EF4-FFF2-40B4-BE49-F238E27FC236}">
                  <a16:creationId xmlns:a16="http://schemas.microsoft.com/office/drawing/2014/main" id="{09FA6488-410F-8B22-93C9-A7C9D288E231}"/>
                </a:ext>
              </a:extLst>
            </p:cNvPr>
            <p:cNvSpPr/>
            <p:nvPr/>
          </p:nvSpPr>
          <p:spPr>
            <a:xfrm>
              <a:off x="4804827" y="2289459"/>
              <a:ext cx="191822" cy="191822"/>
            </a:xfrm>
            <a:custGeom>
              <a:avLst/>
              <a:gdLst>
                <a:gd name="csX0" fmla="*/ 170509 w 191822"/>
                <a:gd name="csY0" fmla="*/ 63941 h 191822"/>
                <a:gd name="csX1" fmla="*/ 127882 w 191822"/>
                <a:gd name="csY1" fmla="*/ 21314 h 191822"/>
                <a:gd name="csX2" fmla="*/ 127882 w 191822"/>
                <a:gd name="csY2" fmla="*/ 0 h 191822"/>
                <a:gd name="csX3" fmla="*/ 191823 w 191822"/>
                <a:gd name="csY3" fmla="*/ 63941 h 191822"/>
                <a:gd name="csX4" fmla="*/ 191823 w 191822"/>
                <a:gd name="csY4" fmla="*/ 170509 h 191822"/>
                <a:gd name="csX5" fmla="*/ 170509 w 191822"/>
                <a:gd name="csY5" fmla="*/ 191823 h 191822"/>
                <a:gd name="csX6" fmla="*/ 63941 w 191822"/>
                <a:gd name="csY6" fmla="*/ 191823 h 191822"/>
                <a:gd name="csX7" fmla="*/ 0 w 191822"/>
                <a:gd name="csY7" fmla="*/ 127882 h 191822"/>
                <a:gd name="csX8" fmla="*/ 0 w 191822"/>
                <a:gd name="csY8" fmla="*/ 0 h 191822"/>
                <a:gd name="csX9" fmla="*/ 127882 w 191822"/>
                <a:gd name="csY9" fmla="*/ 0 h 191822"/>
                <a:gd name="csX10" fmla="*/ 127882 w 191822"/>
                <a:gd name="csY10" fmla="*/ 21314 h 191822"/>
                <a:gd name="csX11" fmla="*/ 21314 w 191822"/>
                <a:gd name="csY11" fmla="*/ 21314 h 191822"/>
                <a:gd name="csX12" fmla="*/ 21314 w 191822"/>
                <a:gd name="csY12" fmla="*/ 130067 h 191822"/>
                <a:gd name="csX13" fmla="*/ 61756 w 191822"/>
                <a:gd name="csY13" fmla="*/ 170456 h 191822"/>
                <a:gd name="csX14" fmla="*/ 63941 w 191822"/>
                <a:gd name="csY14" fmla="*/ 170456 h 191822"/>
                <a:gd name="csX15" fmla="*/ 170509 w 191822"/>
                <a:gd name="csY15" fmla="*/ 170509 h 191822"/>
                <a:gd name="csX16" fmla="*/ 170509 w 191822"/>
                <a:gd name="csY16" fmla="*/ 63941 h 1918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91822" h="191822">
                  <a:moveTo>
                    <a:pt x="170509" y="63941"/>
                  </a:moveTo>
                  <a:cubicBezTo>
                    <a:pt x="170509" y="40389"/>
                    <a:pt x="151433" y="21314"/>
                    <a:pt x="127882" y="21314"/>
                  </a:cubicBezTo>
                  <a:lnTo>
                    <a:pt x="127882" y="0"/>
                  </a:lnTo>
                  <a:cubicBezTo>
                    <a:pt x="163209" y="0"/>
                    <a:pt x="191823" y="28614"/>
                    <a:pt x="191823" y="63941"/>
                  </a:cubicBezTo>
                  <a:lnTo>
                    <a:pt x="191823" y="170509"/>
                  </a:lnTo>
                  <a:lnTo>
                    <a:pt x="170509" y="191823"/>
                  </a:lnTo>
                  <a:lnTo>
                    <a:pt x="63941" y="191823"/>
                  </a:lnTo>
                  <a:cubicBezTo>
                    <a:pt x="28614" y="191823"/>
                    <a:pt x="0" y="163209"/>
                    <a:pt x="0" y="127882"/>
                  </a:cubicBezTo>
                  <a:lnTo>
                    <a:pt x="0" y="0"/>
                  </a:lnTo>
                  <a:lnTo>
                    <a:pt x="127882" y="0"/>
                  </a:lnTo>
                  <a:lnTo>
                    <a:pt x="127882" y="21314"/>
                  </a:lnTo>
                  <a:lnTo>
                    <a:pt x="21314" y="21314"/>
                  </a:lnTo>
                  <a:lnTo>
                    <a:pt x="21314" y="130067"/>
                  </a:lnTo>
                  <a:cubicBezTo>
                    <a:pt x="22486" y="151860"/>
                    <a:pt x="39963" y="169337"/>
                    <a:pt x="61756" y="170456"/>
                  </a:cubicBezTo>
                  <a:lnTo>
                    <a:pt x="63941" y="170456"/>
                  </a:lnTo>
                  <a:cubicBezTo>
                    <a:pt x="63941" y="170456"/>
                    <a:pt x="170509" y="170509"/>
                    <a:pt x="170509" y="170509"/>
                  </a:cubicBezTo>
                  <a:lnTo>
                    <a:pt x="170509" y="6394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25" name="Group 324">
            <a:extLst>
              <a:ext uri="{FF2B5EF4-FFF2-40B4-BE49-F238E27FC236}">
                <a16:creationId xmlns:a16="http://schemas.microsoft.com/office/drawing/2014/main" id="{08988A7A-D8F2-FC8A-E223-404EA48ACAAF}"/>
              </a:ext>
            </a:extLst>
          </p:cNvPr>
          <p:cNvGrpSpPr/>
          <p:nvPr userDrawn="1"/>
        </p:nvGrpSpPr>
        <p:grpSpPr>
          <a:xfrm>
            <a:off x="1853636" y="1889288"/>
            <a:ext cx="287809" cy="287734"/>
            <a:chOff x="1597121" y="2193547"/>
            <a:chExt cx="287734" cy="287734"/>
          </a:xfrm>
        </p:grpSpPr>
        <p:sp>
          <p:nvSpPr>
            <p:cNvPr id="326" name="Freeform 325">
              <a:extLst>
                <a:ext uri="{FF2B5EF4-FFF2-40B4-BE49-F238E27FC236}">
                  <a16:creationId xmlns:a16="http://schemas.microsoft.com/office/drawing/2014/main" id="{00B5C97D-6BD6-ACF6-FF3E-FEEB05358832}"/>
                </a:ext>
              </a:extLst>
            </p:cNvPr>
            <p:cNvSpPr/>
            <p:nvPr/>
          </p:nvSpPr>
          <p:spPr>
            <a:xfrm>
              <a:off x="1597121" y="2193547"/>
              <a:ext cx="287734" cy="287734"/>
            </a:xfrm>
            <a:custGeom>
              <a:avLst/>
              <a:gdLst>
                <a:gd name="csX0" fmla="*/ 0 w 287734"/>
                <a:gd name="csY0" fmla="*/ 21314 h 287734"/>
                <a:gd name="csX1" fmla="*/ 0 w 287734"/>
                <a:gd name="csY1" fmla="*/ 266421 h 287734"/>
                <a:gd name="csX2" fmla="*/ 21314 w 287734"/>
                <a:gd name="csY2" fmla="*/ 287734 h 287734"/>
                <a:gd name="csX3" fmla="*/ 79926 w 287734"/>
                <a:gd name="csY3" fmla="*/ 287734 h 287734"/>
                <a:gd name="csX4" fmla="*/ 79926 w 287734"/>
                <a:gd name="csY4" fmla="*/ 266421 h 287734"/>
                <a:gd name="csX5" fmla="*/ 21314 w 287734"/>
                <a:gd name="csY5" fmla="*/ 266421 h 287734"/>
                <a:gd name="csX6" fmla="*/ 21314 w 287734"/>
                <a:gd name="csY6" fmla="*/ 21314 h 287734"/>
                <a:gd name="csX7" fmla="*/ 266421 w 287734"/>
                <a:gd name="csY7" fmla="*/ 21314 h 287734"/>
                <a:gd name="csX8" fmla="*/ 266421 w 287734"/>
                <a:gd name="csY8" fmla="*/ 79926 h 287734"/>
                <a:gd name="csX9" fmla="*/ 287734 w 287734"/>
                <a:gd name="csY9" fmla="*/ 79926 h 287734"/>
                <a:gd name="csX10" fmla="*/ 287734 w 287734"/>
                <a:gd name="csY10" fmla="*/ 21314 h 287734"/>
                <a:gd name="csX11" fmla="*/ 266421 w 287734"/>
                <a:gd name="csY11" fmla="*/ 0 h 287734"/>
                <a:gd name="csX12" fmla="*/ 21314 w 287734"/>
                <a:gd name="csY12" fmla="*/ 0 h 287734"/>
                <a:gd name="csX13" fmla="*/ 0 w 287734"/>
                <a:gd name="csY13" fmla="*/ 21314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7734" h="287734">
                  <a:moveTo>
                    <a:pt x="0" y="21314"/>
                  </a:moveTo>
                  <a:lnTo>
                    <a:pt x="0" y="266421"/>
                  </a:lnTo>
                  <a:lnTo>
                    <a:pt x="21314" y="287734"/>
                  </a:lnTo>
                  <a:lnTo>
                    <a:pt x="79926" y="287734"/>
                  </a:lnTo>
                  <a:lnTo>
                    <a:pt x="79926" y="266421"/>
                  </a:lnTo>
                  <a:lnTo>
                    <a:pt x="21314" y="266421"/>
                  </a:lnTo>
                  <a:lnTo>
                    <a:pt x="21314" y="21314"/>
                  </a:lnTo>
                  <a:lnTo>
                    <a:pt x="266421" y="21314"/>
                  </a:lnTo>
                  <a:lnTo>
                    <a:pt x="266421" y="79926"/>
                  </a:lnTo>
                  <a:lnTo>
                    <a:pt x="287734" y="79926"/>
                  </a:lnTo>
                  <a:lnTo>
                    <a:pt x="287734" y="21314"/>
                  </a:lnTo>
                  <a:lnTo>
                    <a:pt x="266421" y="0"/>
                  </a:lnTo>
                  <a:lnTo>
                    <a:pt x="21314" y="0"/>
                  </a:lnTo>
                  <a:lnTo>
                    <a:pt x="0" y="21314"/>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7" name="Freeform 326">
              <a:extLst>
                <a:ext uri="{FF2B5EF4-FFF2-40B4-BE49-F238E27FC236}">
                  <a16:creationId xmlns:a16="http://schemas.microsoft.com/office/drawing/2014/main" id="{D7D1BAEE-A9EB-6807-729F-4DEA25A88F87}"/>
                </a:ext>
              </a:extLst>
            </p:cNvPr>
            <p:cNvSpPr/>
            <p:nvPr/>
          </p:nvSpPr>
          <p:spPr>
            <a:xfrm>
              <a:off x="1709018" y="2305444"/>
              <a:ext cx="175837" cy="175837"/>
            </a:xfrm>
            <a:custGeom>
              <a:avLst/>
              <a:gdLst>
                <a:gd name="csX0" fmla="*/ 175838 w 175837"/>
                <a:gd name="csY0" fmla="*/ 0 h 175837"/>
                <a:gd name="csX1" fmla="*/ 0 w 175837"/>
                <a:gd name="csY1" fmla="*/ 175838 h 175837"/>
                <a:gd name="csX2" fmla="*/ 21314 w 175837"/>
                <a:gd name="csY2" fmla="*/ 175838 h 175837"/>
                <a:gd name="csX3" fmla="*/ 175838 w 175837"/>
                <a:gd name="csY3" fmla="*/ 21314 h 175837"/>
                <a:gd name="csX4" fmla="*/ 175838 w 175837"/>
                <a:gd name="csY4" fmla="*/ 0 h 175837"/>
              </a:gdLst>
              <a:ahLst/>
              <a:cxnLst>
                <a:cxn ang="0">
                  <a:pos x="csX0" y="csY0"/>
                </a:cxn>
                <a:cxn ang="0">
                  <a:pos x="csX1" y="csY1"/>
                </a:cxn>
                <a:cxn ang="0">
                  <a:pos x="csX2" y="csY2"/>
                </a:cxn>
                <a:cxn ang="0">
                  <a:pos x="csX3" y="csY3"/>
                </a:cxn>
                <a:cxn ang="0">
                  <a:pos x="csX4" y="csY4"/>
                </a:cxn>
              </a:cxnLst>
              <a:rect l="l" t="t" r="r" b="b"/>
              <a:pathLst>
                <a:path w="175837" h="175837">
                  <a:moveTo>
                    <a:pt x="175838" y="0"/>
                  </a:moveTo>
                  <a:cubicBezTo>
                    <a:pt x="78701" y="0"/>
                    <a:pt x="0" y="78701"/>
                    <a:pt x="0" y="175838"/>
                  </a:cubicBezTo>
                  <a:lnTo>
                    <a:pt x="21314" y="175838"/>
                  </a:lnTo>
                  <a:cubicBezTo>
                    <a:pt x="21314" y="90476"/>
                    <a:pt x="90476" y="21314"/>
                    <a:pt x="175838" y="21314"/>
                  </a:cubicBezTo>
                  <a:lnTo>
                    <a:pt x="175838"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8" name="Freeform 327">
              <a:extLst>
                <a:ext uri="{FF2B5EF4-FFF2-40B4-BE49-F238E27FC236}">
                  <a16:creationId xmlns:a16="http://schemas.microsoft.com/office/drawing/2014/main" id="{61F8FC6C-636C-F0BD-4B75-65263DAF25D5}"/>
                </a:ext>
              </a:extLst>
            </p:cNvPr>
            <p:cNvSpPr/>
            <p:nvPr/>
          </p:nvSpPr>
          <p:spPr>
            <a:xfrm>
              <a:off x="1762302" y="2358728"/>
              <a:ext cx="122553" cy="122553"/>
            </a:xfrm>
            <a:custGeom>
              <a:avLst/>
              <a:gdLst>
                <a:gd name="csX0" fmla="*/ 122554 w 122553"/>
                <a:gd name="csY0" fmla="*/ 0 h 122553"/>
                <a:gd name="csX1" fmla="*/ 0 w 122553"/>
                <a:gd name="csY1" fmla="*/ 122554 h 122553"/>
                <a:gd name="csX2" fmla="*/ 21314 w 122553"/>
                <a:gd name="csY2" fmla="*/ 122554 h 122553"/>
                <a:gd name="csX3" fmla="*/ 122554 w 122553"/>
                <a:gd name="csY3" fmla="*/ 21314 h 122553"/>
                <a:gd name="csX4" fmla="*/ 122554 w 122553"/>
                <a:gd name="csY4" fmla="*/ 0 h 122553"/>
              </a:gdLst>
              <a:ahLst/>
              <a:cxnLst>
                <a:cxn ang="0">
                  <a:pos x="csX0" y="csY0"/>
                </a:cxn>
                <a:cxn ang="0">
                  <a:pos x="csX1" y="csY1"/>
                </a:cxn>
                <a:cxn ang="0">
                  <a:pos x="csX2" y="csY2"/>
                </a:cxn>
                <a:cxn ang="0">
                  <a:pos x="csX3" y="csY3"/>
                </a:cxn>
                <a:cxn ang="0">
                  <a:pos x="csX4" y="csY4"/>
                </a:cxn>
              </a:cxnLst>
              <a:rect l="l" t="t" r="r" b="b"/>
              <a:pathLst>
                <a:path w="122553" h="122553">
                  <a:moveTo>
                    <a:pt x="122554" y="0"/>
                  </a:moveTo>
                  <a:cubicBezTo>
                    <a:pt x="54883" y="0"/>
                    <a:pt x="0" y="54883"/>
                    <a:pt x="0" y="122554"/>
                  </a:cubicBezTo>
                  <a:lnTo>
                    <a:pt x="21314" y="122554"/>
                  </a:lnTo>
                  <a:cubicBezTo>
                    <a:pt x="21314" y="66658"/>
                    <a:pt x="66658" y="21314"/>
                    <a:pt x="122554" y="21314"/>
                  </a:cubicBezTo>
                  <a:lnTo>
                    <a:pt x="122554"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29" name="Freeform 328">
              <a:extLst>
                <a:ext uri="{FF2B5EF4-FFF2-40B4-BE49-F238E27FC236}">
                  <a16:creationId xmlns:a16="http://schemas.microsoft.com/office/drawing/2014/main" id="{FECB6E16-CE7E-69B1-90DD-15988E437B4F}"/>
                </a:ext>
              </a:extLst>
            </p:cNvPr>
            <p:cNvSpPr/>
            <p:nvPr/>
          </p:nvSpPr>
          <p:spPr>
            <a:xfrm>
              <a:off x="1815586" y="2412012"/>
              <a:ext cx="69269" cy="69269"/>
            </a:xfrm>
            <a:custGeom>
              <a:avLst/>
              <a:gdLst>
                <a:gd name="csX0" fmla="*/ 69269 w 69269"/>
                <a:gd name="csY0" fmla="*/ 0 h 69269"/>
                <a:gd name="csX1" fmla="*/ 0 w 69269"/>
                <a:gd name="csY1" fmla="*/ 69269 h 69269"/>
                <a:gd name="csX2" fmla="*/ 21314 w 69269"/>
                <a:gd name="csY2" fmla="*/ 69269 h 69269"/>
                <a:gd name="csX3" fmla="*/ 69269 w 69269"/>
                <a:gd name="csY3" fmla="*/ 21314 h 69269"/>
                <a:gd name="csX4" fmla="*/ 69269 w 69269"/>
                <a:gd name="csY4" fmla="*/ 0 h 69269"/>
              </a:gdLst>
              <a:ahLst/>
              <a:cxnLst>
                <a:cxn ang="0">
                  <a:pos x="csX0" y="csY0"/>
                </a:cxn>
                <a:cxn ang="0">
                  <a:pos x="csX1" y="csY1"/>
                </a:cxn>
                <a:cxn ang="0">
                  <a:pos x="csX2" y="csY2"/>
                </a:cxn>
                <a:cxn ang="0">
                  <a:pos x="csX3" y="csY3"/>
                </a:cxn>
                <a:cxn ang="0">
                  <a:pos x="csX4" y="csY4"/>
                </a:cxn>
              </a:cxnLst>
              <a:rect l="l" t="t" r="r" b="b"/>
              <a:pathLst>
                <a:path w="69269" h="69269">
                  <a:moveTo>
                    <a:pt x="69269" y="0"/>
                  </a:moveTo>
                  <a:cubicBezTo>
                    <a:pt x="31011" y="0"/>
                    <a:pt x="0" y="31011"/>
                    <a:pt x="0" y="69269"/>
                  </a:cubicBezTo>
                  <a:lnTo>
                    <a:pt x="21314" y="69269"/>
                  </a:lnTo>
                  <a:cubicBezTo>
                    <a:pt x="21314" y="42787"/>
                    <a:pt x="42787" y="21314"/>
                    <a:pt x="69269" y="21314"/>
                  </a:cubicBezTo>
                  <a:lnTo>
                    <a:pt x="69269"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0" name="Group 329">
            <a:extLst>
              <a:ext uri="{FF2B5EF4-FFF2-40B4-BE49-F238E27FC236}">
                <a16:creationId xmlns:a16="http://schemas.microsoft.com/office/drawing/2014/main" id="{EA41F3B4-ADA3-768B-0ABF-D22627A14919}"/>
              </a:ext>
            </a:extLst>
          </p:cNvPr>
          <p:cNvGrpSpPr/>
          <p:nvPr userDrawn="1"/>
        </p:nvGrpSpPr>
        <p:grpSpPr>
          <a:xfrm>
            <a:off x="11123236" y="5725746"/>
            <a:ext cx="287809" cy="285922"/>
            <a:chOff x="9840179" y="6030005"/>
            <a:chExt cx="287734" cy="285922"/>
          </a:xfrm>
        </p:grpSpPr>
        <p:sp>
          <p:nvSpPr>
            <p:cNvPr id="331" name="Freeform 330">
              <a:extLst>
                <a:ext uri="{FF2B5EF4-FFF2-40B4-BE49-F238E27FC236}">
                  <a16:creationId xmlns:a16="http://schemas.microsoft.com/office/drawing/2014/main" id="{7EDDA328-6906-E71C-D27E-693F4F8C7061}"/>
                </a:ext>
              </a:extLst>
            </p:cNvPr>
            <p:cNvSpPr/>
            <p:nvPr/>
          </p:nvSpPr>
          <p:spPr>
            <a:xfrm>
              <a:off x="9840179" y="6133536"/>
              <a:ext cx="287734" cy="182391"/>
            </a:xfrm>
            <a:custGeom>
              <a:avLst/>
              <a:gdLst>
                <a:gd name="csX0" fmla="*/ 280488 w 287734"/>
                <a:gd name="csY0" fmla="*/ 32663 h 182391"/>
                <a:gd name="csX1" fmla="*/ 287734 w 287734"/>
                <a:gd name="csY1" fmla="*/ 35913 h 182391"/>
                <a:gd name="csX2" fmla="*/ 287734 w 287734"/>
                <a:gd name="csY2" fmla="*/ 68470 h 182391"/>
                <a:gd name="csX3" fmla="*/ 280062 w 287734"/>
                <a:gd name="csY3" fmla="*/ 71721 h 182391"/>
                <a:gd name="csX4" fmla="*/ 260880 w 287734"/>
                <a:gd name="csY4" fmla="*/ 79873 h 182391"/>
                <a:gd name="csX5" fmla="*/ 280168 w 287734"/>
                <a:gd name="csY5" fmla="*/ 88132 h 182391"/>
                <a:gd name="csX6" fmla="*/ 287734 w 287734"/>
                <a:gd name="csY6" fmla="*/ 91382 h 182391"/>
                <a:gd name="csX7" fmla="*/ 287734 w 287734"/>
                <a:gd name="csY7" fmla="*/ 124259 h 182391"/>
                <a:gd name="csX8" fmla="*/ 279742 w 287734"/>
                <a:gd name="csY8" fmla="*/ 127509 h 182391"/>
                <a:gd name="csX9" fmla="*/ 151860 w 287734"/>
                <a:gd name="csY9" fmla="*/ 179195 h 182391"/>
                <a:gd name="csX10" fmla="*/ 143867 w 287734"/>
                <a:gd name="csY10" fmla="*/ 182392 h 182391"/>
                <a:gd name="csX11" fmla="*/ 135875 w 287734"/>
                <a:gd name="csY11" fmla="*/ 179195 h 182391"/>
                <a:gd name="csX12" fmla="*/ 7993 w 287734"/>
                <a:gd name="csY12" fmla="*/ 127509 h 182391"/>
                <a:gd name="csX13" fmla="*/ 0 w 287734"/>
                <a:gd name="csY13" fmla="*/ 124259 h 182391"/>
                <a:gd name="csX14" fmla="*/ 0 w 287734"/>
                <a:gd name="csY14" fmla="*/ 91382 h 182391"/>
                <a:gd name="csX15" fmla="*/ 7567 w 287734"/>
                <a:gd name="csY15" fmla="*/ 88132 h 182391"/>
                <a:gd name="csX16" fmla="*/ 26855 w 287734"/>
                <a:gd name="csY16" fmla="*/ 79873 h 182391"/>
                <a:gd name="csX17" fmla="*/ 7673 w 287734"/>
                <a:gd name="csY17" fmla="*/ 71721 h 182391"/>
                <a:gd name="csX18" fmla="*/ 0 w 287734"/>
                <a:gd name="csY18" fmla="*/ 68470 h 182391"/>
                <a:gd name="csX19" fmla="*/ 0 w 287734"/>
                <a:gd name="csY19" fmla="*/ 35913 h 182391"/>
                <a:gd name="csX20" fmla="*/ 7247 w 287734"/>
                <a:gd name="csY20" fmla="*/ 32663 h 182391"/>
                <a:gd name="csX21" fmla="*/ 79660 w 287734"/>
                <a:gd name="csY21" fmla="*/ 0 h 182391"/>
                <a:gd name="csX22" fmla="*/ 89145 w 287734"/>
                <a:gd name="csY22" fmla="*/ 19129 h 182391"/>
                <a:gd name="csX23" fmla="*/ 15985 w 287734"/>
                <a:gd name="csY23" fmla="*/ 52112 h 182391"/>
                <a:gd name="csX24" fmla="*/ 143867 w 287734"/>
                <a:gd name="csY24" fmla="*/ 106355 h 182391"/>
                <a:gd name="csX25" fmla="*/ 271749 w 287734"/>
                <a:gd name="csY25" fmla="*/ 52112 h 182391"/>
                <a:gd name="csX26" fmla="*/ 198590 w 287734"/>
                <a:gd name="csY26" fmla="*/ 19129 h 182391"/>
                <a:gd name="csX27" fmla="*/ 208075 w 287734"/>
                <a:gd name="csY27" fmla="*/ 0 h 182391"/>
                <a:gd name="csX28" fmla="*/ 280488 w 287734"/>
                <a:gd name="csY28" fmla="*/ 32663 h 182391"/>
                <a:gd name="csX29" fmla="*/ 152180 w 287734"/>
                <a:gd name="csY29" fmla="*/ 125964 h 182391"/>
                <a:gd name="csX30" fmla="*/ 143867 w 287734"/>
                <a:gd name="csY30" fmla="*/ 129480 h 182391"/>
                <a:gd name="csX31" fmla="*/ 135555 w 287734"/>
                <a:gd name="csY31" fmla="*/ 125964 h 182391"/>
                <a:gd name="csX32" fmla="*/ 54030 w 287734"/>
                <a:gd name="csY32" fmla="*/ 91382 h 182391"/>
                <a:gd name="csX33" fmla="*/ 15985 w 287734"/>
                <a:gd name="csY33" fmla="*/ 107687 h 182391"/>
                <a:gd name="csX34" fmla="*/ 143867 w 287734"/>
                <a:gd name="csY34" fmla="*/ 159373 h 182391"/>
                <a:gd name="csX35" fmla="*/ 271749 w 287734"/>
                <a:gd name="csY35" fmla="*/ 107687 h 182391"/>
                <a:gd name="csX36" fmla="*/ 233705 w 287734"/>
                <a:gd name="csY36" fmla="*/ 91329 h 182391"/>
                <a:gd name="csX37" fmla="*/ 152180 w 287734"/>
                <a:gd name="csY37" fmla="*/ 125910 h 1823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87734" h="182391">
                  <a:moveTo>
                    <a:pt x="280488" y="32663"/>
                  </a:moveTo>
                  <a:lnTo>
                    <a:pt x="287734" y="35913"/>
                  </a:lnTo>
                  <a:lnTo>
                    <a:pt x="287734" y="68470"/>
                  </a:lnTo>
                  <a:lnTo>
                    <a:pt x="280062" y="71721"/>
                  </a:lnTo>
                  <a:lnTo>
                    <a:pt x="260880" y="79873"/>
                  </a:lnTo>
                  <a:lnTo>
                    <a:pt x="280168" y="88132"/>
                  </a:lnTo>
                  <a:lnTo>
                    <a:pt x="287734" y="91382"/>
                  </a:lnTo>
                  <a:lnTo>
                    <a:pt x="287734" y="124259"/>
                  </a:lnTo>
                  <a:lnTo>
                    <a:pt x="279742" y="127509"/>
                  </a:lnTo>
                  <a:lnTo>
                    <a:pt x="151860" y="179195"/>
                  </a:lnTo>
                  <a:lnTo>
                    <a:pt x="143867" y="182392"/>
                  </a:lnTo>
                  <a:lnTo>
                    <a:pt x="135875" y="179195"/>
                  </a:lnTo>
                  <a:lnTo>
                    <a:pt x="7993" y="127509"/>
                  </a:lnTo>
                  <a:lnTo>
                    <a:pt x="0" y="124259"/>
                  </a:lnTo>
                  <a:lnTo>
                    <a:pt x="0" y="91382"/>
                  </a:lnTo>
                  <a:lnTo>
                    <a:pt x="7567" y="88132"/>
                  </a:lnTo>
                  <a:lnTo>
                    <a:pt x="26855" y="79873"/>
                  </a:lnTo>
                  <a:lnTo>
                    <a:pt x="7673" y="71721"/>
                  </a:lnTo>
                  <a:lnTo>
                    <a:pt x="0" y="68470"/>
                  </a:lnTo>
                  <a:lnTo>
                    <a:pt x="0" y="35913"/>
                  </a:lnTo>
                  <a:lnTo>
                    <a:pt x="7247" y="32663"/>
                  </a:lnTo>
                  <a:lnTo>
                    <a:pt x="79660" y="0"/>
                  </a:lnTo>
                  <a:cubicBezTo>
                    <a:pt x="82058" y="6661"/>
                    <a:pt x="85255" y="13001"/>
                    <a:pt x="89145" y="19129"/>
                  </a:cubicBezTo>
                  <a:lnTo>
                    <a:pt x="15985" y="52112"/>
                  </a:lnTo>
                  <a:lnTo>
                    <a:pt x="143867" y="106355"/>
                  </a:lnTo>
                  <a:lnTo>
                    <a:pt x="271749" y="52112"/>
                  </a:lnTo>
                  <a:lnTo>
                    <a:pt x="198590" y="19129"/>
                  </a:lnTo>
                  <a:cubicBezTo>
                    <a:pt x="202480" y="13001"/>
                    <a:pt x="205677" y="6661"/>
                    <a:pt x="208075" y="0"/>
                  </a:cubicBezTo>
                  <a:lnTo>
                    <a:pt x="280488" y="32663"/>
                  </a:lnTo>
                  <a:close/>
                  <a:moveTo>
                    <a:pt x="152180" y="125964"/>
                  </a:moveTo>
                  <a:lnTo>
                    <a:pt x="143867" y="129480"/>
                  </a:lnTo>
                  <a:lnTo>
                    <a:pt x="135555" y="125964"/>
                  </a:lnTo>
                  <a:lnTo>
                    <a:pt x="54030" y="91382"/>
                  </a:lnTo>
                  <a:lnTo>
                    <a:pt x="15985" y="107687"/>
                  </a:lnTo>
                  <a:lnTo>
                    <a:pt x="143867" y="159373"/>
                  </a:lnTo>
                  <a:lnTo>
                    <a:pt x="271749" y="107687"/>
                  </a:lnTo>
                  <a:lnTo>
                    <a:pt x="233705" y="91329"/>
                  </a:lnTo>
                  <a:lnTo>
                    <a:pt x="152180" y="12591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2" name="Freeform 331">
              <a:extLst>
                <a:ext uri="{FF2B5EF4-FFF2-40B4-BE49-F238E27FC236}">
                  <a16:creationId xmlns:a16="http://schemas.microsoft.com/office/drawing/2014/main" id="{5B31E90D-2EE9-AD73-D53F-21C9FFF384E7}"/>
                </a:ext>
              </a:extLst>
            </p:cNvPr>
            <p:cNvSpPr/>
            <p:nvPr/>
          </p:nvSpPr>
          <p:spPr>
            <a:xfrm>
              <a:off x="9946747" y="6072633"/>
              <a:ext cx="74597" cy="74597"/>
            </a:xfrm>
            <a:custGeom>
              <a:avLst/>
              <a:gdLst>
                <a:gd name="csX0" fmla="*/ 53284 w 74597"/>
                <a:gd name="csY0" fmla="*/ 37299 h 74597"/>
                <a:gd name="csX1" fmla="*/ 37299 w 74597"/>
                <a:gd name="csY1" fmla="*/ 21314 h 74597"/>
                <a:gd name="csX2" fmla="*/ 21314 w 74597"/>
                <a:gd name="csY2" fmla="*/ 37299 h 74597"/>
                <a:gd name="csX3" fmla="*/ 37299 w 74597"/>
                <a:gd name="csY3" fmla="*/ 53284 h 74597"/>
                <a:gd name="csX4" fmla="*/ 53284 w 74597"/>
                <a:gd name="csY4" fmla="*/ 37299 h 74597"/>
                <a:gd name="csX5" fmla="*/ 74598 w 74597"/>
                <a:gd name="csY5" fmla="*/ 37299 h 74597"/>
                <a:gd name="csX6" fmla="*/ 37299 w 74597"/>
                <a:gd name="csY6" fmla="*/ 74598 h 74597"/>
                <a:gd name="csX7" fmla="*/ 0 w 74597"/>
                <a:gd name="csY7" fmla="*/ 37299 h 74597"/>
                <a:gd name="csX8" fmla="*/ 37299 w 74597"/>
                <a:gd name="csY8" fmla="*/ 0 h 74597"/>
                <a:gd name="csX9" fmla="*/ 74598 w 74597"/>
                <a:gd name="csY9" fmla="*/ 37299 h 745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4597" h="74597">
                  <a:moveTo>
                    <a:pt x="53284" y="37299"/>
                  </a:moveTo>
                  <a:cubicBezTo>
                    <a:pt x="53284" y="28454"/>
                    <a:pt x="46144" y="21314"/>
                    <a:pt x="37299" y="21314"/>
                  </a:cubicBezTo>
                  <a:cubicBezTo>
                    <a:pt x="28454" y="21314"/>
                    <a:pt x="21314" y="28454"/>
                    <a:pt x="21314" y="37299"/>
                  </a:cubicBezTo>
                  <a:cubicBezTo>
                    <a:pt x="21314" y="46144"/>
                    <a:pt x="28454" y="53284"/>
                    <a:pt x="37299" y="53284"/>
                  </a:cubicBezTo>
                  <a:cubicBezTo>
                    <a:pt x="46144" y="53284"/>
                    <a:pt x="53284" y="46144"/>
                    <a:pt x="53284" y="37299"/>
                  </a:cubicBezTo>
                  <a:close/>
                  <a:moveTo>
                    <a:pt x="74598" y="37299"/>
                  </a:moveTo>
                  <a:cubicBezTo>
                    <a:pt x="74598" y="57920"/>
                    <a:pt x="57920" y="74598"/>
                    <a:pt x="37299" y="74598"/>
                  </a:cubicBezTo>
                  <a:cubicBezTo>
                    <a:pt x="16678" y="74598"/>
                    <a:pt x="0" y="57920"/>
                    <a:pt x="0" y="37299"/>
                  </a:cubicBezTo>
                  <a:cubicBezTo>
                    <a:pt x="0" y="16678"/>
                    <a:pt x="16678" y="0"/>
                    <a:pt x="37299" y="0"/>
                  </a:cubicBezTo>
                  <a:cubicBezTo>
                    <a:pt x="57920" y="0"/>
                    <a:pt x="74598" y="16678"/>
                    <a:pt x="74598" y="372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3" name="Freeform 332">
              <a:extLst>
                <a:ext uri="{FF2B5EF4-FFF2-40B4-BE49-F238E27FC236}">
                  <a16:creationId xmlns:a16="http://schemas.microsoft.com/office/drawing/2014/main" id="{A2F15121-E8A7-E7E3-E614-62139CBAA9B6}"/>
                </a:ext>
              </a:extLst>
            </p:cNvPr>
            <p:cNvSpPr/>
            <p:nvPr/>
          </p:nvSpPr>
          <p:spPr>
            <a:xfrm>
              <a:off x="9904120" y="6030005"/>
              <a:ext cx="159852" cy="189052"/>
            </a:xfrm>
            <a:custGeom>
              <a:avLst/>
              <a:gdLst>
                <a:gd name="csX0" fmla="*/ 138539 w 159852"/>
                <a:gd name="csY0" fmla="*/ 74171 h 189052"/>
                <a:gd name="csX1" fmla="*/ 79926 w 159852"/>
                <a:gd name="csY1" fmla="*/ 21314 h 189052"/>
                <a:gd name="csX2" fmla="*/ 21314 w 159852"/>
                <a:gd name="csY2" fmla="*/ 74171 h 189052"/>
                <a:gd name="csX3" fmla="*/ 79926 w 159852"/>
                <a:gd name="csY3" fmla="*/ 166726 h 189052"/>
                <a:gd name="csX4" fmla="*/ 138539 w 159852"/>
                <a:gd name="csY4" fmla="*/ 74171 h 189052"/>
                <a:gd name="csX5" fmla="*/ 159852 w 159852"/>
                <a:gd name="csY5" fmla="*/ 74171 h 189052"/>
                <a:gd name="csX6" fmla="*/ 87120 w 159852"/>
                <a:gd name="csY6" fmla="*/ 189052 h 189052"/>
                <a:gd name="csX7" fmla="*/ 72733 w 159852"/>
                <a:gd name="csY7" fmla="*/ 189052 h 189052"/>
                <a:gd name="csX8" fmla="*/ 0 w 159852"/>
                <a:gd name="csY8" fmla="*/ 74171 h 189052"/>
                <a:gd name="csX9" fmla="*/ 79926 w 159852"/>
                <a:gd name="csY9" fmla="*/ 0 h 189052"/>
                <a:gd name="csX10" fmla="*/ 159852 w 159852"/>
                <a:gd name="csY10" fmla="*/ 74171 h 189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59852" h="189052">
                  <a:moveTo>
                    <a:pt x="138539" y="74171"/>
                  </a:moveTo>
                  <a:cubicBezTo>
                    <a:pt x="138539" y="45824"/>
                    <a:pt x="113176" y="21314"/>
                    <a:pt x="79926" y="21314"/>
                  </a:cubicBezTo>
                  <a:cubicBezTo>
                    <a:pt x="46677" y="21314"/>
                    <a:pt x="21314" y="45824"/>
                    <a:pt x="21314" y="74171"/>
                  </a:cubicBezTo>
                  <a:cubicBezTo>
                    <a:pt x="21314" y="110458"/>
                    <a:pt x="44865" y="134436"/>
                    <a:pt x="79926" y="166726"/>
                  </a:cubicBezTo>
                  <a:cubicBezTo>
                    <a:pt x="114988" y="134436"/>
                    <a:pt x="138539" y="110458"/>
                    <a:pt x="138539" y="74171"/>
                  </a:cubicBezTo>
                  <a:close/>
                  <a:moveTo>
                    <a:pt x="159852" y="74171"/>
                  </a:moveTo>
                  <a:cubicBezTo>
                    <a:pt x="159852" y="124045"/>
                    <a:pt x="124046" y="155163"/>
                    <a:pt x="87120" y="189052"/>
                  </a:cubicBezTo>
                  <a:lnTo>
                    <a:pt x="72733" y="189052"/>
                  </a:lnTo>
                  <a:cubicBezTo>
                    <a:pt x="35807" y="155217"/>
                    <a:pt x="0" y="124045"/>
                    <a:pt x="0" y="74171"/>
                  </a:cubicBezTo>
                  <a:cubicBezTo>
                    <a:pt x="0" y="32344"/>
                    <a:pt x="36660" y="0"/>
                    <a:pt x="79926" y="0"/>
                  </a:cubicBezTo>
                  <a:cubicBezTo>
                    <a:pt x="123193" y="0"/>
                    <a:pt x="159852" y="32344"/>
                    <a:pt x="159852" y="7417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4" name="Graphic 2">
            <a:extLst>
              <a:ext uri="{FF2B5EF4-FFF2-40B4-BE49-F238E27FC236}">
                <a16:creationId xmlns:a16="http://schemas.microsoft.com/office/drawing/2014/main" id="{885777AB-53E2-C3AA-BA9E-FA5BB6DE27BB}"/>
              </a:ext>
            </a:extLst>
          </p:cNvPr>
          <p:cNvGrpSpPr/>
          <p:nvPr userDrawn="1"/>
        </p:nvGrpSpPr>
        <p:grpSpPr>
          <a:xfrm>
            <a:off x="1880285" y="3790787"/>
            <a:ext cx="255830" cy="304465"/>
            <a:chOff x="1623763" y="4095045"/>
            <a:chExt cx="255763" cy="304465"/>
          </a:xfrm>
          <a:solidFill>
            <a:srgbClr val="000000"/>
          </a:solidFill>
        </p:grpSpPr>
        <p:sp>
          <p:nvSpPr>
            <p:cNvPr id="335" name="Freeform 334">
              <a:extLst>
                <a:ext uri="{FF2B5EF4-FFF2-40B4-BE49-F238E27FC236}">
                  <a16:creationId xmlns:a16="http://schemas.microsoft.com/office/drawing/2014/main" id="{BAAE57AB-2B1C-C864-7784-EB89EAF76966}"/>
                </a:ext>
              </a:extLst>
            </p:cNvPr>
            <p:cNvSpPr/>
            <p:nvPr/>
          </p:nvSpPr>
          <p:spPr>
            <a:xfrm>
              <a:off x="1623763" y="4154404"/>
              <a:ext cx="255763" cy="245107"/>
            </a:xfrm>
            <a:custGeom>
              <a:avLst/>
              <a:gdLst>
                <a:gd name="csX0" fmla="*/ 191823 w 255763"/>
                <a:gd name="csY0" fmla="*/ 0 h 245107"/>
                <a:gd name="csX1" fmla="*/ 191823 w 255763"/>
                <a:gd name="csY1" fmla="*/ 21314 h 245107"/>
                <a:gd name="csX2" fmla="*/ 234450 w 255763"/>
                <a:gd name="csY2" fmla="*/ 21314 h 245107"/>
                <a:gd name="csX3" fmla="*/ 234450 w 255763"/>
                <a:gd name="csY3" fmla="*/ 223793 h 245107"/>
                <a:gd name="csX4" fmla="*/ 21314 w 255763"/>
                <a:gd name="csY4" fmla="*/ 223793 h 245107"/>
                <a:gd name="csX5" fmla="*/ 21314 w 255763"/>
                <a:gd name="csY5" fmla="*/ 21314 h 245107"/>
                <a:gd name="csX6" fmla="*/ 63941 w 255763"/>
                <a:gd name="csY6" fmla="*/ 21314 h 245107"/>
                <a:gd name="csX7" fmla="*/ 63941 w 255763"/>
                <a:gd name="csY7" fmla="*/ 0 h 245107"/>
                <a:gd name="csX8" fmla="*/ 21314 w 255763"/>
                <a:gd name="csY8" fmla="*/ 0 h 245107"/>
                <a:gd name="csX9" fmla="*/ 0 w 255763"/>
                <a:gd name="csY9" fmla="*/ 21314 h 245107"/>
                <a:gd name="csX10" fmla="*/ 0 w 255763"/>
                <a:gd name="csY10" fmla="*/ 223793 h 245107"/>
                <a:gd name="csX11" fmla="*/ 21314 w 255763"/>
                <a:gd name="csY11" fmla="*/ 245107 h 245107"/>
                <a:gd name="csX12" fmla="*/ 234450 w 255763"/>
                <a:gd name="csY12" fmla="*/ 245107 h 245107"/>
                <a:gd name="csX13" fmla="*/ 255764 w 255763"/>
                <a:gd name="csY13" fmla="*/ 223793 h 245107"/>
                <a:gd name="csX14" fmla="*/ 255764 w 255763"/>
                <a:gd name="csY14" fmla="*/ 21314 h 245107"/>
                <a:gd name="csX15" fmla="*/ 234450 w 255763"/>
                <a:gd name="csY15" fmla="*/ 0 h 245107"/>
                <a:gd name="csX16" fmla="*/ 191823 w 255763"/>
                <a:gd name="csY16" fmla="*/ 0 h 24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255763" h="245107">
                  <a:moveTo>
                    <a:pt x="191823" y="0"/>
                  </a:moveTo>
                  <a:lnTo>
                    <a:pt x="191823" y="21314"/>
                  </a:lnTo>
                  <a:lnTo>
                    <a:pt x="234450" y="21314"/>
                  </a:lnTo>
                  <a:lnTo>
                    <a:pt x="234450" y="223793"/>
                  </a:lnTo>
                  <a:lnTo>
                    <a:pt x="21314" y="223793"/>
                  </a:lnTo>
                  <a:lnTo>
                    <a:pt x="21314" y="21314"/>
                  </a:lnTo>
                  <a:lnTo>
                    <a:pt x="63941" y="21314"/>
                  </a:lnTo>
                  <a:lnTo>
                    <a:pt x="63941" y="0"/>
                  </a:lnTo>
                  <a:lnTo>
                    <a:pt x="21314" y="0"/>
                  </a:lnTo>
                  <a:lnTo>
                    <a:pt x="0" y="21314"/>
                  </a:lnTo>
                  <a:lnTo>
                    <a:pt x="0" y="223793"/>
                  </a:lnTo>
                  <a:lnTo>
                    <a:pt x="21314" y="245107"/>
                  </a:lnTo>
                  <a:lnTo>
                    <a:pt x="234450" y="245107"/>
                  </a:lnTo>
                  <a:lnTo>
                    <a:pt x="255764" y="223793"/>
                  </a:lnTo>
                  <a:lnTo>
                    <a:pt x="255764" y="21314"/>
                  </a:lnTo>
                  <a:lnTo>
                    <a:pt x="234450" y="0"/>
                  </a:lnTo>
                  <a:lnTo>
                    <a:pt x="191823" y="0"/>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6" name="Freeform 335">
              <a:extLst>
                <a:ext uri="{FF2B5EF4-FFF2-40B4-BE49-F238E27FC236}">
                  <a16:creationId xmlns:a16="http://schemas.microsoft.com/office/drawing/2014/main" id="{A5D3C3A7-AA72-5138-7F8E-032FB1817F40}"/>
                </a:ext>
              </a:extLst>
            </p:cNvPr>
            <p:cNvSpPr/>
            <p:nvPr/>
          </p:nvSpPr>
          <p:spPr>
            <a:xfrm>
              <a:off x="1692446" y="4095045"/>
              <a:ext cx="119782" cy="145731"/>
            </a:xfrm>
            <a:custGeom>
              <a:avLst/>
              <a:gdLst>
                <a:gd name="csX0" fmla="*/ 53 w 119782"/>
                <a:gd name="csY0" fmla="*/ 41295 h 145731"/>
                <a:gd name="csX1" fmla="*/ 15612 w 119782"/>
                <a:gd name="csY1" fmla="*/ 55842 h 145731"/>
                <a:gd name="csX2" fmla="*/ 48915 w 119782"/>
                <a:gd name="csY2" fmla="*/ 24671 h 145731"/>
                <a:gd name="csX3" fmla="*/ 48915 w 119782"/>
                <a:gd name="csY3" fmla="*/ 145732 h 145731"/>
                <a:gd name="csX4" fmla="*/ 70921 w 119782"/>
                <a:gd name="csY4" fmla="*/ 145732 h 145731"/>
                <a:gd name="csX5" fmla="*/ 70921 w 119782"/>
                <a:gd name="csY5" fmla="*/ 135448 h 145731"/>
                <a:gd name="csX6" fmla="*/ 70921 w 119782"/>
                <a:gd name="csY6" fmla="*/ 24671 h 145731"/>
                <a:gd name="csX7" fmla="*/ 104224 w 119782"/>
                <a:gd name="csY7" fmla="*/ 55842 h 145731"/>
                <a:gd name="csX8" fmla="*/ 119783 w 119782"/>
                <a:gd name="csY8" fmla="*/ 41295 h 145731"/>
                <a:gd name="csX9" fmla="*/ 75610 w 119782"/>
                <a:gd name="csY9" fmla="*/ 0 h 145731"/>
                <a:gd name="csX10" fmla="*/ 44173 w 119782"/>
                <a:gd name="csY10" fmla="*/ 0 h 145731"/>
                <a:gd name="csX11" fmla="*/ 0 w 119782"/>
                <a:gd name="csY11" fmla="*/ 41295 h 1457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9782" h="145731">
                  <a:moveTo>
                    <a:pt x="53" y="41295"/>
                  </a:moveTo>
                  <a:lnTo>
                    <a:pt x="15612" y="55842"/>
                  </a:lnTo>
                  <a:lnTo>
                    <a:pt x="48915" y="24671"/>
                  </a:lnTo>
                  <a:lnTo>
                    <a:pt x="48915" y="145732"/>
                  </a:lnTo>
                  <a:lnTo>
                    <a:pt x="70921" y="145732"/>
                  </a:lnTo>
                  <a:cubicBezTo>
                    <a:pt x="70921" y="145732"/>
                    <a:pt x="70921" y="135448"/>
                    <a:pt x="70921" y="135448"/>
                  </a:cubicBezTo>
                  <a:lnTo>
                    <a:pt x="70921" y="24671"/>
                  </a:lnTo>
                  <a:lnTo>
                    <a:pt x="104224" y="55842"/>
                  </a:lnTo>
                  <a:lnTo>
                    <a:pt x="119783" y="41295"/>
                  </a:lnTo>
                  <a:lnTo>
                    <a:pt x="75610" y="0"/>
                  </a:lnTo>
                  <a:lnTo>
                    <a:pt x="44173" y="0"/>
                  </a:lnTo>
                  <a:lnTo>
                    <a:pt x="0" y="4129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37" name="Group 336">
            <a:extLst>
              <a:ext uri="{FF2B5EF4-FFF2-40B4-BE49-F238E27FC236}">
                <a16:creationId xmlns:a16="http://schemas.microsoft.com/office/drawing/2014/main" id="{2185BC63-36C9-304C-4B99-48E138B50D57}"/>
              </a:ext>
            </a:extLst>
          </p:cNvPr>
          <p:cNvGrpSpPr/>
          <p:nvPr userDrawn="1"/>
        </p:nvGrpSpPr>
        <p:grpSpPr>
          <a:xfrm>
            <a:off x="11123236" y="2848403"/>
            <a:ext cx="287809" cy="286348"/>
            <a:chOff x="9840179" y="3152662"/>
            <a:chExt cx="287734" cy="286348"/>
          </a:xfrm>
        </p:grpSpPr>
        <p:sp>
          <p:nvSpPr>
            <p:cNvPr id="338" name="Freeform 337">
              <a:extLst>
                <a:ext uri="{FF2B5EF4-FFF2-40B4-BE49-F238E27FC236}">
                  <a16:creationId xmlns:a16="http://schemas.microsoft.com/office/drawing/2014/main" id="{AB088517-25D8-0564-3614-4EE55A8B6C9E}"/>
                </a:ext>
              </a:extLst>
            </p:cNvPr>
            <p:cNvSpPr/>
            <p:nvPr/>
          </p:nvSpPr>
          <p:spPr>
            <a:xfrm>
              <a:off x="9840179" y="3152662"/>
              <a:ext cx="287734" cy="286348"/>
            </a:xfrm>
            <a:custGeom>
              <a:avLst/>
              <a:gdLst>
                <a:gd name="csX0" fmla="*/ 21314 w 287734"/>
                <a:gd name="csY0" fmla="*/ 21314 h 286348"/>
                <a:gd name="csX1" fmla="*/ 21314 w 287734"/>
                <a:gd name="csY1" fmla="*/ 51579 h 286348"/>
                <a:gd name="csX2" fmla="*/ 123460 w 287734"/>
                <a:gd name="csY2" fmla="*/ 142322 h 286348"/>
                <a:gd name="csX3" fmla="*/ 123460 w 287734"/>
                <a:gd name="csY3" fmla="*/ 255764 h 286348"/>
                <a:gd name="csX4" fmla="*/ 164275 w 287734"/>
                <a:gd name="csY4" fmla="*/ 240631 h 286348"/>
                <a:gd name="csX5" fmla="*/ 164275 w 287734"/>
                <a:gd name="csY5" fmla="*/ 142322 h 286348"/>
                <a:gd name="csX6" fmla="*/ 266421 w 287734"/>
                <a:gd name="csY6" fmla="*/ 51579 h 286348"/>
                <a:gd name="csX7" fmla="*/ 266421 w 287734"/>
                <a:gd name="csY7" fmla="*/ 21314 h 286348"/>
                <a:gd name="csX8" fmla="*/ 21314 w 287734"/>
                <a:gd name="csY8" fmla="*/ 21314 h 286348"/>
                <a:gd name="csX9" fmla="*/ 287734 w 287734"/>
                <a:gd name="csY9" fmla="*/ 61117 h 286348"/>
                <a:gd name="csX10" fmla="*/ 185589 w 287734"/>
                <a:gd name="csY10" fmla="*/ 151860 h 286348"/>
                <a:gd name="csX11" fmla="*/ 185589 w 287734"/>
                <a:gd name="csY11" fmla="*/ 255444 h 286348"/>
                <a:gd name="csX12" fmla="*/ 102146 w 287734"/>
                <a:gd name="csY12" fmla="*/ 286349 h 286348"/>
                <a:gd name="csX13" fmla="*/ 102146 w 287734"/>
                <a:gd name="csY13" fmla="*/ 151860 h 286348"/>
                <a:gd name="csX14" fmla="*/ 0 w 287734"/>
                <a:gd name="csY14" fmla="*/ 61117 h 286348"/>
                <a:gd name="csX15" fmla="*/ 0 w 287734"/>
                <a:gd name="csY15" fmla="*/ 21314 h 286348"/>
                <a:gd name="csX16" fmla="*/ 21314 w 287734"/>
                <a:gd name="csY16" fmla="*/ 0 h 286348"/>
                <a:gd name="csX17" fmla="*/ 266421 w 287734"/>
                <a:gd name="csY17" fmla="*/ 0 h 286348"/>
                <a:gd name="csX18" fmla="*/ 287734 w 287734"/>
                <a:gd name="csY18" fmla="*/ 21314 h 286348"/>
                <a:gd name="csX19" fmla="*/ 287734 w 287734"/>
                <a:gd name="csY19" fmla="*/ 61117 h 286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86348">
                  <a:moveTo>
                    <a:pt x="21314" y="21314"/>
                  </a:moveTo>
                  <a:lnTo>
                    <a:pt x="21314" y="51579"/>
                  </a:lnTo>
                  <a:lnTo>
                    <a:pt x="123460" y="142322"/>
                  </a:lnTo>
                  <a:lnTo>
                    <a:pt x="123460" y="255764"/>
                  </a:lnTo>
                  <a:lnTo>
                    <a:pt x="164275" y="240631"/>
                  </a:lnTo>
                  <a:lnTo>
                    <a:pt x="164275" y="142322"/>
                  </a:lnTo>
                  <a:lnTo>
                    <a:pt x="266421" y="51579"/>
                  </a:lnTo>
                  <a:lnTo>
                    <a:pt x="266421" y="21314"/>
                  </a:lnTo>
                  <a:lnTo>
                    <a:pt x="21314" y="21314"/>
                  </a:lnTo>
                  <a:close/>
                  <a:moveTo>
                    <a:pt x="287734" y="61117"/>
                  </a:moveTo>
                  <a:lnTo>
                    <a:pt x="185589" y="151860"/>
                  </a:lnTo>
                  <a:lnTo>
                    <a:pt x="185589" y="255444"/>
                  </a:lnTo>
                  <a:lnTo>
                    <a:pt x="102146" y="286349"/>
                  </a:lnTo>
                  <a:lnTo>
                    <a:pt x="102146" y="151860"/>
                  </a:lnTo>
                  <a:lnTo>
                    <a:pt x="0" y="61117"/>
                  </a:lnTo>
                  <a:lnTo>
                    <a:pt x="0" y="21314"/>
                  </a:lnTo>
                  <a:lnTo>
                    <a:pt x="21314" y="0"/>
                  </a:lnTo>
                  <a:lnTo>
                    <a:pt x="266421" y="0"/>
                  </a:lnTo>
                  <a:lnTo>
                    <a:pt x="287734" y="21314"/>
                  </a:lnTo>
                  <a:lnTo>
                    <a:pt x="287734" y="611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39" name="Freeform 338">
              <a:extLst>
                <a:ext uri="{FF2B5EF4-FFF2-40B4-BE49-F238E27FC236}">
                  <a16:creationId xmlns:a16="http://schemas.microsoft.com/office/drawing/2014/main" id="{697B442C-3604-CE36-A359-684F6532E6E7}"/>
                </a:ext>
              </a:extLst>
            </p:cNvPr>
            <p:cNvSpPr/>
            <p:nvPr/>
          </p:nvSpPr>
          <p:spPr>
            <a:xfrm>
              <a:off x="9840179" y="3152662"/>
              <a:ext cx="287734" cy="286348"/>
            </a:xfrm>
            <a:custGeom>
              <a:avLst/>
              <a:gdLst>
                <a:gd name="csX0" fmla="*/ 21314 w 287734"/>
                <a:gd name="csY0" fmla="*/ 21314 h 286348"/>
                <a:gd name="csX1" fmla="*/ 21314 w 287734"/>
                <a:gd name="csY1" fmla="*/ 51579 h 286348"/>
                <a:gd name="csX2" fmla="*/ 123460 w 287734"/>
                <a:gd name="csY2" fmla="*/ 142322 h 286348"/>
                <a:gd name="csX3" fmla="*/ 123460 w 287734"/>
                <a:gd name="csY3" fmla="*/ 255764 h 286348"/>
                <a:gd name="csX4" fmla="*/ 164275 w 287734"/>
                <a:gd name="csY4" fmla="*/ 240631 h 286348"/>
                <a:gd name="csX5" fmla="*/ 164275 w 287734"/>
                <a:gd name="csY5" fmla="*/ 142322 h 286348"/>
                <a:gd name="csX6" fmla="*/ 266421 w 287734"/>
                <a:gd name="csY6" fmla="*/ 51579 h 286348"/>
                <a:gd name="csX7" fmla="*/ 266421 w 287734"/>
                <a:gd name="csY7" fmla="*/ 21314 h 286348"/>
                <a:gd name="csX8" fmla="*/ 21314 w 287734"/>
                <a:gd name="csY8" fmla="*/ 21314 h 286348"/>
                <a:gd name="csX9" fmla="*/ 287734 w 287734"/>
                <a:gd name="csY9" fmla="*/ 61117 h 286348"/>
                <a:gd name="csX10" fmla="*/ 185589 w 287734"/>
                <a:gd name="csY10" fmla="*/ 151860 h 286348"/>
                <a:gd name="csX11" fmla="*/ 185589 w 287734"/>
                <a:gd name="csY11" fmla="*/ 255444 h 286348"/>
                <a:gd name="csX12" fmla="*/ 102146 w 287734"/>
                <a:gd name="csY12" fmla="*/ 286349 h 286348"/>
                <a:gd name="csX13" fmla="*/ 102146 w 287734"/>
                <a:gd name="csY13" fmla="*/ 151860 h 286348"/>
                <a:gd name="csX14" fmla="*/ 0 w 287734"/>
                <a:gd name="csY14" fmla="*/ 61117 h 286348"/>
                <a:gd name="csX15" fmla="*/ 0 w 287734"/>
                <a:gd name="csY15" fmla="*/ 21314 h 286348"/>
                <a:gd name="csX16" fmla="*/ 21314 w 287734"/>
                <a:gd name="csY16" fmla="*/ 0 h 286348"/>
                <a:gd name="csX17" fmla="*/ 266421 w 287734"/>
                <a:gd name="csY17" fmla="*/ 0 h 286348"/>
                <a:gd name="csX18" fmla="*/ 287734 w 287734"/>
                <a:gd name="csY18" fmla="*/ 21314 h 286348"/>
                <a:gd name="csX19" fmla="*/ 287734 w 287734"/>
                <a:gd name="csY19" fmla="*/ 61117 h 286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87734" h="286348">
                  <a:moveTo>
                    <a:pt x="21314" y="21314"/>
                  </a:moveTo>
                  <a:lnTo>
                    <a:pt x="21314" y="51579"/>
                  </a:lnTo>
                  <a:lnTo>
                    <a:pt x="123460" y="142322"/>
                  </a:lnTo>
                  <a:lnTo>
                    <a:pt x="123460" y="255764"/>
                  </a:lnTo>
                  <a:lnTo>
                    <a:pt x="164275" y="240631"/>
                  </a:lnTo>
                  <a:lnTo>
                    <a:pt x="164275" y="142322"/>
                  </a:lnTo>
                  <a:lnTo>
                    <a:pt x="266421" y="51579"/>
                  </a:lnTo>
                  <a:lnTo>
                    <a:pt x="266421" y="21314"/>
                  </a:lnTo>
                  <a:lnTo>
                    <a:pt x="21314" y="21314"/>
                  </a:lnTo>
                  <a:close/>
                  <a:moveTo>
                    <a:pt x="287734" y="61117"/>
                  </a:moveTo>
                  <a:lnTo>
                    <a:pt x="185589" y="151860"/>
                  </a:lnTo>
                  <a:lnTo>
                    <a:pt x="185589" y="255444"/>
                  </a:lnTo>
                  <a:lnTo>
                    <a:pt x="102146" y="286349"/>
                  </a:lnTo>
                  <a:lnTo>
                    <a:pt x="102146" y="151860"/>
                  </a:lnTo>
                  <a:lnTo>
                    <a:pt x="0" y="61117"/>
                  </a:lnTo>
                  <a:lnTo>
                    <a:pt x="0" y="21314"/>
                  </a:lnTo>
                  <a:lnTo>
                    <a:pt x="21314" y="0"/>
                  </a:lnTo>
                  <a:lnTo>
                    <a:pt x="266421" y="0"/>
                  </a:lnTo>
                  <a:lnTo>
                    <a:pt x="287734" y="21314"/>
                  </a:lnTo>
                  <a:lnTo>
                    <a:pt x="287734" y="61117"/>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0" name="Group 339">
            <a:extLst>
              <a:ext uri="{FF2B5EF4-FFF2-40B4-BE49-F238E27FC236}">
                <a16:creationId xmlns:a16="http://schemas.microsoft.com/office/drawing/2014/main" id="{5C59F9B6-D0CA-E35D-70EF-670CA36FECFF}"/>
              </a:ext>
            </a:extLst>
          </p:cNvPr>
          <p:cNvGrpSpPr/>
          <p:nvPr userDrawn="1"/>
        </p:nvGrpSpPr>
        <p:grpSpPr>
          <a:xfrm>
            <a:off x="4167038" y="2880374"/>
            <a:ext cx="287809" cy="223793"/>
            <a:chOff x="3653889" y="3184632"/>
            <a:chExt cx="287734" cy="223793"/>
          </a:xfrm>
        </p:grpSpPr>
        <p:sp>
          <p:nvSpPr>
            <p:cNvPr id="341" name="Freeform 340">
              <a:extLst>
                <a:ext uri="{FF2B5EF4-FFF2-40B4-BE49-F238E27FC236}">
                  <a16:creationId xmlns:a16="http://schemas.microsoft.com/office/drawing/2014/main" id="{038362C2-F507-0C7D-4DED-E08A490A8501}"/>
                </a:ext>
              </a:extLst>
            </p:cNvPr>
            <p:cNvSpPr/>
            <p:nvPr/>
          </p:nvSpPr>
          <p:spPr>
            <a:xfrm>
              <a:off x="3653889" y="3184632"/>
              <a:ext cx="287734" cy="223793"/>
            </a:xfrm>
            <a:custGeom>
              <a:avLst/>
              <a:gdLst>
                <a:gd name="csX0" fmla="*/ 266421 w 287734"/>
                <a:gd name="csY0" fmla="*/ 144240 h 223793"/>
                <a:gd name="csX1" fmla="*/ 216440 w 287734"/>
                <a:gd name="csY1" fmla="*/ 86267 h 223793"/>
                <a:gd name="csX2" fmla="*/ 143867 w 287734"/>
                <a:gd name="csY2" fmla="*/ 21314 h 223793"/>
                <a:gd name="csX3" fmla="*/ 71294 w 287734"/>
                <a:gd name="csY3" fmla="*/ 86267 h 223793"/>
                <a:gd name="csX4" fmla="*/ 21314 w 287734"/>
                <a:gd name="csY4" fmla="*/ 144240 h 223793"/>
                <a:gd name="csX5" fmla="*/ 73639 w 287734"/>
                <a:gd name="csY5" fmla="*/ 202373 h 223793"/>
                <a:gd name="csX6" fmla="*/ 76463 w 287734"/>
                <a:gd name="csY6" fmla="*/ 202373 h 223793"/>
                <a:gd name="csX7" fmla="*/ 211271 w 287734"/>
                <a:gd name="csY7" fmla="*/ 202426 h 223793"/>
                <a:gd name="csX8" fmla="*/ 214096 w 287734"/>
                <a:gd name="csY8" fmla="*/ 202426 h 223793"/>
                <a:gd name="csX9" fmla="*/ 266421 w 287734"/>
                <a:gd name="csY9" fmla="*/ 144187 h 223793"/>
                <a:gd name="csX10" fmla="*/ 287734 w 287734"/>
                <a:gd name="csY10" fmla="*/ 144240 h 223793"/>
                <a:gd name="csX11" fmla="*/ 211271 w 287734"/>
                <a:gd name="csY11" fmla="*/ 223793 h 223793"/>
                <a:gd name="csX12" fmla="*/ 76463 w 287734"/>
                <a:gd name="csY12" fmla="*/ 223793 h 223793"/>
                <a:gd name="csX13" fmla="*/ 0 w 287734"/>
                <a:gd name="csY13" fmla="*/ 144240 h 223793"/>
                <a:gd name="csX14" fmla="*/ 53657 w 287734"/>
                <a:gd name="csY14" fmla="*/ 68257 h 223793"/>
                <a:gd name="csX15" fmla="*/ 143867 w 287734"/>
                <a:gd name="csY15" fmla="*/ 0 h 223793"/>
                <a:gd name="csX16" fmla="*/ 234024 w 287734"/>
                <a:gd name="csY16" fmla="*/ 68257 h 223793"/>
                <a:gd name="csX17" fmla="*/ 287734 w 287734"/>
                <a:gd name="csY17" fmla="*/ 144240 h 2237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23793">
                  <a:moveTo>
                    <a:pt x="266421" y="144240"/>
                  </a:moveTo>
                  <a:cubicBezTo>
                    <a:pt x="266421" y="113921"/>
                    <a:pt x="244468" y="88984"/>
                    <a:pt x="216440" y="86267"/>
                  </a:cubicBezTo>
                  <a:cubicBezTo>
                    <a:pt x="210685" y="49448"/>
                    <a:pt x="180420" y="21314"/>
                    <a:pt x="143867" y="21314"/>
                  </a:cubicBezTo>
                  <a:cubicBezTo>
                    <a:pt x="107314" y="21314"/>
                    <a:pt x="77049" y="49394"/>
                    <a:pt x="71294" y="86267"/>
                  </a:cubicBezTo>
                  <a:cubicBezTo>
                    <a:pt x="43267" y="88984"/>
                    <a:pt x="21314" y="113921"/>
                    <a:pt x="21314" y="144240"/>
                  </a:cubicBezTo>
                  <a:cubicBezTo>
                    <a:pt x="21314" y="174559"/>
                    <a:pt x="44492" y="200828"/>
                    <a:pt x="73639" y="202373"/>
                  </a:cubicBezTo>
                  <a:lnTo>
                    <a:pt x="76463" y="202373"/>
                  </a:lnTo>
                  <a:cubicBezTo>
                    <a:pt x="76463" y="202373"/>
                    <a:pt x="211271" y="202426"/>
                    <a:pt x="211271" y="202426"/>
                  </a:cubicBezTo>
                  <a:lnTo>
                    <a:pt x="214096" y="202426"/>
                  </a:lnTo>
                  <a:cubicBezTo>
                    <a:pt x="243242" y="200775"/>
                    <a:pt x="266421" y="175358"/>
                    <a:pt x="266421" y="144187"/>
                  </a:cubicBezTo>
                  <a:close/>
                  <a:moveTo>
                    <a:pt x="287734" y="144240"/>
                  </a:moveTo>
                  <a:cubicBezTo>
                    <a:pt x="287734" y="187081"/>
                    <a:pt x="254592" y="223793"/>
                    <a:pt x="211271" y="223793"/>
                  </a:cubicBezTo>
                  <a:lnTo>
                    <a:pt x="76463" y="223793"/>
                  </a:lnTo>
                  <a:cubicBezTo>
                    <a:pt x="33143" y="223793"/>
                    <a:pt x="0" y="187081"/>
                    <a:pt x="0" y="144240"/>
                  </a:cubicBezTo>
                  <a:cubicBezTo>
                    <a:pt x="0" y="109286"/>
                    <a:pt x="22006" y="78487"/>
                    <a:pt x="53657" y="68257"/>
                  </a:cubicBezTo>
                  <a:cubicBezTo>
                    <a:pt x="65912" y="29200"/>
                    <a:pt x="101027" y="0"/>
                    <a:pt x="143867" y="0"/>
                  </a:cubicBezTo>
                  <a:cubicBezTo>
                    <a:pt x="186708" y="0"/>
                    <a:pt x="221822" y="29200"/>
                    <a:pt x="234024" y="68257"/>
                  </a:cubicBezTo>
                  <a:cubicBezTo>
                    <a:pt x="265675" y="78487"/>
                    <a:pt x="287734" y="109286"/>
                    <a:pt x="287734" y="144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2" name="Freeform 341">
              <a:extLst>
                <a:ext uri="{FF2B5EF4-FFF2-40B4-BE49-F238E27FC236}">
                  <a16:creationId xmlns:a16="http://schemas.microsoft.com/office/drawing/2014/main" id="{E306FC11-8F69-3215-F5BA-5A5BD93A030A}"/>
                </a:ext>
              </a:extLst>
            </p:cNvPr>
            <p:cNvSpPr/>
            <p:nvPr/>
          </p:nvSpPr>
          <p:spPr>
            <a:xfrm>
              <a:off x="3653889" y="3184632"/>
              <a:ext cx="287734" cy="223793"/>
            </a:xfrm>
            <a:custGeom>
              <a:avLst/>
              <a:gdLst>
                <a:gd name="csX0" fmla="*/ 266421 w 287734"/>
                <a:gd name="csY0" fmla="*/ 144240 h 223793"/>
                <a:gd name="csX1" fmla="*/ 216440 w 287734"/>
                <a:gd name="csY1" fmla="*/ 86267 h 223793"/>
                <a:gd name="csX2" fmla="*/ 143867 w 287734"/>
                <a:gd name="csY2" fmla="*/ 21314 h 223793"/>
                <a:gd name="csX3" fmla="*/ 71294 w 287734"/>
                <a:gd name="csY3" fmla="*/ 86267 h 223793"/>
                <a:gd name="csX4" fmla="*/ 21314 w 287734"/>
                <a:gd name="csY4" fmla="*/ 144240 h 223793"/>
                <a:gd name="csX5" fmla="*/ 73639 w 287734"/>
                <a:gd name="csY5" fmla="*/ 202373 h 223793"/>
                <a:gd name="csX6" fmla="*/ 76463 w 287734"/>
                <a:gd name="csY6" fmla="*/ 202373 h 223793"/>
                <a:gd name="csX7" fmla="*/ 211271 w 287734"/>
                <a:gd name="csY7" fmla="*/ 202426 h 223793"/>
                <a:gd name="csX8" fmla="*/ 214096 w 287734"/>
                <a:gd name="csY8" fmla="*/ 202426 h 223793"/>
                <a:gd name="csX9" fmla="*/ 266421 w 287734"/>
                <a:gd name="csY9" fmla="*/ 144187 h 223793"/>
                <a:gd name="csX10" fmla="*/ 287734 w 287734"/>
                <a:gd name="csY10" fmla="*/ 144240 h 223793"/>
                <a:gd name="csX11" fmla="*/ 211271 w 287734"/>
                <a:gd name="csY11" fmla="*/ 223793 h 223793"/>
                <a:gd name="csX12" fmla="*/ 76463 w 287734"/>
                <a:gd name="csY12" fmla="*/ 223793 h 223793"/>
                <a:gd name="csX13" fmla="*/ 0 w 287734"/>
                <a:gd name="csY13" fmla="*/ 144240 h 223793"/>
                <a:gd name="csX14" fmla="*/ 53657 w 287734"/>
                <a:gd name="csY14" fmla="*/ 68257 h 223793"/>
                <a:gd name="csX15" fmla="*/ 143867 w 287734"/>
                <a:gd name="csY15" fmla="*/ 0 h 223793"/>
                <a:gd name="csX16" fmla="*/ 234024 w 287734"/>
                <a:gd name="csY16" fmla="*/ 68257 h 223793"/>
                <a:gd name="csX17" fmla="*/ 287734 w 287734"/>
                <a:gd name="csY17" fmla="*/ 144240 h 2237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23793">
                  <a:moveTo>
                    <a:pt x="266421" y="144240"/>
                  </a:moveTo>
                  <a:cubicBezTo>
                    <a:pt x="266421" y="113921"/>
                    <a:pt x="244468" y="88984"/>
                    <a:pt x="216440" y="86267"/>
                  </a:cubicBezTo>
                  <a:cubicBezTo>
                    <a:pt x="210685" y="49448"/>
                    <a:pt x="180420" y="21314"/>
                    <a:pt x="143867" y="21314"/>
                  </a:cubicBezTo>
                  <a:cubicBezTo>
                    <a:pt x="107314" y="21314"/>
                    <a:pt x="77049" y="49394"/>
                    <a:pt x="71294" y="86267"/>
                  </a:cubicBezTo>
                  <a:cubicBezTo>
                    <a:pt x="43267" y="88984"/>
                    <a:pt x="21314" y="113921"/>
                    <a:pt x="21314" y="144240"/>
                  </a:cubicBezTo>
                  <a:cubicBezTo>
                    <a:pt x="21314" y="174559"/>
                    <a:pt x="44492" y="200828"/>
                    <a:pt x="73639" y="202373"/>
                  </a:cubicBezTo>
                  <a:lnTo>
                    <a:pt x="76463" y="202373"/>
                  </a:lnTo>
                  <a:cubicBezTo>
                    <a:pt x="76463" y="202373"/>
                    <a:pt x="211271" y="202426"/>
                    <a:pt x="211271" y="202426"/>
                  </a:cubicBezTo>
                  <a:lnTo>
                    <a:pt x="214096" y="202426"/>
                  </a:lnTo>
                  <a:cubicBezTo>
                    <a:pt x="243242" y="200775"/>
                    <a:pt x="266421" y="175358"/>
                    <a:pt x="266421" y="144187"/>
                  </a:cubicBezTo>
                  <a:close/>
                  <a:moveTo>
                    <a:pt x="287734" y="144240"/>
                  </a:moveTo>
                  <a:cubicBezTo>
                    <a:pt x="287734" y="187081"/>
                    <a:pt x="254592" y="223793"/>
                    <a:pt x="211271" y="223793"/>
                  </a:cubicBezTo>
                  <a:lnTo>
                    <a:pt x="76463" y="223793"/>
                  </a:lnTo>
                  <a:cubicBezTo>
                    <a:pt x="33143" y="223793"/>
                    <a:pt x="0" y="187081"/>
                    <a:pt x="0" y="144240"/>
                  </a:cubicBezTo>
                  <a:cubicBezTo>
                    <a:pt x="0" y="109286"/>
                    <a:pt x="22006" y="78487"/>
                    <a:pt x="53657" y="68257"/>
                  </a:cubicBezTo>
                  <a:cubicBezTo>
                    <a:pt x="65912" y="29200"/>
                    <a:pt x="101027" y="0"/>
                    <a:pt x="143867" y="0"/>
                  </a:cubicBezTo>
                  <a:cubicBezTo>
                    <a:pt x="186708" y="0"/>
                    <a:pt x="221822" y="29200"/>
                    <a:pt x="234024" y="68257"/>
                  </a:cubicBezTo>
                  <a:cubicBezTo>
                    <a:pt x="265675" y="78487"/>
                    <a:pt x="287734" y="109286"/>
                    <a:pt x="287734" y="14424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3" name="Group 342">
            <a:extLst>
              <a:ext uri="{FF2B5EF4-FFF2-40B4-BE49-F238E27FC236}">
                <a16:creationId xmlns:a16="http://schemas.microsoft.com/office/drawing/2014/main" id="{C5A7F940-4D31-600B-6416-D2705883FCCD}"/>
              </a:ext>
            </a:extLst>
          </p:cNvPr>
          <p:cNvGrpSpPr/>
          <p:nvPr userDrawn="1"/>
        </p:nvGrpSpPr>
        <p:grpSpPr>
          <a:xfrm>
            <a:off x="3015774" y="2848456"/>
            <a:ext cx="287702" cy="287574"/>
            <a:chOff x="2630940" y="3152715"/>
            <a:chExt cx="287627" cy="287574"/>
          </a:xfrm>
        </p:grpSpPr>
        <p:sp>
          <p:nvSpPr>
            <p:cNvPr id="344" name="Freeform 343">
              <a:extLst>
                <a:ext uri="{FF2B5EF4-FFF2-40B4-BE49-F238E27FC236}">
                  <a16:creationId xmlns:a16="http://schemas.microsoft.com/office/drawing/2014/main" id="{074CA8DD-89E4-B871-FAB0-119FE8B08AF5}"/>
                </a:ext>
              </a:extLst>
            </p:cNvPr>
            <p:cNvSpPr/>
            <p:nvPr/>
          </p:nvSpPr>
          <p:spPr>
            <a:xfrm>
              <a:off x="2630940" y="3152715"/>
              <a:ext cx="287627" cy="287574"/>
            </a:xfrm>
            <a:custGeom>
              <a:avLst/>
              <a:gdLst>
                <a:gd name="csX0" fmla="*/ 124632 w 287627"/>
                <a:gd name="csY0" fmla="*/ 6554 h 287574"/>
                <a:gd name="csX1" fmla="*/ 124632 w 287627"/>
                <a:gd name="csY1" fmla="*/ 6554 h 287574"/>
                <a:gd name="csX2" fmla="*/ 124419 w 287627"/>
                <a:gd name="csY2" fmla="*/ 7034 h 287574"/>
                <a:gd name="csX3" fmla="*/ 123672 w 287627"/>
                <a:gd name="csY3" fmla="*/ 8579 h 287574"/>
                <a:gd name="csX4" fmla="*/ 120635 w 287627"/>
                <a:gd name="csY4" fmla="*/ 14440 h 287574"/>
                <a:gd name="csX5" fmla="*/ 109659 w 287627"/>
                <a:gd name="csY5" fmla="*/ 34102 h 287574"/>
                <a:gd name="csX6" fmla="*/ 78008 w 287627"/>
                <a:gd name="csY6" fmla="*/ 78008 h 287574"/>
                <a:gd name="csX7" fmla="*/ 34102 w 287627"/>
                <a:gd name="csY7" fmla="*/ 109659 h 287574"/>
                <a:gd name="csX8" fmla="*/ 14440 w 287627"/>
                <a:gd name="csY8" fmla="*/ 120635 h 287574"/>
                <a:gd name="csX9" fmla="*/ 8579 w 287627"/>
                <a:gd name="csY9" fmla="*/ 123672 h 287574"/>
                <a:gd name="csX10" fmla="*/ 7034 w 287627"/>
                <a:gd name="csY10" fmla="*/ 124472 h 287574"/>
                <a:gd name="csX11" fmla="*/ 6661 w 287627"/>
                <a:gd name="csY11" fmla="*/ 124632 h 287574"/>
                <a:gd name="csX12" fmla="*/ 6607 w 287627"/>
                <a:gd name="csY12" fmla="*/ 124632 h 287574"/>
                <a:gd name="csX13" fmla="*/ 6607 w 287627"/>
                <a:gd name="csY13" fmla="*/ 124632 h 287574"/>
                <a:gd name="csX14" fmla="*/ 6607 w 287627"/>
                <a:gd name="csY14" fmla="*/ 124632 h 287574"/>
                <a:gd name="csX15" fmla="*/ 0 w 287627"/>
                <a:gd name="csY15" fmla="*/ 127882 h 287574"/>
                <a:gd name="csX16" fmla="*/ 0 w 287627"/>
                <a:gd name="csY16" fmla="*/ 159693 h 287574"/>
                <a:gd name="csX17" fmla="*/ 6607 w 287627"/>
                <a:gd name="csY17" fmla="*/ 162943 h 287574"/>
                <a:gd name="csX18" fmla="*/ 6607 w 287627"/>
                <a:gd name="csY18" fmla="*/ 162943 h 287574"/>
                <a:gd name="csX19" fmla="*/ 6661 w 287627"/>
                <a:gd name="csY19" fmla="*/ 162943 h 287574"/>
                <a:gd name="csX20" fmla="*/ 7034 w 287627"/>
                <a:gd name="csY20" fmla="*/ 163103 h 287574"/>
                <a:gd name="csX21" fmla="*/ 8579 w 287627"/>
                <a:gd name="csY21" fmla="*/ 163902 h 287574"/>
                <a:gd name="csX22" fmla="*/ 14440 w 287627"/>
                <a:gd name="csY22" fmla="*/ 166939 h 287574"/>
                <a:gd name="csX23" fmla="*/ 34102 w 287627"/>
                <a:gd name="csY23" fmla="*/ 177916 h 287574"/>
                <a:gd name="csX24" fmla="*/ 78008 w 287627"/>
                <a:gd name="csY24" fmla="*/ 209567 h 287574"/>
                <a:gd name="csX25" fmla="*/ 109659 w 287627"/>
                <a:gd name="csY25" fmla="*/ 253473 h 287574"/>
                <a:gd name="csX26" fmla="*/ 120635 w 287627"/>
                <a:gd name="csY26" fmla="*/ 273135 h 287574"/>
                <a:gd name="csX27" fmla="*/ 123672 w 287627"/>
                <a:gd name="csY27" fmla="*/ 278996 h 287574"/>
                <a:gd name="csX28" fmla="*/ 124419 w 287627"/>
                <a:gd name="csY28" fmla="*/ 280541 h 287574"/>
                <a:gd name="csX29" fmla="*/ 124632 w 287627"/>
                <a:gd name="csY29" fmla="*/ 280967 h 287574"/>
                <a:gd name="csX30" fmla="*/ 124632 w 287627"/>
                <a:gd name="csY30" fmla="*/ 280967 h 287574"/>
                <a:gd name="csX31" fmla="*/ 124632 w 287627"/>
                <a:gd name="csY31" fmla="*/ 280967 h 287574"/>
                <a:gd name="csX32" fmla="*/ 127882 w 287627"/>
                <a:gd name="csY32" fmla="*/ 287575 h 287574"/>
                <a:gd name="csX33" fmla="*/ 159693 w 287627"/>
                <a:gd name="csY33" fmla="*/ 287575 h 287574"/>
                <a:gd name="csX34" fmla="*/ 162943 w 287627"/>
                <a:gd name="csY34" fmla="*/ 280967 h 287574"/>
                <a:gd name="csX35" fmla="*/ 162943 w 287627"/>
                <a:gd name="csY35" fmla="*/ 280967 h 287574"/>
                <a:gd name="csX36" fmla="*/ 162943 w 287627"/>
                <a:gd name="csY36" fmla="*/ 280914 h 287574"/>
                <a:gd name="csX37" fmla="*/ 163103 w 287627"/>
                <a:gd name="csY37" fmla="*/ 280541 h 287574"/>
                <a:gd name="csX38" fmla="*/ 163902 w 287627"/>
                <a:gd name="csY38" fmla="*/ 278996 h 287574"/>
                <a:gd name="csX39" fmla="*/ 166939 w 287627"/>
                <a:gd name="csY39" fmla="*/ 273135 h 287574"/>
                <a:gd name="csX40" fmla="*/ 177916 w 287627"/>
                <a:gd name="csY40" fmla="*/ 253473 h 287574"/>
                <a:gd name="csX41" fmla="*/ 209567 w 287627"/>
                <a:gd name="csY41" fmla="*/ 209567 h 287574"/>
                <a:gd name="csX42" fmla="*/ 253473 w 287627"/>
                <a:gd name="csY42" fmla="*/ 177916 h 287574"/>
                <a:gd name="csX43" fmla="*/ 273135 w 287627"/>
                <a:gd name="csY43" fmla="*/ 166939 h 287574"/>
                <a:gd name="csX44" fmla="*/ 278996 w 287627"/>
                <a:gd name="csY44" fmla="*/ 163902 h 287574"/>
                <a:gd name="csX45" fmla="*/ 280541 w 287627"/>
                <a:gd name="csY45" fmla="*/ 163103 h 287574"/>
                <a:gd name="csX46" fmla="*/ 280914 w 287627"/>
                <a:gd name="csY46" fmla="*/ 162943 h 287574"/>
                <a:gd name="csX47" fmla="*/ 281021 w 287627"/>
                <a:gd name="csY47" fmla="*/ 162943 h 287574"/>
                <a:gd name="csX48" fmla="*/ 281021 w 287627"/>
                <a:gd name="csY48" fmla="*/ 162943 h 287574"/>
                <a:gd name="csX49" fmla="*/ 281021 w 287627"/>
                <a:gd name="csY49" fmla="*/ 162943 h 287574"/>
                <a:gd name="csX50" fmla="*/ 287628 w 287627"/>
                <a:gd name="csY50" fmla="*/ 159693 h 287574"/>
                <a:gd name="csX51" fmla="*/ 287628 w 287627"/>
                <a:gd name="csY51" fmla="*/ 127882 h 287574"/>
                <a:gd name="csX52" fmla="*/ 281021 w 287627"/>
                <a:gd name="csY52" fmla="*/ 124632 h 287574"/>
                <a:gd name="csX53" fmla="*/ 281021 w 287627"/>
                <a:gd name="csY53" fmla="*/ 124632 h 287574"/>
                <a:gd name="csX54" fmla="*/ 281021 w 287627"/>
                <a:gd name="csY54" fmla="*/ 124632 h 287574"/>
                <a:gd name="csX55" fmla="*/ 280914 w 287627"/>
                <a:gd name="csY55" fmla="*/ 124632 h 287574"/>
                <a:gd name="csX56" fmla="*/ 280541 w 287627"/>
                <a:gd name="csY56" fmla="*/ 124472 h 287574"/>
                <a:gd name="csX57" fmla="*/ 278996 w 287627"/>
                <a:gd name="csY57" fmla="*/ 123672 h 287574"/>
                <a:gd name="csX58" fmla="*/ 273135 w 287627"/>
                <a:gd name="csY58" fmla="*/ 120635 h 287574"/>
                <a:gd name="csX59" fmla="*/ 253473 w 287627"/>
                <a:gd name="csY59" fmla="*/ 109659 h 287574"/>
                <a:gd name="csX60" fmla="*/ 209567 w 287627"/>
                <a:gd name="csY60" fmla="*/ 78008 h 287574"/>
                <a:gd name="csX61" fmla="*/ 177916 w 287627"/>
                <a:gd name="csY61" fmla="*/ 34102 h 287574"/>
                <a:gd name="csX62" fmla="*/ 166939 w 287627"/>
                <a:gd name="csY62" fmla="*/ 14440 h 287574"/>
                <a:gd name="csX63" fmla="*/ 163902 w 287627"/>
                <a:gd name="csY63" fmla="*/ 8579 h 287574"/>
                <a:gd name="csX64" fmla="*/ 163103 w 287627"/>
                <a:gd name="csY64" fmla="*/ 7034 h 287574"/>
                <a:gd name="csX65" fmla="*/ 162943 w 287627"/>
                <a:gd name="csY65" fmla="*/ 6661 h 287574"/>
                <a:gd name="csX66" fmla="*/ 162943 w 287627"/>
                <a:gd name="csY66" fmla="*/ 6607 h 287574"/>
                <a:gd name="csX67" fmla="*/ 162943 w 287627"/>
                <a:gd name="csY67" fmla="*/ 6607 h 287574"/>
                <a:gd name="csX68" fmla="*/ 159693 w 287627"/>
                <a:gd name="csY68" fmla="*/ 0 h 287574"/>
                <a:gd name="csX69" fmla="*/ 127882 w 287627"/>
                <a:gd name="csY69" fmla="*/ 0 h 287574"/>
                <a:gd name="csX70" fmla="*/ 124632 w 287627"/>
                <a:gd name="csY70" fmla="*/ 6607 h 287574"/>
                <a:gd name="csX71" fmla="*/ 143761 w 287627"/>
                <a:gd name="csY71" fmla="*/ 15932 h 287574"/>
                <a:gd name="csX72" fmla="*/ 192143 w 287627"/>
                <a:gd name="csY72" fmla="*/ 90583 h 287574"/>
                <a:gd name="csX73" fmla="*/ 194540 w 287627"/>
                <a:gd name="csY73" fmla="*/ 93034 h 287574"/>
                <a:gd name="csX74" fmla="*/ 271643 w 287627"/>
                <a:gd name="csY74" fmla="*/ 143814 h 287574"/>
                <a:gd name="csX75" fmla="*/ 196992 w 287627"/>
                <a:gd name="csY75" fmla="*/ 192196 h 287574"/>
                <a:gd name="csX76" fmla="*/ 194540 w 287627"/>
                <a:gd name="csY76" fmla="*/ 194594 h 287574"/>
                <a:gd name="csX77" fmla="*/ 143761 w 287627"/>
                <a:gd name="csY77" fmla="*/ 271696 h 287574"/>
                <a:gd name="csX78" fmla="*/ 92981 w 287627"/>
                <a:gd name="csY78" fmla="*/ 194594 h 287574"/>
                <a:gd name="csX79" fmla="*/ 90530 w 287627"/>
                <a:gd name="csY79" fmla="*/ 192196 h 287574"/>
                <a:gd name="csX80" fmla="*/ 15879 w 287627"/>
                <a:gd name="csY80" fmla="*/ 143814 h 287574"/>
                <a:gd name="csX81" fmla="*/ 90530 w 287627"/>
                <a:gd name="csY81" fmla="*/ 95432 h 287574"/>
                <a:gd name="csX82" fmla="*/ 92981 w 287627"/>
                <a:gd name="csY82" fmla="*/ 93034 h 287574"/>
                <a:gd name="csX83" fmla="*/ 143761 w 287627"/>
                <a:gd name="csY83" fmla="*/ 15932 h 287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Lst>
              <a:rect l="l" t="t" r="r" b="b"/>
              <a:pathLst>
                <a:path w="287627" h="287574">
                  <a:moveTo>
                    <a:pt x="124632" y="6554"/>
                  </a:moveTo>
                  <a:lnTo>
                    <a:pt x="124632" y="6554"/>
                  </a:lnTo>
                  <a:cubicBezTo>
                    <a:pt x="124632" y="6554"/>
                    <a:pt x="124419" y="7034"/>
                    <a:pt x="124419" y="7034"/>
                  </a:cubicBezTo>
                  <a:cubicBezTo>
                    <a:pt x="124259" y="7353"/>
                    <a:pt x="123992" y="7886"/>
                    <a:pt x="123672" y="8579"/>
                  </a:cubicBezTo>
                  <a:cubicBezTo>
                    <a:pt x="122980" y="9964"/>
                    <a:pt x="121968" y="11936"/>
                    <a:pt x="120635" y="14440"/>
                  </a:cubicBezTo>
                  <a:cubicBezTo>
                    <a:pt x="117971" y="19449"/>
                    <a:pt x="114188" y="26376"/>
                    <a:pt x="109659" y="34102"/>
                  </a:cubicBezTo>
                  <a:cubicBezTo>
                    <a:pt x="100281" y="49927"/>
                    <a:pt x="88718" y="67245"/>
                    <a:pt x="78008" y="78008"/>
                  </a:cubicBezTo>
                  <a:cubicBezTo>
                    <a:pt x="67245" y="88771"/>
                    <a:pt x="49927" y="100334"/>
                    <a:pt x="34102" y="109659"/>
                  </a:cubicBezTo>
                  <a:cubicBezTo>
                    <a:pt x="26429" y="114188"/>
                    <a:pt x="19449" y="117971"/>
                    <a:pt x="14440" y="120635"/>
                  </a:cubicBezTo>
                  <a:cubicBezTo>
                    <a:pt x="11936" y="121967"/>
                    <a:pt x="9911" y="122980"/>
                    <a:pt x="8579" y="123672"/>
                  </a:cubicBezTo>
                  <a:cubicBezTo>
                    <a:pt x="7886" y="123992"/>
                    <a:pt x="7353" y="124259"/>
                    <a:pt x="7034" y="124472"/>
                  </a:cubicBezTo>
                  <a:cubicBezTo>
                    <a:pt x="6874" y="124578"/>
                    <a:pt x="6714" y="124632"/>
                    <a:pt x="6661" y="124632"/>
                  </a:cubicBezTo>
                  <a:cubicBezTo>
                    <a:pt x="6661" y="124632"/>
                    <a:pt x="6607" y="124632"/>
                    <a:pt x="6607" y="124632"/>
                  </a:cubicBezTo>
                  <a:cubicBezTo>
                    <a:pt x="6607" y="124632"/>
                    <a:pt x="6607" y="124632"/>
                    <a:pt x="6607" y="124632"/>
                  </a:cubicBezTo>
                  <a:lnTo>
                    <a:pt x="6607" y="124632"/>
                  </a:lnTo>
                  <a:lnTo>
                    <a:pt x="0" y="127882"/>
                  </a:lnTo>
                  <a:lnTo>
                    <a:pt x="0" y="159693"/>
                  </a:lnTo>
                  <a:lnTo>
                    <a:pt x="6607" y="162943"/>
                  </a:lnTo>
                  <a:lnTo>
                    <a:pt x="6607" y="162943"/>
                  </a:lnTo>
                  <a:cubicBezTo>
                    <a:pt x="6607" y="162943"/>
                    <a:pt x="6607" y="162943"/>
                    <a:pt x="6661" y="162943"/>
                  </a:cubicBezTo>
                  <a:cubicBezTo>
                    <a:pt x="6714" y="162943"/>
                    <a:pt x="6874" y="163050"/>
                    <a:pt x="7034" y="163103"/>
                  </a:cubicBezTo>
                  <a:cubicBezTo>
                    <a:pt x="7353" y="163263"/>
                    <a:pt x="7886" y="163529"/>
                    <a:pt x="8579" y="163902"/>
                  </a:cubicBezTo>
                  <a:cubicBezTo>
                    <a:pt x="9964" y="164595"/>
                    <a:pt x="11936" y="165607"/>
                    <a:pt x="14440" y="166939"/>
                  </a:cubicBezTo>
                  <a:cubicBezTo>
                    <a:pt x="19449" y="169604"/>
                    <a:pt x="26376" y="173387"/>
                    <a:pt x="34102" y="177916"/>
                  </a:cubicBezTo>
                  <a:cubicBezTo>
                    <a:pt x="49927" y="187294"/>
                    <a:pt x="67245" y="198856"/>
                    <a:pt x="78008" y="209567"/>
                  </a:cubicBezTo>
                  <a:cubicBezTo>
                    <a:pt x="88771" y="220330"/>
                    <a:pt x="100334" y="237647"/>
                    <a:pt x="109659" y="253473"/>
                  </a:cubicBezTo>
                  <a:cubicBezTo>
                    <a:pt x="114188" y="261146"/>
                    <a:pt x="118024" y="268126"/>
                    <a:pt x="120635" y="273135"/>
                  </a:cubicBezTo>
                  <a:cubicBezTo>
                    <a:pt x="121968" y="275639"/>
                    <a:pt x="122980" y="277664"/>
                    <a:pt x="123672" y="278996"/>
                  </a:cubicBezTo>
                  <a:cubicBezTo>
                    <a:pt x="124046" y="279689"/>
                    <a:pt x="124259" y="280221"/>
                    <a:pt x="124419" y="280541"/>
                  </a:cubicBezTo>
                  <a:lnTo>
                    <a:pt x="124632" y="280967"/>
                  </a:lnTo>
                  <a:lnTo>
                    <a:pt x="124632" y="280967"/>
                  </a:lnTo>
                  <a:cubicBezTo>
                    <a:pt x="124632" y="280967"/>
                    <a:pt x="124632" y="280967"/>
                    <a:pt x="124632" y="280967"/>
                  </a:cubicBezTo>
                  <a:lnTo>
                    <a:pt x="127882" y="287575"/>
                  </a:lnTo>
                  <a:lnTo>
                    <a:pt x="159693" y="287575"/>
                  </a:lnTo>
                  <a:lnTo>
                    <a:pt x="162943" y="280967"/>
                  </a:lnTo>
                  <a:cubicBezTo>
                    <a:pt x="162943" y="280967"/>
                    <a:pt x="162943" y="280967"/>
                    <a:pt x="162943" y="280967"/>
                  </a:cubicBezTo>
                  <a:cubicBezTo>
                    <a:pt x="162943" y="280967"/>
                    <a:pt x="162943" y="280967"/>
                    <a:pt x="162943" y="280914"/>
                  </a:cubicBezTo>
                  <a:cubicBezTo>
                    <a:pt x="162943" y="280861"/>
                    <a:pt x="163050" y="280701"/>
                    <a:pt x="163103" y="280541"/>
                  </a:cubicBezTo>
                  <a:cubicBezTo>
                    <a:pt x="163263" y="280221"/>
                    <a:pt x="163529" y="279689"/>
                    <a:pt x="163902" y="278996"/>
                  </a:cubicBezTo>
                  <a:cubicBezTo>
                    <a:pt x="164595" y="277610"/>
                    <a:pt x="165607" y="275639"/>
                    <a:pt x="166939" y="273135"/>
                  </a:cubicBezTo>
                  <a:cubicBezTo>
                    <a:pt x="169604" y="268126"/>
                    <a:pt x="173387" y="261199"/>
                    <a:pt x="177916" y="253473"/>
                  </a:cubicBezTo>
                  <a:cubicBezTo>
                    <a:pt x="187294" y="237647"/>
                    <a:pt x="198856" y="220330"/>
                    <a:pt x="209567" y="209567"/>
                  </a:cubicBezTo>
                  <a:cubicBezTo>
                    <a:pt x="220330" y="198803"/>
                    <a:pt x="237647" y="187241"/>
                    <a:pt x="253473" y="177916"/>
                  </a:cubicBezTo>
                  <a:cubicBezTo>
                    <a:pt x="261146" y="173387"/>
                    <a:pt x="268126" y="169604"/>
                    <a:pt x="273135" y="166939"/>
                  </a:cubicBezTo>
                  <a:cubicBezTo>
                    <a:pt x="275639" y="165607"/>
                    <a:pt x="277664" y="164595"/>
                    <a:pt x="278996" y="163902"/>
                  </a:cubicBezTo>
                  <a:cubicBezTo>
                    <a:pt x="279688" y="163582"/>
                    <a:pt x="280168" y="163316"/>
                    <a:pt x="280541" y="163103"/>
                  </a:cubicBezTo>
                  <a:cubicBezTo>
                    <a:pt x="280701" y="162996"/>
                    <a:pt x="280808" y="162943"/>
                    <a:pt x="280914" y="162943"/>
                  </a:cubicBezTo>
                  <a:cubicBezTo>
                    <a:pt x="280914" y="162943"/>
                    <a:pt x="280967" y="162943"/>
                    <a:pt x="281021" y="162943"/>
                  </a:cubicBezTo>
                  <a:cubicBezTo>
                    <a:pt x="281021" y="162943"/>
                    <a:pt x="281021" y="162943"/>
                    <a:pt x="281021" y="162943"/>
                  </a:cubicBezTo>
                  <a:lnTo>
                    <a:pt x="281021" y="162943"/>
                  </a:lnTo>
                  <a:lnTo>
                    <a:pt x="287628" y="159693"/>
                  </a:lnTo>
                  <a:lnTo>
                    <a:pt x="287628" y="127882"/>
                  </a:lnTo>
                  <a:lnTo>
                    <a:pt x="281021" y="124632"/>
                  </a:lnTo>
                  <a:lnTo>
                    <a:pt x="281021" y="124632"/>
                  </a:lnTo>
                  <a:cubicBezTo>
                    <a:pt x="281021" y="124632"/>
                    <a:pt x="281021" y="124632"/>
                    <a:pt x="281021" y="124632"/>
                  </a:cubicBezTo>
                  <a:cubicBezTo>
                    <a:pt x="281021" y="124632"/>
                    <a:pt x="281021" y="124632"/>
                    <a:pt x="280914" y="124632"/>
                  </a:cubicBezTo>
                  <a:cubicBezTo>
                    <a:pt x="280861" y="124632"/>
                    <a:pt x="280701" y="124525"/>
                    <a:pt x="280541" y="124472"/>
                  </a:cubicBezTo>
                  <a:cubicBezTo>
                    <a:pt x="280221" y="124312"/>
                    <a:pt x="279688" y="124045"/>
                    <a:pt x="278996" y="123672"/>
                  </a:cubicBezTo>
                  <a:cubicBezTo>
                    <a:pt x="277610" y="122980"/>
                    <a:pt x="275639" y="121967"/>
                    <a:pt x="273135" y="120635"/>
                  </a:cubicBezTo>
                  <a:cubicBezTo>
                    <a:pt x="268126" y="117971"/>
                    <a:pt x="261199" y="114188"/>
                    <a:pt x="253473" y="109659"/>
                  </a:cubicBezTo>
                  <a:cubicBezTo>
                    <a:pt x="237647" y="100281"/>
                    <a:pt x="220330" y="88718"/>
                    <a:pt x="209567" y="78008"/>
                  </a:cubicBezTo>
                  <a:cubicBezTo>
                    <a:pt x="198803" y="67245"/>
                    <a:pt x="187241" y="49927"/>
                    <a:pt x="177916" y="34102"/>
                  </a:cubicBezTo>
                  <a:cubicBezTo>
                    <a:pt x="173387" y="26429"/>
                    <a:pt x="169604" y="19449"/>
                    <a:pt x="166939" y="14440"/>
                  </a:cubicBezTo>
                  <a:cubicBezTo>
                    <a:pt x="165607" y="11936"/>
                    <a:pt x="164595" y="9911"/>
                    <a:pt x="163902" y="8579"/>
                  </a:cubicBezTo>
                  <a:cubicBezTo>
                    <a:pt x="163529" y="7886"/>
                    <a:pt x="163316" y="7353"/>
                    <a:pt x="163103" y="7034"/>
                  </a:cubicBezTo>
                  <a:cubicBezTo>
                    <a:pt x="162996" y="6874"/>
                    <a:pt x="162943" y="6714"/>
                    <a:pt x="162943" y="6661"/>
                  </a:cubicBezTo>
                  <a:cubicBezTo>
                    <a:pt x="162943" y="6661"/>
                    <a:pt x="162943" y="6607"/>
                    <a:pt x="162943" y="6607"/>
                  </a:cubicBezTo>
                  <a:cubicBezTo>
                    <a:pt x="162943" y="6607"/>
                    <a:pt x="162943" y="6607"/>
                    <a:pt x="162943" y="6607"/>
                  </a:cubicBezTo>
                  <a:lnTo>
                    <a:pt x="159693" y="0"/>
                  </a:lnTo>
                  <a:lnTo>
                    <a:pt x="127882" y="0"/>
                  </a:lnTo>
                  <a:lnTo>
                    <a:pt x="124632" y="6607"/>
                  </a:lnTo>
                  <a:close/>
                  <a:moveTo>
                    <a:pt x="143761" y="15932"/>
                  </a:moveTo>
                  <a:cubicBezTo>
                    <a:pt x="143921" y="16198"/>
                    <a:pt x="167579" y="64421"/>
                    <a:pt x="192143" y="90583"/>
                  </a:cubicBezTo>
                  <a:lnTo>
                    <a:pt x="194540" y="93034"/>
                  </a:lnTo>
                  <a:cubicBezTo>
                    <a:pt x="220064" y="118504"/>
                    <a:pt x="271643" y="143814"/>
                    <a:pt x="271643" y="143814"/>
                  </a:cubicBezTo>
                  <a:cubicBezTo>
                    <a:pt x="271643" y="143814"/>
                    <a:pt x="223207" y="167525"/>
                    <a:pt x="196992" y="192196"/>
                  </a:cubicBezTo>
                  <a:lnTo>
                    <a:pt x="194540" y="194594"/>
                  </a:lnTo>
                  <a:cubicBezTo>
                    <a:pt x="169124" y="220010"/>
                    <a:pt x="143921" y="271429"/>
                    <a:pt x="143761" y="271696"/>
                  </a:cubicBezTo>
                  <a:cubicBezTo>
                    <a:pt x="143654" y="271536"/>
                    <a:pt x="118451" y="220064"/>
                    <a:pt x="92981" y="194594"/>
                  </a:cubicBezTo>
                  <a:lnTo>
                    <a:pt x="90530" y="192196"/>
                  </a:lnTo>
                  <a:cubicBezTo>
                    <a:pt x="64421" y="167632"/>
                    <a:pt x="16198" y="143974"/>
                    <a:pt x="15879" y="143814"/>
                  </a:cubicBezTo>
                  <a:cubicBezTo>
                    <a:pt x="16198" y="143654"/>
                    <a:pt x="64421" y="119996"/>
                    <a:pt x="90530" y="95432"/>
                  </a:cubicBezTo>
                  <a:lnTo>
                    <a:pt x="92981" y="93034"/>
                  </a:lnTo>
                  <a:cubicBezTo>
                    <a:pt x="118451" y="67564"/>
                    <a:pt x="143654" y="16092"/>
                    <a:pt x="143761" y="1593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5" name="Freeform 344">
              <a:extLst>
                <a:ext uri="{FF2B5EF4-FFF2-40B4-BE49-F238E27FC236}">
                  <a16:creationId xmlns:a16="http://schemas.microsoft.com/office/drawing/2014/main" id="{4C507C80-24BB-9FD6-85F4-6609A45106CF}"/>
                </a:ext>
              </a:extLst>
            </p:cNvPr>
            <p:cNvSpPr/>
            <p:nvPr/>
          </p:nvSpPr>
          <p:spPr>
            <a:xfrm>
              <a:off x="2630940" y="3152715"/>
              <a:ext cx="287627" cy="287574"/>
            </a:xfrm>
            <a:custGeom>
              <a:avLst/>
              <a:gdLst>
                <a:gd name="csX0" fmla="*/ 124632 w 287627"/>
                <a:gd name="csY0" fmla="*/ 6554 h 287574"/>
                <a:gd name="csX1" fmla="*/ 124632 w 287627"/>
                <a:gd name="csY1" fmla="*/ 6554 h 287574"/>
                <a:gd name="csX2" fmla="*/ 124419 w 287627"/>
                <a:gd name="csY2" fmla="*/ 7034 h 287574"/>
                <a:gd name="csX3" fmla="*/ 123672 w 287627"/>
                <a:gd name="csY3" fmla="*/ 8579 h 287574"/>
                <a:gd name="csX4" fmla="*/ 120635 w 287627"/>
                <a:gd name="csY4" fmla="*/ 14440 h 287574"/>
                <a:gd name="csX5" fmla="*/ 109659 w 287627"/>
                <a:gd name="csY5" fmla="*/ 34102 h 287574"/>
                <a:gd name="csX6" fmla="*/ 78008 w 287627"/>
                <a:gd name="csY6" fmla="*/ 78008 h 287574"/>
                <a:gd name="csX7" fmla="*/ 34102 w 287627"/>
                <a:gd name="csY7" fmla="*/ 109659 h 287574"/>
                <a:gd name="csX8" fmla="*/ 14440 w 287627"/>
                <a:gd name="csY8" fmla="*/ 120635 h 287574"/>
                <a:gd name="csX9" fmla="*/ 8579 w 287627"/>
                <a:gd name="csY9" fmla="*/ 123672 h 287574"/>
                <a:gd name="csX10" fmla="*/ 7034 w 287627"/>
                <a:gd name="csY10" fmla="*/ 124472 h 287574"/>
                <a:gd name="csX11" fmla="*/ 6661 w 287627"/>
                <a:gd name="csY11" fmla="*/ 124632 h 287574"/>
                <a:gd name="csX12" fmla="*/ 6607 w 287627"/>
                <a:gd name="csY12" fmla="*/ 124632 h 287574"/>
                <a:gd name="csX13" fmla="*/ 6607 w 287627"/>
                <a:gd name="csY13" fmla="*/ 124632 h 287574"/>
                <a:gd name="csX14" fmla="*/ 6607 w 287627"/>
                <a:gd name="csY14" fmla="*/ 124632 h 287574"/>
                <a:gd name="csX15" fmla="*/ 0 w 287627"/>
                <a:gd name="csY15" fmla="*/ 127882 h 287574"/>
                <a:gd name="csX16" fmla="*/ 0 w 287627"/>
                <a:gd name="csY16" fmla="*/ 159693 h 287574"/>
                <a:gd name="csX17" fmla="*/ 6607 w 287627"/>
                <a:gd name="csY17" fmla="*/ 162943 h 287574"/>
                <a:gd name="csX18" fmla="*/ 6607 w 287627"/>
                <a:gd name="csY18" fmla="*/ 162943 h 287574"/>
                <a:gd name="csX19" fmla="*/ 6661 w 287627"/>
                <a:gd name="csY19" fmla="*/ 162943 h 287574"/>
                <a:gd name="csX20" fmla="*/ 7034 w 287627"/>
                <a:gd name="csY20" fmla="*/ 163103 h 287574"/>
                <a:gd name="csX21" fmla="*/ 8579 w 287627"/>
                <a:gd name="csY21" fmla="*/ 163902 h 287574"/>
                <a:gd name="csX22" fmla="*/ 14440 w 287627"/>
                <a:gd name="csY22" fmla="*/ 166939 h 287574"/>
                <a:gd name="csX23" fmla="*/ 34102 w 287627"/>
                <a:gd name="csY23" fmla="*/ 177916 h 287574"/>
                <a:gd name="csX24" fmla="*/ 78008 w 287627"/>
                <a:gd name="csY24" fmla="*/ 209567 h 287574"/>
                <a:gd name="csX25" fmla="*/ 109659 w 287627"/>
                <a:gd name="csY25" fmla="*/ 253473 h 287574"/>
                <a:gd name="csX26" fmla="*/ 120635 w 287627"/>
                <a:gd name="csY26" fmla="*/ 273135 h 287574"/>
                <a:gd name="csX27" fmla="*/ 123672 w 287627"/>
                <a:gd name="csY27" fmla="*/ 278996 h 287574"/>
                <a:gd name="csX28" fmla="*/ 124419 w 287627"/>
                <a:gd name="csY28" fmla="*/ 280541 h 287574"/>
                <a:gd name="csX29" fmla="*/ 124632 w 287627"/>
                <a:gd name="csY29" fmla="*/ 280967 h 287574"/>
                <a:gd name="csX30" fmla="*/ 124632 w 287627"/>
                <a:gd name="csY30" fmla="*/ 280967 h 287574"/>
                <a:gd name="csX31" fmla="*/ 124632 w 287627"/>
                <a:gd name="csY31" fmla="*/ 280967 h 287574"/>
                <a:gd name="csX32" fmla="*/ 127882 w 287627"/>
                <a:gd name="csY32" fmla="*/ 287575 h 287574"/>
                <a:gd name="csX33" fmla="*/ 159693 w 287627"/>
                <a:gd name="csY33" fmla="*/ 287575 h 287574"/>
                <a:gd name="csX34" fmla="*/ 162943 w 287627"/>
                <a:gd name="csY34" fmla="*/ 280967 h 287574"/>
                <a:gd name="csX35" fmla="*/ 162943 w 287627"/>
                <a:gd name="csY35" fmla="*/ 280967 h 287574"/>
                <a:gd name="csX36" fmla="*/ 162943 w 287627"/>
                <a:gd name="csY36" fmla="*/ 280914 h 287574"/>
                <a:gd name="csX37" fmla="*/ 163103 w 287627"/>
                <a:gd name="csY37" fmla="*/ 280541 h 287574"/>
                <a:gd name="csX38" fmla="*/ 163902 w 287627"/>
                <a:gd name="csY38" fmla="*/ 278996 h 287574"/>
                <a:gd name="csX39" fmla="*/ 166939 w 287627"/>
                <a:gd name="csY39" fmla="*/ 273135 h 287574"/>
                <a:gd name="csX40" fmla="*/ 177916 w 287627"/>
                <a:gd name="csY40" fmla="*/ 253473 h 287574"/>
                <a:gd name="csX41" fmla="*/ 209567 w 287627"/>
                <a:gd name="csY41" fmla="*/ 209567 h 287574"/>
                <a:gd name="csX42" fmla="*/ 253473 w 287627"/>
                <a:gd name="csY42" fmla="*/ 177916 h 287574"/>
                <a:gd name="csX43" fmla="*/ 273135 w 287627"/>
                <a:gd name="csY43" fmla="*/ 166939 h 287574"/>
                <a:gd name="csX44" fmla="*/ 278996 w 287627"/>
                <a:gd name="csY44" fmla="*/ 163902 h 287574"/>
                <a:gd name="csX45" fmla="*/ 280541 w 287627"/>
                <a:gd name="csY45" fmla="*/ 163103 h 287574"/>
                <a:gd name="csX46" fmla="*/ 280914 w 287627"/>
                <a:gd name="csY46" fmla="*/ 162943 h 287574"/>
                <a:gd name="csX47" fmla="*/ 281021 w 287627"/>
                <a:gd name="csY47" fmla="*/ 162943 h 287574"/>
                <a:gd name="csX48" fmla="*/ 281021 w 287627"/>
                <a:gd name="csY48" fmla="*/ 162943 h 287574"/>
                <a:gd name="csX49" fmla="*/ 281021 w 287627"/>
                <a:gd name="csY49" fmla="*/ 162943 h 287574"/>
                <a:gd name="csX50" fmla="*/ 287628 w 287627"/>
                <a:gd name="csY50" fmla="*/ 159693 h 287574"/>
                <a:gd name="csX51" fmla="*/ 287628 w 287627"/>
                <a:gd name="csY51" fmla="*/ 127882 h 287574"/>
                <a:gd name="csX52" fmla="*/ 281021 w 287627"/>
                <a:gd name="csY52" fmla="*/ 124632 h 287574"/>
                <a:gd name="csX53" fmla="*/ 281021 w 287627"/>
                <a:gd name="csY53" fmla="*/ 124632 h 287574"/>
                <a:gd name="csX54" fmla="*/ 281021 w 287627"/>
                <a:gd name="csY54" fmla="*/ 124632 h 287574"/>
                <a:gd name="csX55" fmla="*/ 280914 w 287627"/>
                <a:gd name="csY55" fmla="*/ 124632 h 287574"/>
                <a:gd name="csX56" fmla="*/ 280541 w 287627"/>
                <a:gd name="csY56" fmla="*/ 124472 h 287574"/>
                <a:gd name="csX57" fmla="*/ 278996 w 287627"/>
                <a:gd name="csY57" fmla="*/ 123672 h 287574"/>
                <a:gd name="csX58" fmla="*/ 273135 w 287627"/>
                <a:gd name="csY58" fmla="*/ 120635 h 287574"/>
                <a:gd name="csX59" fmla="*/ 253473 w 287627"/>
                <a:gd name="csY59" fmla="*/ 109659 h 287574"/>
                <a:gd name="csX60" fmla="*/ 209567 w 287627"/>
                <a:gd name="csY60" fmla="*/ 78008 h 287574"/>
                <a:gd name="csX61" fmla="*/ 177916 w 287627"/>
                <a:gd name="csY61" fmla="*/ 34102 h 287574"/>
                <a:gd name="csX62" fmla="*/ 166939 w 287627"/>
                <a:gd name="csY62" fmla="*/ 14440 h 287574"/>
                <a:gd name="csX63" fmla="*/ 163902 w 287627"/>
                <a:gd name="csY63" fmla="*/ 8579 h 287574"/>
                <a:gd name="csX64" fmla="*/ 163103 w 287627"/>
                <a:gd name="csY64" fmla="*/ 7034 h 287574"/>
                <a:gd name="csX65" fmla="*/ 162943 w 287627"/>
                <a:gd name="csY65" fmla="*/ 6661 h 287574"/>
                <a:gd name="csX66" fmla="*/ 162943 w 287627"/>
                <a:gd name="csY66" fmla="*/ 6607 h 287574"/>
                <a:gd name="csX67" fmla="*/ 162943 w 287627"/>
                <a:gd name="csY67" fmla="*/ 6607 h 287574"/>
                <a:gd name="csX68" fmla="*/ 159693 w 287627"/>
                <a:gd name="csY68" fmla="*/ 0 h 287574"/>
                <a:gd name="csX69" fmla="*/ 127882 w 287627"/>
                <a:gd name="csY69" fmla="*/ 0 h 287574"/>
                <a:gd name="csX70" fmla="*/ 124632 w 287627"/>
                <a:gd name="csY70" fmla="*/ 6607 h 287574"/>
                <a:gd name="csX71" fmla="*/ 143761 w 287627"/>
                <a:gd name="csY71" fmla="*/ 15932 h 287574"/>
                <a:gd name="csX72" fmla="*/ 192143 w 287627"/>
                <a:gd name="csY72" fmla="*/ 90583 h 287574"/>
                <a:gd name="csX73" fmla="*/ 194540 w 287627"/>
                <a:gd name="csY73" fmla="*/ 93034 h 287574"/>
                <a:gd name="csX74" fmla="*/ 271643 w 287627"/>
                <a:gd name="csY74" fmla="*/ 143814 h 287574"/>
                <a:gd name="csX75" fmla="*/ 196992 w 287627"/>
                <a:gd name="csY75" fmla="*/ 192196 h 287574"/>
                <a:gd name="csX76" fmla="*/ 194540 w 287627"/>
                <a:gd name="csY76" fmla="*/ 194594 h 287574"/>
                <a:gd name="csX77" fmla="*/ 143761 w 287627"/>
                <a:gd name="csY77" fmla="*/ 271696 h 287574"/>
                <a:gd name="csX78" fmla="*/ 92981 w 287627"/>
                <a:gd name="csY78" fmla="*/ 194594 h 287574"/>
                <a:gd name="csX79" fmla="*/ 90530 w 287627"/>
                <a:gd name="csY79" fmla="*/ 192196 h 287574"/>
                <a:gd name="csX80" fmla="*/ 15879 w 287627"/>
                <a:gd name="csY80" fmla="*/ 143814 h 287574"/>
                <a:gd name="csX81" fmla="*/ 90530 w 287627"/>
                <a:gd name="csY81" fmla="*/ 95432 h 287574"/>
                <a:gd name="csX82" fmla="*/ 92981 w 287627"/>
                <a:gd name="csY82" fmla="*/ 93034 h 287574"/>
                <a:gd name="csX83" fmla="*/ 143761 w 287627"/>
                <a:gd name="csY83" fmla="*/ 15932 h 287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Lst>
              <a:rect l="l" t="t" r="r" b="b"/>
              <a:pathLst>
                <a:path w="287627" h="287574">
                  <a:moveTo>
                    <a:pt x="124632" y="6554"/>
                  </a:moveTo>
                  <a:lnTo>
                    <a:pt x="124632" y="6554"/>
                  </a:lnTo>
                  <a:cubicBezTo>
                    <a:pt x="124632" y="6554"/>
                    <a:pt x="124419" y="7034"/>
                    <a:pt x="124419" y="7034"/>
                  </a:cubicBezTo>
                  <a:cubicBezTo>
                    <a:pt x="124259" y="7353"/>
                    <a:pt x="123992" y="7886"/>
                    <a:pt x="123672" y="8579"/>
                  </a:cubicBezTo>
                  <a:cubicBezTo>
                    <a:pt x="122980" y="9964"/>
                    <a:pt x="121968" y="11936"/>
                    <a:pt x="120635" y="14440"/>
                  </a:cubicBezTo>
                  <a:cubicBezTo>
                    <a:pt x="117971" y="19449"/>
                    <a:pt x="114188" y="26376"/>
                    <a:pt x="109659" y="34102"/>
                  </a:cubicBezTo>
                  <a:cubicBezTo>
                    <a:pt x="100281" y="49927"/>
                    <a:pt x="88718" y="67245"/>
                    <a:pt x="78008" y="78008"/>
                  </a:cubicBezTo>
                  <a:cubicBezTo>
                    <a:pt x="67245" y="88771"/>
                    <a:pt x="49927" y="100334"/>
                    <a:pt x="34102" y="109659"/>
                  </a:cubicBezTo>
                  <a:cubicBezTo>
                    <a:pt x="26429" y="114188"/>
                    <a:pt x="19449" y="117971"/>
                    <a:pt x="14440" y="120635"/>
                  </a:cubicBezTo>
                  <a:cubicBezTo>
                    <a:pt x="11936" y="121967"/>
                    <a:pt x="9911" y="122980"/>
                    <a:pt x="8579" y="123672"/>
                  </a:cubicBezTo>
                  <a:cubicBezTo>
                    <a:pt x="7886" y="123992"/>
                    <a:pt x="7353" y="124259"/>
                    <a:pt x="7034" y="124472"/>
                  </a:cubicBezTo>
                  <a:cubicBezTo>
                    <a:pt x="6874" y="124578"/>
                    <a:pt x="6714" y="124632"/>
                    <a:pt x="6661" y="124632"/>
                  </a:cubicBezTo>
                  <a:cubicBezTo>
                    <a:pt x="6661" y="124632"/>
                    <a:pt x="6607" y="124632"/>
                    <a:pt x="6607" y="124632"/>
                  </a:cubicBezTo>
                  <a:cubicBezTo>
                    <a:pt x="6607" y="124632"/>
                    <a:pt x="6607" y="124632"/>
                    <a:pt x="6607" y="124632"/>
                  </a:cubicBezTo>
                  <a:lnTo>
                    <a:pt x="6607" y="124632"/>
                  </a:lnTo>
                  <a:lnTo>
                    <a:pt x="0" y="127882"/>
                  </a:lnTo>
                  <a:lnTo>
                    <a:pt x="0" y="159693"/>
                  </a:lnTo>
                  <a:lnTo>
                    <a:pt x="6607" y="162943"/>
                  </a:lnTo>
                  <a:lnTo>
                    <a:pt x="6607" y="162943"/>
                  </a:lnTo>
                  <a:cubicBezTo>
                    <a:pt x="6607" y="162943"/>
                    <a:pt x="6607" y="162943"/>
                    <a:pt x="6661" y="162943"/>
                  </a:cubicBezTo>
                  <a:cubicBezTo>
                    <a:pt x="6714" y="162943"/>
                    <a:pt x="6874" y="163050"/>
                    <a:pt x="7034" y="163103"/>
                  </a:cubicBezTo>
                  <a:cubicBezTo>
                    <a:pt x="7353" y="163263"/>
                    <a:pt x="7886" y="163529"/>
                    <a:pt x="8579" y="163902"/>
                  </a:cubicBezTo>
                  <a:cubicBezTo>
                    <a:pt x="9964" y="164595"/>
                    <a:pt x="11936" y="165607"/>
                    <a:pt x="14440" y="166939"/>
                  </a:cubicBezTo>
                  <a:cubicBezTo>
                    <a:pt x="19449" y="169604"/>
                    <a:pt x="26376" y="173387"/>
                    <a:pt x="34102" y="177916"/>
                  </a:cubicBezTo>
                  <a:cubicBezTo>
                    <a:pt x="49927" y="187294"/>
                    <a:pt x="67245" y="198856"/>
                    <a:pt x="78008" y="209567"/>
                  </a:cubicBezTo>
                  <a:cubicBezTo>
                    <a:pt x="88771" y="220330"/>
                    <a:pt x="100334" y="237647"/>
                    <a:pt x="109659" y="253473"/>
                  </a:cubicBezTo>
                  <a:cubicBezTo>
                    <a:pt x="114188" y="261146"/>
                    <a:pt x="118024" y="268126"/>
                    <a:pt x="120635" y="273135"/>
                  </a:cubicBezTo>
                  <a:cubicBezTo>
                    <a:pt x="121968" y="275639"/>
                    <a:pt x="122980" y="277664"/>
                    <a:pt x="123672" y="278996"/>
                  </a:cubicBezTo>
                  <a:cubicBezTo>
                    <a:pt x="124046" y="279689"/>
                    <a:pt x="124259" y="280221"/>
                    <a:pt x="124419" y="280541"/>
                  </a:cubicBezTo>
                  <a:lnTo>
                    <a:pt x="124632" y="280967"/>
                  </a:lnTo>
                  <a:lnTo>
                    <a:pt x="124632" y="280967"/>
                  </a:lnTo>
                  <a:cubicBezTo>
                    <a:pt x="124632" y="280967"/>
                    <a:pt x="124632" y="280967"/>
                    <a:pt x="124632" y="280967"/>
                  </a:cubicBezTo>
                  <a:lnTo>
                    <a:pt x="127882" y="287575"/>
                  </a:lnTo>
                  <a:lnTo>
                    <a:pt x="159693" y="287575"/>
                  </a:lnTo>
                  <a:lnTo>
                    <a:pt x="162943" y="280967"/>
                  </a:lnTo>
                  <a:cubicBezTo>
                    <a:pt x="162943" y="280967"/>
                    <a:pt x="162943" y="280967"/>
                    <a:pt x="162943" y="280967"/>
                  </a:cubicBezTo>
                  <a:cubicBezTo>
                    <a:pt x="162943" y="280967"/>
                    <a:pt x="162943" y="280967"/>
                    <a:pt x="162943" y="280914"/>
                  </a:cubicBezTo>
                  <a:cubicBezTo>
                    <a:pt x="162943" y="280861"/>
                    <a:pt x="163050" y="280701"/>
                    <a:pt x="163103" y="280541"/>
                  </a:cubicBezTo>
                  <a:cubicBezTo>
                    <a:pt x="163263" y="280221"/>
                    <a:pt x="163529" y="279689"/>
                    <a:pt x="163902" y="278996"/>
                  </a:cubicBezTo>
                  <a:cubicBezTo>
                    <a:pt x="164595" y="277610"/>
                    <a:pt x="165607" y="275639"/>
                    <a:pt x="166939" y="273135"/>
                  </a:cubicBezTo>
                  <a:cubicBezTo>
                    <a:pt x="169604" y="268126"/>
                    <a:pt x="173387" y="261199"/>
                    <a:pt x="177916" y="253473"/>
                  </a:cubicBezTo>
                  <a:cubicBezTo>
                    <a:pt x="187294" y="237647"/>
                    <a:pt x="198856" y="220330"/>
                    <a:pt x="209567" y="209567"/>
                  </a:cubicBezTo>
                  <a:cubicBezTo>
                    <a:pt x="220330" y="198803"/>
                    <a:pt x="237647" y="187241"/>
                    <a:pt x="253473" y="177916"/>
                  </a:cubicBezTo>
                  <a:cubicBezTo>
                    <a:pt x="261146" y="173387"/>
                    <a:pt x="268126" y="169604"/>
                    <a:pt x="273135" y="166939"/>
                  </a:cubicBezTo>
                  <a:cubicBezTo>
                    <a:pt x="275639" y="165607"/>
                    <a:pt x="277664" y="164595"/>
                    <a:pt x="278996" y="163902"/>
                  </a:cubicBezTo>
                  <a:cubicBezTo>
                    <a:pt x="279688" y="163582"/>
                    <a:pt x="280168" y="163316"/>
                    <a:pt x="280541" y="163103"/>
                  </a:cubicBezTo>
                  <a:cubicBezTo>
                    <a:pt x="280701" y="162996"/>
                    <a:pt x="280808" y="162943"/>
                    <a:pt x="280914" y="162943"/>
                  </a:cubicBezTo>
                  <a:cubicBezTo>
                    <a:pt x="280914" y="162943"/>
                    <a:pt x="280967" y="162943"/>
                    <a:pt x="281021" y="162943"/>
                  </a:cubicBezTo>
                  <a:cubicBezTo>
                    <a:pt x="281021" y="162943"/>
                    <a:pt x="281021" y="162943"/>
                    <a:pt x="281021" y="162943"/>
                  </a:cubicBezTo>
                  <a:lnTo>
                    <a:pt x="281021" y="162943"/>
                  </a:lnTo>
                  <a:lnTo>
                    <a:pt x="287628" y="159693"/>
                  </a:lnTo>
                  <a:lnTo>
                    <a:pt x="287628" y="127882"/>
                  </a:lnTo>
                  <a:lnTo>
                    <a:pt x="281021" y="124632"/>
                  </a:lnTo>
                  <a:lnTo>
                    <a:pt x="281021" y="124632"/>
                  </a:lnTo>
                  <a:cubicBezTo>
                    <a:pt x="281021" y="124632"/>
                    <a:pt x="281021" y="124632"/>
                    <a:pt x="281021" y="124632"/>
                  </a:cubicBezTo>
                  <a:cubicBezTo>
                    <a:pt x="281021" y="124632"/>
                    <a:pt x="281021" y="124632"/>
                    <a:pt x="280914" y="124632"/>
                  </a:cubicBezTo>
                  <a:cubicBezTo>
                    <a:pt x="280861" y="124632"/>
                    <a:pt x="280701" y="124525"/>
                    <a:pt x="280541" y="124472"/>
                  </a:cubicBezTo>
                  <a:cubicBezTo>
                    <a:pt x="280221" y="124312"/>
                    <a:pt x="279688" y="124045"/>
                    <a:pt x="278996" y="123672"/>
                  </a:cubicBezTo>
                  <a:cubicBezTo>
                    <a:pt x="277610" y="122980"/>
                    <a:pt x="275639" y="121967"/>
                    <a:pt x="273135" y="120635"/>
                  </a:cubicBezTo>
                  <a:cubicBezTo>
                    <a:pt x="268126" y="117971"/>
                    <a:pt x="261199" y="114188"/>
                    <a:pt x="253473" y="109659"/>
                  </a:cubicBezTo>
                  <a:cubicBezTo>
                    <a:pt x="237647" y="100281"/>
                    <a:pt x="220330" y="88718"/>
                    <a:pt x="209567" y="78008"/>
                  </a:cubicBezTo>
                  <a:cubicBezTo>
                    <a:pt x="198803" y="67245"/>
                    <a:pt x="187241" y="49927"/>
                    <a:pt x="177916" y="34102"/>
                  </a:cubicBezTo>
                  <a:cubicBezTo>
                    <a:pt x="173387" y="26429"/>
                    <a:pt x="169604" y="19449"/>
                    <a:pt x="166939" y="14440"/>
                  </a:cubicBezTo>
                  <a:cubicBezTo>
                    <a:pt x="165607" y="11936"/>
                    <a:pt x="164595" y="9911"/>
                    <a:pt x="163902" y="8579"/>
                  </a:cubicBezTo>
                  <a:cubicBezTo>
                    <a:pt x="163529" y="7886"/>
                    <a:pt x="163316" y="7353"/>
                    <a:pt x="163103" y="7034"/>
                  </a:cubicBezTo>
                  <a:cubicBezTo>
                    <a:pt x="162996" y="6874"/>
                    <a:pt x="162943" y="6714"/>
                    <a:pt x="162943" y="6661"/>
                  </a:cubicBezTo>
                  <a:cubicBezTo>
                    <a:pt x="162943" y="6661"/>
                    <a:pt x="162943" y="6607"/>
                    <a:pt x="162943" y="6607"/>
                  </a:cubicBezTo>
                  <a:cubicBezTo>
                    <a:pt x="162943" y="6607"/>
                    <a:pt x="162943" y="6607"/>
                    <a:pt x="162943" y="6607"/>
                  </a:cubicBezTo>
                  <a:lnTo>
                    <a:pt x="159693" y="0"/>
                  </a:lnTo>
                  <a:lnTo>
                    <a:pt x="127882" y="0"/>
                  </a:lnTo>
                  <a:lnTo>
                    <a:pt x="124632" y="6607"/>
                  </a:lnTo>
                  <a:close/>
                  <a:moveTo>
                    <a:pt x="143761" y="15932"/>
                  </a:moveTo>
                  <a:cubicBezTo>
                    <a:pt x="143921" y="16198"/>
                    <a:pt x="167579" y="64421"/>
                    <a:pt x="192143" y="90583"/>
                  </a:cubicBezTo>
                  <a:lnTo>
                    <a:pt x="194540" y="93034"/>
                  </a:lnTo>
                  <a:cubicBezTo>
                    <a:pt x="220064" y="118504"/>
                    <a:pt x="271643" y="143814"/>
                    <a:pt x="271643" y="143814"/>
                  </a:cubicBezTo>
                  <a:cubicBezTo>
                    <a:pt x="271643" y="143814"/>
                    <a:pt x="223207" y="167525"/>
                    <a:pt x="196992" y="192196"/>
                  </a:cubicBezTo>
                  <a:lnTo>
                    <a:pt x="194540" y="194594"/>
                  </a:lnTo>
                  <a:cubicBezTo>
                    <a:pt x="169124" y="220010"/>
                    <a:pt x="143921" y="271429"/>
                    <a:pt x="143761" y="271696"/>
                  </a:cubicBezTo>
                  <a:cubicBezTo>
                    <a:pt x="143654" y="271536"/>
                    <a:pt x="118451" y="220064"/>
                    <a:pt x="92981" y="194594"/>
                  </a:cubicBezTo>
                  <a:lnTo>
                    <a:pt x="90530" y="192196"/>
                  </a:lnTo>
                  <a:cubicBezTo>
                    <a:pt x="64421" y="167632"/>
                    <a:pt x="16198" y="143974"/>
                    <a:pt x="15879" y="143814"/>
                  </a:cubicBezTo>
                  <a:cubicBezTo>
                    <a:pt x="16198" y="143654"/>
                    <a:pt x="64421" y="119996"/>
                    <a:pt x="90530" y="95432"/>
                  </a:cubicBezTo>
                  <a:lnTo>
                    <a:pt x="92981" y="93034"/>
                  </a:lnTo>
                  <a:cubicBezTo>
                    <a:pt x="118451" y="67564"/>
                    <a:pt x="143654" y="16092"/>
                    <a:pt x="143761" y="15932"/>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6" name="Group 345">
            <a:extLst>
              <a:ext uri="{FF2B5EF4-FFF2-40B4-BE49-F238E27FC236}">
                <a16:creationId xmlns:a16="http://schemas.microsoft.com/office/drawing/2014/main" id="{57D8448B-CA36-05F6-E2EB-9542B17742ED}"/>
              </a:ext>
            </a:extLst>
          </p:cNvPr>
          <p:cNvGrpSpPr/>
          <p:nvPr userDrawn="1"/>
        </p:nvGrpSpPr>
        <p:grpSpPr>
          <a:xfrm>
            <a:off x="712978" y="1887210"/>
            <a:ext cx="287809" cy="291890"/>
            <a:chOff x="584776" y="2191469"/>
            <a:chExt cx="287734" cy="291890"/>
          </a:xfrm>
        </p:grpSpPr>
        <p:sp>
          <p:nvSpPr>
            <p:cNvPr id="347" name="Freeform 346">
              <a:extLst>
                <a:ext uri="{FF2B5EF4-FFF2-40B4-BE49-F238E27FC236}">
                  <a16:creationId xmlns:a16="http://schemas.microsoft.com/office/drawing/2014/main" id="{DA1C06F4-C1A4-1186-F65D-130C3057147C}"/>
                </a:ext>
              </a:extLst>
            </p:cNvPr>
            <p:cNvSpPr/>
            <p:nvPr/>
          </p:nvSpPr>
          <p:spPr>
            <a:xfrm>
              <a:off x="584776" y="2191469"/>
              <a:ext cx="287734" cy="291890"/>
            </a:xfrm>
            <a:custGeom>
              <a:avLst/>
              <a:gdLst>
                <a:gd name="csX0" fmla="*/ 152606 w 287734"/>
                <a:gd name="csY0" fmla="*/ 3943 h 291890"/>
                <a:gd name="csX1" fmla="*/ 280488 w 287734"/>
                <a:gd name="csY1" fmla="*/ 61596 h 291890"/>
                <a:gd name="csX2" fmla="*/ 287734 w 287734"/>
                <a:gd name="csY2" fmla="*/ 64847 h 291890"/>
                <a:gd name="csX3" fmla="*/ 287734 w 287734"/>
                <a:gd name="csY3" fmla="*/ 97403 h 291890"/>
                <a:gd name="csX4" fmla="*/ 280062 w 287734"/>
                <a:gd name="csY4" fmla="*/ 100654 h 291890"/>
                <a:gd name="csX5" fmla="*/ 248411 w 287734"/>
                <a:gd name="csY5" fmla="*/ 114081 h 291890"/>
                <a:gd name="csX6" fmla="*/ 280168 w 287734"/>
                <a:gd name="csY6" fmla="*/ 127722 h 291890"/>
                <a:gd name="csX7" fmla="*/ 287734 w 287734"/>
                <a:gd name="csY7" fmla="*/ 130972 h 291890"/>
                <a:gd name="csX8" fmla="*/ 287734 w 287734"/>
                <a:gd name="csY8" fmla="*/ 163849 h 291890"/>
                <a:gd name="csX9" fmla="*/ 279742 w 287734"/>
                <a:gd name="csY9" fmla="*/ 167099 h 291890"/>
                <a:gd name="csX10" fmla="*/ 247398 w 287734"/>
                <a:gd name="csY10" fmla="*/ 180154 h 291890"/>
                <a:gd name="csX11" fmla="*/ 280488 w 287734"/>
                <a:gd name="csY11" fmla="*/ 195073 h 291890"/>
                <a:gd name="csX12" fmla="*/ 287734 w 287734"/>
                <a:gd name="csY12" fmla="*/ 198324 h 291890"/>
                <a:gd name="csX13" fmla="*/ 287734 w 287734"/>
                <a:gd name="csY13" fmla="*/ 230880 h 291890"/>
                <a:gd name="csX14" fmla="*/ 280062 w 287734"/>
                <a:gd name="csY14" fmla="*/ 234131 h 291890"/>
                <a:gd name="csX15" fmla="*/ 152180 w 287734"/>
                <a:gd name="csY15" fmla="*/ 288374 h 291890"/>
                <a:gd name="csX16" fmla="*/ 143867 w 287734"/>
                <a:gd name="csY16" fmla="*/ 291891 h 291890"/>
                <a:gd name="csX17" fmla="*/ 135555 w 287734"/>
                <a:gd name="csY17" fmla="*/ 288374 h 291890"/>
                <a:gd name="csX18" fmla="*/ 7673 w 287734"/>
                <a:gd name="csY18" fmla="*/ 234131 h 291890"/>
                <a:gd name="csX19" fmla="*/ 0 w 287734"/>
                <a:gd name="csY19" fmla="*/ 230880 h 291890"/>
                <a:gd name="csX20" fmla="*/ 0 w 287734"/>
                <a:gd name="csY20" fmla="*/ 198324 h 291890"/>
                <a:gd name="csX21" fmla="*/ 7247 w 287734"/>
                <a:gd name="csY21" fmla="*/ 195073 h 291890"/>
                <a:gd name="csX22" fmla="*/ 40336 w 287734"/>
                <a:gd name="csY22" fmla="*/ 180154 h 291890"/>
                <a:gd name="csX23" fmla="*/ 7993 w 287734"/>
                <a:gd name="csY23" fmla="*/ 167099 h 291890"/>
                <a:gd name="csX24" fmla="*/ 0 w 287734"/>
                <a:gd name="csY24" fmla="*/ 163849 h 291890"/>
                <a:gd name="csX25" fmla="*/ 0 w 287734"/>
                <a:gd name="csY25" fmla="*/ 130972 h 291890"/>
                <a:gd name="csX26" fmla="*/ 7566 w 287734"/>
                <a:gd name="csY26" fmla="*/ 127722 h 291890"/>
                <a:gd name="csX27" fmla="*/ 39324 w 287734"/>
                <a:gd name="csY27" fmla="*/ 114081 h 291890"/>
                <a:gd name="csX28" fmla="*/ 7673 w 287734"/>
                <a:gd name="csY28" fmla="*/ 100654 h 291890"/>
                <a:gd name="csX29" fmla="*/ 0 w 287734"/>
                <a:gd name="csY29" fmla="*/ 97403 h 291890"/>
                <a:gd name="csX30" fmla="*/ 0 w 287734"/>
                <a:gd name="csY30" fmla="*/ 64847 h 291890"/>
                <a:gd name="csX31" fmla="*/ 7247 w 287734"/>
                <a:gd name="csY31" fmla="*/ 61596 h 291890"/>
                <a:gd name="csX32" fmla="*/ 135129 w 287734"/>
                <a:gd name="csY32" fmla="*/ 3943 h 291890"/>
                <a:gd name="csX33" fmla="*/ 143867 w 287734"/>
                <a:gd name="csY33" fmla="*/ 0 h 291890"/>
                <a:gd name="csX34" fmla="*/ 152606 w 287734"/>
                <a:gd name="csY34" fmla="*/ 3943 h 291890"/>
                <a:gd name="csX35" fmla="*/ 151807 w 287734"/>
                <a:gd name="csY35" fmla="*/ 218731 h 291890"/>
                <a:gd name="csX36" fmla="*/ 143814 w 287734"/>
                <a:gd name="csY36" fmla="*/ 221982 h 291890"/>
                <a:gd name="csX37" fmla="*/ 135821 w 287734"/>
                <a:gd name="csY37" fmla="*/ 218731 h 291890"/>
                <a:gd name="csX38" fmla="*/ 67618 w 287734"/>
                <a:gd name="csY38" fmla="*/ 191184 h 291890"/>
                <a:gd name="csX39" fmla="*/ 15932 w 287734"/>
                <a:gd name="csY39" fmla="*/ 214469 h 291890"/>
                <a:gd name="csX40" fmla="*/ 143814 w 287734"/>
                <a:gd name="csY40" fmla="*/ 268712 h 291890"/>
                <a:gd name="csX41" fmla="*/ 271696 w 287734"/>
                <a:gd name="csY41" fmla="*/ 214469 h 291890"/>
                <a:gd name="csX42" fmla="*/ 220010 w 287734"/>
                <a:gd name="csY42" fmla="*/ 191184 h 291890"/>
                <a:gd name="csX43" fmla="*/ 151807 w 287734"/>
                <a:gd name="csY43" fmla="*/ 218731 h 291890"/>
                <a:gd name="csX44" fmla="*/ 152180 w 287734"/>
                <a:gd name="csY44" fmla="*/ 154897 h 291890"/>
                <a:gd name="csX45" fmla="*/ 143867 w 287734"/>
                <a:gd name="csY45" fmla="*/ 158414 h 291890"/>
                <a:gd name="csX46" fmla="*/ 135555 w 287734"/>
                <a:gd name="csY46" fmla="*/ 154897 h 291890"/>
                <a:gd name="csX47" fmla="*/ 66499 w 287734"/>
                <a:gd name="csY47" fmla="*/ 125591 h 291890"/>
                <a:gd name="csX48" fmla="*/ 15985 w 287734"/>
                <a:gd name="csY48" fmla="*/ 147277 h 291890"/>
                <a:gd name="csX49" fmla="*/ 143867 w 287734"/>
                <a:gd name="csY49" fmla="*/ 198963 h 291890"/>
                <a:gd name="csX50" fmla="*/ 271749 w 287734"/>
                <a:gd name="csY50" fmla="*/ 147277 h 291890"/>
                <a:gd name="csX51" fmla="*/ 221236 w 287734"/>
                <a:gd name="csY51" fmla="*/ 125591 h 291890"/>
                <a:gd name="csX52" fmla="*/ 152180 w 287734"/>
                <a:gd name="csY52" fmla="*/ 154897 h 291890"/>
                <a:gd name="csX53" fmla="*/ 15932 w 287734"/>
                <a:gd name="csY53" fmla="*/ 81045 h 291890"/>
                <a:gd name="csX54" fmla="*/ 143814 w 287734"/>
                <a:gd name="csY54" fmla="*/ 135288 h 291890"/>
                <a:gd name="csX55" fmla="*/ 271696 w 287734"/>
                <a:gd name="csY55" fmla="*/ 81045 h 291890"/>
                <a:gd name="csX56" fmla="*/ 143814 w 287734"/>
                <a:gd name="csY56" fmla="*/ 23392 h 291890"/>
                <a:gd name="csX57" fmla="*/ 15932 w 287734"/>
                <a:gd name="csY57" fmla="*/ 81045 h 291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87734" h="291890">
                  <a:moveTo>
                    <a:pt x="152606" y="3943"/>
                  </a:moveTo>
                  <a:lnTo>
                    <a:pt x="280488" y="61596"/>
                  </a:lnTo>
                  <a:lnTo>
                    <a:pt x="287734" y="64847"/>
                  </a:lnTo>
                  <a:lnTo>
                    <a:pt x="287734" y="97403"/>
                  </a:lnTo>
                  <a:lnTo>
                    <a:pt x="280062" y="100654"/>
                  </a:lnTo>
                  <a:lnTo>
                    <a:pt x="248411" y="114081"/>
                  </a:lnTo>
                  <a:lnTo>
                    <a:pt x="280168" y="127722"/>
                  </a:lnTo>
                  <a:lnTo>
                    <a:pt x="287734" y="130972"/>
                  </a:lnTo>
                  <a:lnTo>
                    <a:pt x="287734" y="163849"/>
                  </a:lnTo>
                  <a:lnTo>
                    <a:pt x="279742" y="167099"/>
                  </a:lnTo>
                  <a:lnTo>
                    <a:pt x="247398" y="180154"/>
                  </a:lnTo>
                  <a:lnTo>
                    <a:pt x="280488" y="195073"/>
                  </a:lnTo>
                  <a:lnTo>
                    <a:pt x="287734" y="198324"/>
                  </a:lnTo>
                  <a:lnTo>
                    <a:pt x="287734" y="230880"/>
                  </a:lnTo>
                  <a:lnTo>
                    <a:pt x="280062" y="234131"/>
                  </a:lnTo>
                  <a:lnTo>
                    <a:pt x="152180" y="288374"/>
                  </a:lnTo>
                  <a:lnTo>
                    <a:pt x="143867" y="291891"/>
                  </a:lnTo>
                  <a:lnTo>
                    <a:pt x="135555" y="288374"/>
                  </a:lnTo>
                  <a:lnTo>
                    <a:pt x="7673" y="234131"/>
                  </a:lnTo>
                  <a:lnTo>
                    <a:pt x="0" y="230880"/>
                  </a:lnTo>
                  <a:lnTo>
                    <a:pt x="0" y="198324"/>
                  </a:lnTo>
                  <a:lnTo>
                    <a:pt x="7247" y="195073"/>
                  </a:lnTo>
                  <a:lnTo>
                    <a:pt x="40336" y="180154"/>
                  </a:lnTo>
                  <a:lnTo>
                    <a:pt x="7993" y="167099"/>
                  </a:lnTo>
                  <a:lnTo>
                    <a:pt x="0" y="163849"/>
                  </a:lnTo>
                  <a:lnTo>
                    <a:pt x="0" y="130972"/>
                  </a:lnTo>
                  <a:lnTo>
                    <a:pt x="7566" y="127722"/>
                  </a:lnTo>
                  <a:lnTo>
                    <a:pt x="39324" y="114081"/>
                  </a:lnTo>
                  <a:lnTo>
                    <a:pt x="7673" y="100654"/>
                  </a:lnTo>
                  <a:lnTo>
                    <a:pt x="0" y="97403"/>
                  </a:lnTo>
                  <a:lnTo>
                    <a:pt x="0" y="64847"/>
                  </a:lnTo>
                  <a:lnTo>
                    <a:pt x="7247" y="61596"/>
                  </a:lnTo>
                  <a:lnTo>
                    <a:pt x="135129" y="3943"/>
                  </a:lnTo>
                  <a:lnTo>
                    <a:pt x="143867" y="0"/>
                  </a:lnTo>
                  <a:lnTo>
                    <a:pt x="152606" y="3943"/>
                  </a:lnTo>
                  <a:close/>
                  <a:moveTo>
                    <a:pt x="151807" y="218731"/>
                  </a:moveTo>
                  <a:lnTo>
                    <a:pt x="143814" y="221982"/>
                  </a:lnTo>
                  <a:lnTo>
                    <a:pt x="135821" y="218731"/>
                  </a:lnTo>
                  <a:lnTo>
                    <a:pt x="67618" y="191184"/>
                  </a:lnTo>
                  <a:lnTo>
                    <a:pt x="15932" y="214469"/>
                  </a:lnTo>
                  <a:lnTo>
                    <a:pt x="143814" y="268712"/>
                  </a:lnTo>
                  <a:lnTo>
                    <a:pt x="271696" y="214469"/>
                  </a:lnTo>
                  <a:lnTo>
                    <a:pt x="220010" y="191184"/>
                  </a:lnTo>
                  <a:lnTo>
                    <a:pt x="151807" y="218731"/>
                  </a:lnTo>
                  <a:close/>
                  <a:moveTo>
                    <a:pt x="152180" y="154897"/>
                  </a:moveTo>
                  <a:lnTo>
                    <a:pt x="143867" y="158414"/>
                  </a:lnTo>
                  <a:lnTo>
                    <a:pt x="135555" y="154897"/>
                  </a:lnTo>
                  <a:lnTo>
                    <a:pt x="66499" y="125591"/>
                  </a:lnTo>
                  <a:lnTo>
                    <a:pt x="15985" y="147277"/>
                  </a:lnTo>
                  <a:lnTo>
                    <a:pt x="143867" y="198963"/>
                  </a:lnTo>
                  <a:lnTo>
                    <a:pt x="271749" y="147277"/>
                  </a:lnTo>
                  <a:lnTo>
                    <a:pt x="221236" y="125591"/>
                  </a:lnTo>
                  <a:lnTo>
                    <a:pt x="152180" y="154897"/>
                  </a:lnTo>
                  <a:close/>
                  <a:moveTo>
                    <a:pt x="15932" y="81045"/>
                  </a:moveTo>
                  <a:lnTo>
                    <a:pt x="143814" y="135288"/>
                  </a:lnTo>
                  <a:lnTo>
                    <a:pt x="271696" y="81045"/>
                  </a:lnTo>
                  <a:lnTo>
                    <a:pt x="143814" y="23392"/>
                  </a:lnTo>
                  <a:lnTo>
                    <a:pt x="15932" y="8104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48" name="Freeform 347">
              <a:extLst>
                <a:ext uri="{FF2B5EF4-FFF2-40B4-BE49-F238E27FC236}">
                  <a16:creationId xmlns:a16="http://schemas.microsoft.com/office/drawing/2014/main" id="{6B3EA34C-2CA6-0D1F-18C3-163538AEB665}"/>
                </a:ext>
              </a:extLst>
            </p:cNvPr>
            <p:cNvSpPr/>
            <p:nvPr/>
          </p:nvSpPr>
          <p:spPr>
            <a:xfrm>
              <a:off x="584776" y="2191469"/>
              <a:ext cx="287734" cy="291890"/>
            </a:xfrm>
            <a:custGeom>
              <a:avLst/>
              <a:gdLst>
                <a:gd name="csX0" fmla="*/ 152606 w 287734"/>
                <a:gd name="csY0" fmla="*/ 3943 h 291890"/>
                <a:gd name="csX1" fmla="*/ 280488 w 287734"/>
                <a:gd name="csY1" fmla="*/ 61596 h 291890"/>
                <a:gd name="csX2" fmla="*/ 287734 w 287734"/>
                <a:gd name="csY2" fmla="*/ 64847 h 291890"/>
                <a:gd name="csX3" fmla="*/ 287734 w 287734"/>
                <a:gd name="csY3" fmla="*/ 97403 h 291890"/>
                <a:gd name="csX4" fmla="*/ 280062 w 287734"/>
                <a:gd name="csY4" fmla="*/ 100654 h 291890"/>
                <a:gd name="csX5" fmla="*/ 248411 w 287734"/>
                <a:gd name="csY5" fmla="*/ 114081 h 291890"/>
                <a:gd name="csX6" fmla="*/ 280168 w 287734"/>
                <a:gd name="csY6" fmla="*/ 127722 h 291890"/>
                <a:gd name="csX7" fmla="*/ 287734 w 287734"/>
                <a:gd name="csY7" fmla="*/ 130972 h 291890"/>
                <a:gd name="csX8" fmla="*/ 287734 w 287734"/>
                <a:gd name="csY8" fmla="*/ 163849 h 291890"/>
                <a:gd name="csX9" fmla="*/ 279742 w 287734"/>
                <a:gd name="csY9" fmla="*/ 167099 h 291890"/>
                <a:gd name="csX10" fmla="*/ 247398 w 287734"/>
                <a:gd name="csY10" fmla="*/ 180154 h 291890"/>
                <a:gd name="csX11" fmla="*/ 280488 w 287734"/>
                <a:gd name="csY11" fmla="*/ 195073 h 291890"/>
                <a:gd name="csX12" fmla="*/ 287734 w 287734"/>
                <a:gd name="csY12" fmla="*/ 198324 h 291890"/>
                <a:gd name="csX13" fmla="*/ 287734 w 287734"/>
                <a:gd name="csY13" fmla="*/ 230880 h 291890"/>
                <a:gd name="csX14" fmla="*/ 280062 w 287734"/>
                <a:gd name="csY14" fmla="*/ 234131 h 291890"/>
                <a:gd name="csX15" fmla="*/ 152180 w 287734"/>
                <a:gd name="csY15" fmla="*/ 288374 h 291890"/>
                <a:gd name="csX16" fmla="*/ 143867 w 287734"/>
                <a:gd name="csY16" fmla="*/ 291891 h 291890"/>
                <a:gd name="csX17" fmla="*/ 135555 w 287734"/>
                <a:gd name="csY17" fmla="*/ 288374 h 291890"/>
                <a:gd name="csX18" fmla="*/ 7673 w 287734"/>
                <a:gd name="csY18" fmla="*/ 234131 h 291890"/>
                <a:gd name="csX19" fmla="*/ 0 w 287734"/>
                <a:gd name="csY19" fmla="*/ 230880 h 291890"/>
                <a:gd name="csX20" fmla="*/ 0 w 287734"/>
                <a:gd name="csY20" fmla="*/ 198324 h 291890"/>
                <a:gd name="csX21" fmla="*/ 7247 w 287734"/>
                <a:gd name="csY21" fmla="*/ 195073 h 291890"/>
                <a:gd name="csX22" fmla="*/ 40336 w 287734"/>
                <a:gd name="csY22" fmla="*/ 180154 h 291890"/>
                <a:gd name="csX23" fmla="*/ 7993 w 287734"/>
                <a:gd name="csY23" fmla="*/ 167099 h 291890"/>
                <a:gd name="csX24" fmla="*/ 0 w 287734"/>
                <a:gd name="csY24" fmla="*/ 163849 h 291890"/>
                <a:gd name="csX25" fmla="*/ 0 w 287734"/>
                <a:gd name="csY25" fmla="*/ 130972 h 291890"/>
                <a:gd name="csX26" fmla="*/ 7566 w 287734"/>
                <a:gd name="csY26" fmla="*/ 127722 h 291890"/>
                <a:gd name="csX27" fmla="*/ 39324 w 287734"/>
                <a:gd name="csY27" fmla="*/ 114081 h 291890"/>
                <a:gd name="csX28" fmla="*/ 7673 w 287734"/>
                <a:gd name="csY28" fmla="*/ 100654 h 291890"/>
                <a:gd name="csX29" fmla="*/ 0 w 287734"/>
                <a:gd name="csY29" fmla="*/ 97403 h 291890"/>
                <a:gd name="csX30" fmla="*/ 0 w 287734"/>
                <a:gd name="csY30" fmla="*/ 64847 h 291890"/>
                <a:gd name="csX31" fmla="*/ 7247 w 287734"/>
                <a:gd name="csY31" fmla="*/ 61596 h 291890"/>
                <a:gd name="csX32" fmla="*/ 135129 w 287734"/>
                <a:gd name="csY32" fmla="*/ 3943 h 291890"/>
                <a:gd name="csX33" fmla="*/ 143867 w 287734"/>
                <a:gd name="csY33" fmla="*/ 0 h 291890"/>
                <a:gd name="csX34" fmla="*/ 152606 w 287734"/>
                <a:gd name="csY34" fmla="*/ 3943 h 291890"/>
                <a:gd name="csX35" fmla="*/ 151807 w 287734"/>
                <a:gd name="csY35" fmla="*/ 218731 h 291890"/>
                <a:gd name="csX36" fmla="*/ 143814 w 287734"/>
                <a:gd name="csY36" fmla="*/ 221982 h 291890"/>
                <a:gd name="csX37" fmla="*/ 135821 w 287734"/>
                <a:gd name="csY37" fmla="*/ 218731 h 291890"/>
                <a:gd name="csX38" fmla="*/ 67618 w 287734"/>
                <a:gd name="csY38" fmla="*/ 191184 h 291890"/>
                <a:gd name="csX39" fmla="*/ 15932 w 287734"/>
                <a:gd name="csY39" fmla="*/ 214469 h 291890"/>
                <a:gd name="csX40" fmla="*/ 143814 w 287734"/>
                <a:gd name="csY40" fmla="*/ 268712 h 291890"/>
                <a:gd name="csX41" fmla="*/ 271696 w 287734"/>
                <a:gd name="csY41" fmla="*/ 214469 h 291890"/>
                <a:gd name="csX42" fmla="*/ 220010 w 287734"/>
                <a:gd name="csY42" fmla="*/ 191184 h 291890"/>
                <a:gd name="csX43" fmla="*/ 151807 w 287734"/>
                <a:gd name="csY43" fmla="*/ 218731 h 291890"/>
                <a:gd name="csX44" fmla="*/ 152180 w 287734"/>
                <a:gd name="csY44" fmla="*/ 154897 h 291890"/>
                <a:gd name="csX45" fmla="*/ 143867 w 287734"/>
                <a:gd name="csY45" fmla="*/ 158414 h 291890"/>
                <a:gd name="csX46" fmla="*/ 135555 w 287734"/>
                <a:gd name="csY46" fmla="*/ 154897 h 291890"/>
                <a:gd name="csX47" fmla="*/ 66499 w 287734"/>
                <a:gd name="csY47" fmla="*/ 125591 h 291890"/>
                <a:gd name="csX48" fmla="*/ 15985 w 287734"/>
                <a:gd name="csY48" fmla="*/ 147277 h 291890"/>
                <a:gd name="csX49" fmla="*/ 143867 w 287734"/>
                <a:gd name="csY49" fmla="*/ 198963 h 291890"/>
                <a:gd name="csX50" fmla="*/ 271749 w 287734"/>
                <a:gd name="csY50" fmla="*/ 147277 h 291890"/>
                <a:gd name="csX51" fmla="*/ 221236 w 287734"/>
                <a:gd name="csY51" fmla="*/ 125591 h 291890"/>
                <a:gd name="csX52" fmla="*/ 152180 w 287734"/>
                <a:gd name="csY52" fmla="*/ 154897 h 291890"/>
                <a:gd name="csX53" fmla="*/ 15932 w 287734"/>
                <a:gd name="csY53" fmla="*/ 81045 h 291890"/>
                <a:gd name="csX54" fmla="*/ 143814 w 287734"/>
                <a:gd name="csY54" fmla="*/ 135288 h 291890"/>
                <a:gd name="csX55" fmla="*/ 271696 w 287734"/>
                <a:gd name="csY55" fmla="*/ 81045 h 291890"/>
                <a:gd name="csX56" fmla="*/ 143814 w 287734"/>
                <a:gd name="csY56" fmla="*/ 23392 h 291890"/>
                <a:gd name="csX57" fmla="*/ 15932 w 287734"/>
                <a:gd name="csY57" fmla="*/ 81045 h 291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87734" h="291890">
                  <a:moveTo>
                    <a:pt x="152606" y="3943"/>
                  </a:moveTo>
                  <a:lnTo>
                    <a:pt x="280488" y="61596"/>
                  </a:lnTo>
                  <a:lnTo>
                    <a:pt x="287734" y="64847"/>
                  </a:lnTo>
                  <a:lnTo>
                    <a:pt x="287734" y="97403"/>
                  </a:lnTo>
                  <a:lnTo>
                    <a:pt x="280062" y="100654"/>
                  </a:lnTo>
                  <a:lnTo>
                    <a:pt x="248411" y="114081"/>
                  </a:lnTo>
                  <a:lnTo>
                    <a:pt x="280168" y="127722"/>
                  </a:lnTo>
                  <a:lnTo>
                    <a:pt x="287734" y="130972"/>
                  </a:lnTo>
                  <a:lnTo>
                    <a:pt x="287734" y="163849"/>
                  </a:lnTo>
                  <a:lnTo>
                    <a:pt x="279742" y="167099"/>
                  </a:lnTo>
                  <a:lnTo>
                    <a:pt x="247398" y="180154"/>
                  </a:lnTo>
                  <a:lnTo>
                    <a:pt x="280488" y="195073"/>
                  </a:lnTo>
                  <a:lnTo>
                    <a:pt x="287734" y="198324"/>
                  </a:lnTo>
                  <a:lnTo>
                    <a:pt x="287734" y="230880"/>
                  </a:lnTo>
                  <a:lnTo>
                    <a:pt x="280062" y="234131"/>
                  </a:lnTo>
                  <a:lnTo>
                    <a:pt x="152180" y="288374"/>
                  </a:lnTo>
                  <a:lnTo>
                    <a:pt x="143867" y="291891"/>
                  </a:lnTo>
                  <a:lnTo>
                    <a:pt x="135555" y="288374"/>
                  </a:lnTo>
                  <a:lnTo>
                    <a:pt x="7673" y="234131"/>
                  </a:lnTo>
                  <a:lnTo>
                    <a:pt x="0" y="230880"/>
                  </a:lnTo>
                  <a:lnTo>
                    <a:pt x="0" y="198324"/>
                  </a:lnTo>
                  <a:lnTo>
                    <a:pt x="7247" y="195073"/>
                  </a:lnTo>
                  <a:lnTo>
                    <a:pt x="40336" y="180154"/>
                  </a:lnTo>
                  <a:lnTo>
                    <a:pt x="7993" y="167099"/>
                  </a:lnTo>
                  <a:lnTo>
                    <a:pt x="0" y="163849"/>
                  </a:lnTo>
                  <a:lnTo>
                    <a:pt x="0" y="130972"/>
                  </a:lnTo>
                  <a:lnTo>
                    <a:pt x="7566" y="127722"/>
                  </a:lnTo>
                  <a:lnTo>
                    <a:pt x="39324" y="114081"/>
                  </a:lnTo>
                  <a:lnTo>
                    <a:pt x="7673" y="100654"/>
                  </a:lnTo>
                  <a:lnTo>
                    <a:pt x="0" y="97403"/>
                  </a:lnTo>
                  <a:lnTo>
                    <a:pt x="0" y="64847"/>
                  </a:lnTo>
                  <a:lnTo>
                    <a:pt x="7247" y="61596"/>
                  </a:lnTo>
                  <a:lnTo>
                    <a:pt x="135129" y="3943"/>
                  </a:lnTo>
                  <a:lnTo>
                    <a:pt x="143867" y="0"/>
                  </a:lnTo>
                  <a:lnTo>
                    <a:pt x="152606" y="3943"/>
                  </a:lnTo>
                  <a:close/>
                  <a:moveTo>
                    <a:pt x="151807" y="218731"/>
                  </a:moveTo>
                  <a:lnTo>
                    <a:pt x="143814" y="221982"/>
                  </a:lnTo>
                  <a:lnTo>
                    <a:pt x="135821" y="218731"/>
                  </a:lnTo>
                  <a:lnTo>
                    <a:pt x="67618" y="191184"/>
                  </a:lnTo>
                  <a:lnTo>
                    <a:pt x="15932" y="214469"/>
                  </a:lnTo>
                  <a:lnTo>
                    <a:pt x="143814" y="268712"/>
                  </a:lnTo>
                  <a:lnTo>
                    <a:pt x="271696" y="214469"/>
                  </a:lnTo>
                  <a:lnTo>
                    <a:pt x="220010" y="191184"/>
                  </a:lnTo>
                  <a:lnTo>
                    <a:pt x="151807" y="218731"/>
                  </a:lnTo>
                  <a:close/>
                  <a:moveTo>
                    <a:pt x="152180" y="154897"/>
                  </a:moveTo>
                  <a:lnTo>
                    <a:pt x="143867" y="158414"/>
                  </a:lnTo>
                  <a:lnTo>
                    <a:pt x="135555" y="154897"/>
                  </a:lnTo>
                  <a:lnTo>
                    <a:pt x="66499" y="125591"/>
                  </a:lnTo>
                  <a:lnTo>
                    <a:pt x="15985" y="147277"/>
                  </a:lnTo>
                  <a:lnTo>
                    <a:pt x="143867" y="198963"/>
                  </a:lnTo>
                  <a:lnTo>
                    <a:pt x="271749" y="147277"/>
                  </a:lnTo>
                  <a:lnTo>
                    <a:pt x="221236" y="125591"/>
                  </a:lnTo>
                  <a:lnTo>
                    <a:pt x="152180" y="154897"/>
                  </a:lnTo>
                  <a:close/>
                  <a:moveTo>
                    <a:pt x="15932" y="81045"/>
                  </a:moveTo>
                  <a:lnTo>
                    <a:pt x="143814" y="135288"/>
                  </a:lnTo>
                  <a:lnTo>
                    <a:pt x="271696" y="81045"/>
                  </a:lnTo>
                  <a:lnTo>
                    <a:pt x="143814" y="23392"/>
                  </a:lnTo>
                  <a:lnTo>
                    <a:pt x="15932" y="8104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49" name="Group 348">
            <a:extLst>
              <a:ext uri="{FF2B5EF4-FFF2-40B4-BE49-F238E27FC236}">
                <a16:creationId xmlns:a16="http://schemas.microsoft.com/office/drawing/2014/main" id="{86FA1528-C482-2DA4-9BE0-315C384F10DC}"/>
              </a:ext>
            </a:extLst>
          </p:cNvPr>
          <p:cNvGrpSpPr/>
          <p:nvPr userDrawn="1"/>
        </p:nvGrpSpPr>
        <p:grpSpPr>
          <a:xfrm>
            <a:off x="4167073" y="3807525"/>
            <a:ext cx="287721" cy="287745"/>
            <a:chOff x="3653924" y="4111784"/>
            <a:chExt cx="287646" cy="287745"/>
          </a:xfrm>
        </p:grpSpPr>
        <p:sp>
          <p:nvSpPr>
            <p:cNvPr id="350" name="Freeform 349">
              <a:extLst>
                <a:ext uri="{FF2B5EF4-FFF2-40B4-BE49-F238E27FC236}">
                  <a16:creationId xmlns:a16="http://schemas.microsoft.com/office/drawing/2014/main" id="{C441DE3A-6A75-B486-C38F-B12679681E5D}"/>
                </a:ext>
              </a:extLst>
            </p:cNvPr>
            <p:cNvSpPr/>
            <p:nvPr/>
          </p:nvSpPr>
          <p:spPr>
            <a:xfrm>
              <a:off x="3653924" y="4111784"/>
              <a:ext cx="287646" cy="287745"/>
            </a:xfrm>
            <a:custGeom>
              <a:avLst/>
              <a:gdLst>
                <a:gd name="csX0" fmla="*/ 143832 w 287646"/>
                <a:gd name="csY0" fmla="*/ 79918 h 287745"/>
                <a:gd name="csX1" fmla="*/ 186460 w 287646"/>
                <a:gd name="csY1" fmla="*/ 96223 h 287745"/>
                <a:gd name="csX2" fmla="*/ 186460 w 287646"/>
                <a:gd name="csY2" fmla="*/ 79918 h 287745"/>
                <a:gd name="csX3" fmla="*/ 207773 w 287646"/>
                <a:gd name="csY3" fmla="*/ 79918 h 287745"/>
                <a:gd name="csX4" fmla="*/ 207773 w 287646"/>
                <a:gd name="csY4" fmla="*/ 157180 h 287745"/>
                <a:gd name="csX5" fmla="*/ 216352 w 287646"/>
                <a:gd name="csY5" fmla="*/ 177908 h 287745"/>
                <a:gd name="csX6" fmla="*/ 237079 w 287646"/>
                <a:gd name="csY6" fmla="*/ 186487 h 287745"/>
                <a:gd name="csX7" fmla="*/ 257807 w 287646"/>
                <a:gd name="csY7" fmla="*/ 177908 h 287745"/>
                <a:gd name="csX8" fmla="*/ 266386 w 287646"/>
                <a:gd name="csY8" fmla="*/ 157180 h 287745"/>
                <a:gd name="csX9" fmla="*/ 266386 w 287646"/>
                <a:gd name="csY9" fmla="*/ 141301 h 287745"/>
                <a:gd name="csX10" fmla="*/ 239850 w 287646"/>
                <a:gd name="csY10" fmla="*/ 67716 h 287745"/>
                <a:gd name="csX11" fmla="*/ 171700 w 287646"/>
                <a:gd name="csY11" fmla="*/ 24556 h 287745"/>
                <a:gd name="csX12" fmla="*/ 91507 w 287646"/>
                <a:gd name="csY12" fmla="*/ 33081 h 287745"/>
                <a:gd name="csX13" fmla="*/ 33960 w 287646"/>
                <a:gd name="csY13" fmla="*/ 89616 h 287745"/>
                <a:gd name="csX14" fmla="*/ 24050 w 287646"/>
                <a:gd name="csY14" fmla="*/ 169649 h 287745"/>
                <a:gd name="csX15" fmla="*/ 66037 w 287646"/>
                <a:gd name="csY15" fmla="*/ 238545 h 287745"/>
                <a:gd name="csX16" fmla="*/ 141754 w 287646"/>
                <a:gd name="csY16" fmla="*/ 266413 h 287745"/>
                <a:gd name="csX17" fmla="*/ 218377 w 287646"/>
                <a:gd name="csY17" fmla="*/ 241156 h 287745"/>
                <a:gd name="csX18" fmla="*/ 226849 w 287646"/>
                <a:gd name="csY18" fmla="*/ 234655 h 287745"/>
                <a:gd name="csX19" fmla="*/ 239797 w 287646"/>
                <a:gd name="csY19" fmla="*/ 251600 h 287745"/>
                <a:gd name="csX20" fmla="*/ 231325 w 287646"/>
                <a:gd name="csY20" fmla="*/ 258101 h 287745"/>
                <a:gd name="csX21" fmla="*/ 141381 w 287646"/>
                <a:gd name="csY21" fmla="*/ 287726 h 287745"/>
                <a:gd name="csX22" fmla="*/ 52503 w 287646"/>
                <a:gd name="csY22" fmla="*/ 255010 h 287745"/>
                <a:gd name="csX23" fmla="*/ 3215 w 287646"/>
                <a:gd name="csY23" fmla="*/ 174178 h 287745"/>
                <a:gd name="csX24" fmla="*/ 14831 w 287646"/>
                <a:gd name="csY24" fmla="*/ 80185 h 287745"/>
                <a:gd name="csX25" fmla="*/ 82342 w 287646"/>
                <a:gd name="csY25" fmla="*/ 13793 h 287745"/>
                <a:gd name="csX26" fmla="*/ 176495 w 287646"/>
                <a:gd name="csY26" fmla="*/ 3775 h 287745"/>
                <a:gd name="csX27" fmla="*/ 256475 w 287646"/>
                <a:gd name="csY27" fmla="*/ 54448 h 287745"/>
                <a:gd name="csX28" fmla="*/ 287646 w 287646"/>
                <a:gd name="csY28" fmla="*/ 143859 h 287745"/>
                <a:gd name="csX29" fmla="*/ 287646 w 287646"/>
                <a:gd name="csY29" fmla="*/ 157180 h 287745"/>
                <a:gd name="csX30" fmla="*/ 272833 w 287646"/>
                <a:gd name="csY30" fmla="*/ 192987 h 287745"/>
                <a:gd name="csX31" fmla="*/ 237026 w 287646"/>
                <a:gd name="csY31" fmla="*/ 207800 h 287745"/>
                <a:gd name="csX32" fmla="*/ 201219 w 287646"/>
                <a:gd name="csY32" fmla="*/ 192987 h 287745"/>
                <a:gd name="csX33" fmla="*/ 193813 w 287646"/>
                <a:gd name="csY33" fmla="*/ 183609 h 287745"/>
                <a:gd name="csX34" fmla="*/ 143726 w 287646"/>
                <a:gd name="csY34" fmla="*/ 207800 h 287745"/>
                <a:gd name="csX35" fmla="*/ 79785 w 287646"/>
                <a:gd name="csY35" fmla="*/ 143859 h 287745"/>
                <a:gd name="csX36" fmla="*/ 143726 w 287646"/>
                <a:gd name="csY36" fmla="*/ 79918 h 287745"/>
                <a:gd name="csX37" fmla="*/ 101205 w 287646"/>
                <a:gd name="csY37" fmla="*/ 143859 h 287745"/>
                <a:gd name="csX38" fmla="*/ 143832 w 287646"/>
                <a:gd name="csY38" fmla="*/ 186487 h 287745"/>
                <a:gd name="csX39" fmla="*/ 186460 w 287646"/>
                <a:gd name="csY39" fmla="*/ 143859 h 287745"/>
                <a:gd name="csX40" fmla="*/ 143832 w 287646"/>
                <a:gd name="csY40" fmla="*/ 101232 h 287745"/>
                <a:gd name="csX41" fmla="*/ 101205 w 287646"/>
                <a:gd name="csY41" fmla="*/ 143859 h 2877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87646" h="287745">
                  <a:moveTo>
                    <a:pt x="143832" y="79918"/>
                  </a:moveTo>
                  <a:cubicBezTo>
                    <a:pt x="160190" y="79918"/>
                    <a:pt x="175163" y="86099"/>
                    <a:pt x="186460" y="96223"/>
                  </a:cubicBezTo>
                  <a:lnTo>
                    <a:pt x="186460" y="79918"/>
                  </a:lnTo>
                  <a:lnTo>
                    <a:pt x="207773" y="79918"/>
                  </a:lnTo>
                  <a:lnTo>
                    <a:pt x="207773" y="157180"/>
                  </a:lnTo>
                  <a:cubicBezTo>
                    <a:pt x="207773" y="164960"/>
                    <a:pt x="210864" y="172420"/>
                    <a:pt x="216352" y="177908"/>
                  </a:cubicBezTo>
                  <a:cubicBezTo>
                    <a:pt x="221840" y="183396"/>
                    <a:pt x="229300" y="186487"/>
                    <a:pt x="237079" y="186487"/>
                  </a:cubicBezTo>
                  <a:cubicBezTo>
                    <a:pt x="244859" y="186487"/>
                    <a:pt x="252319" y="183396"/>
                    <a:pt x="257807" y="177908"/>
                  </a:cubicBezTo>
                  <a:cubicBezTo>
                    <a:pt x="263295" y="172420"/>
                    <a:pt x="266386" y="164960"/>
                    <a:pt x="266386" y="157180"/>
                  </a:cubicBezTo>
                  <a:lnTo>
                    <a:pt x="266386" y="141301"/>
                  </a:lnTo>
                  <a:cubicBezTo>
                    <a:pt x="265800" y="114553"/>
                    <a:pt x="256475" y="88710"/>
                    <a:pt x="239850" y="67716"/>
                  </a:cubicBezTo>
                  <a:cubicBezTo>
                    <a:pt x="222639" y="46030"/>
                    <a:pt x="198661" y="30844"/>
                    <a:pt x="171700" y="24556"/>
                  </a:cubicBezTo>
                  <a:cubicBezTo>
                    <a:pt x="144791" y="18269"/>
                    <a:pt x="116497" y="21306"/>
                    <a:pt x="91507" y="33081"/>
                  </a:cubicBezTo>
                  <a:cubicBezTo>
                    <a:pt x="66517" y="44911"/>
                    <a:pt x="46216" y="64839"/>
                    <a:pt x="33960" y="89616"/>
                  </a:cubicBezTo>
                  <a:cubicBezTo>
                    <a:pt x="21705" y="114393"/>
                    <a:pt x="18188" y="142634"/>
                    <a:pt x="24050" y="169649"/>
                  </a:cubicBezTo>
                  <a:cubicBezTo>
                    <a:pt x="29857" y="196664"/>
                    <a:pt x="44670" y="220961"/>
                    <a:pt x="66037" y="238545"/>
                  </a:cubicBezTo>
                  <a:cubicBezTo>
                    <a:pt x="87404" y="256129"/>
                    <a:pt x="114100" y="265933"/>
                    <a:pt x="141754" y="266413"/>
                  </a:cubicBezTo>
                  <a:cubicBezTo>
                    <a:pt x="169409" y="266892"/>
                    <a:pt x="196424" y="257994"/>
                    <a:pt x="218377" y="241156"/>
                  </a:cubicBezTo>
                  <a:lnTo>
                    <a:pt x="226849" y="234655"/>
                  </a:lnTo>
                  <a:lnTo>
                    <a:pt x="239797" y="251600"/>
                  </a:lnTo>
                  <a:lnTo>
                    <a:pt x="231325" y="258101"/>
                  </a:lnTo>
                  <a:cubicBezTo>
                    <a:pt x="205535" y="277816"/>
                    <a:pt x="173831" y="288259"/>
                    <a:pt x="141381" y="287726"/>
                  </a:cubicBezTo>
                  <a:cubicBezTo>
                    <a:pt x="108931" y="287193"/>
                    <a:pt x="77600" y="275631"/>
                    <a:pt x="52503" y="255010"/>
                  </a:cubicBezTo>
                  <a:cubicBezTo>
                    <a:pt x="27406" y="234389"/>
                    <a:pt x="10036" y="205882"/>
                    <a:pt x="3215" y="174178"/>
                  </a:cubicBezTo>
                  <a:cubicBezTo>
                    <a:pt x="-3605" y="142421"/>
                    <a:pt x="498" y="109331"/>
                    <a:pt x="14831" y="80185"/>
                  </a:cubicBezTo>
                  <a:cubicBezTo>
                    <a:pt x="29218" y="51091"/>
                    <a:pt x="52983" y="27647"/>
                    <a:pt x="82342" y="13793"/>
                  </a:cubicBezTo>
                  <a:cubicBezTo>
                    <a:pt x="111702" y="-61"/>
                    <a:pt x="144898" y="-3631"/>
                    <a:pt x="176495" y="3775"/>
                  </a:cubicBezTo>
                  <a:cubicBezTo>
                    <a:pt x="208093" y="11182"/>
                    <a:pt x="236333" y="29032"/>
                    <a:pt x="256475" y="54448"/>
                  </a:cubicBezTo>
                  <a:cubicBezTo>
                    <a:pt x="276670" y="79865"/>
                    <a:pt x="287646" y="111409"/>
                    <a:pt x="287646" y="143859"/>
                  </a:cubicBezTo>
                  <a:lnTo>
                    <a:pt x="287646" y="157180"/>
                  </a:lnTo>
                  <a:cubicBezTo>
                    <a:pt x="287646" y="170608"/>
                    <a:pt x="282318" y="183503"/>
                    <a:pt x="272833" y="192987"/>
                  </a:cubicBezTo>
                  <a:cubicBezTo>
                    <a:pt x="263349" y="202472"/>
                    <a:pt x="250454" y="207800"/>
                    <a:pt x="237026" y="207800"/>
                  </a:cubicBezTo>
                  <a:cubicBezTo>
                    <a:pt x="223598" y="207800"/>
                    <a:pt x="210704" y="202472"/>
                    <a:pt x="201219" y="192987"/>
                  </a:cubicBezTo>
                  <a:cubicBezTo>
                    <a:pt x="198395" y="190163"/>
                    <a:pt x="195891" y="186966"/>
                    <a:pt x="193813" y="183609"/>
                  </a:cubicBezTo>
                  <a:cubicBezTo>
                    <a:pt x="182090" y="198369"/>
                    <a:pt x="164027" y="207800"/>
                    <a:pt x="143726" y="207800"/>
                  </a:cubicBezTo>
                  <a:cubicBezTo>
                    <a:pt x="108398" y="207800"/>
                    <a:pt x="79785" y="179187"/>
                    <a:pt x="79785" y="143859"/>
                  </a:cubicBezTo>
                  <a:cubicBezTo>
                    <a:pt x="79785" y="108532"/>
                    <a:pt x="108398" y="79918"/>
                    <a:pt x="143726" y="79918"/>
                  </a:cubicBezTo>
                  <a:close/>
                  <a:moveTo>
                    <a:pt x="101205" y="143859"/>
                  </a:moveTo>
                  <a:cubicBezTo>
                    <a:pt x="101205" y="167411"/>
                    <a:pt x="120281" y="186487"/>
                    <a:pt x="143832" y="186487"/>
                  </a:cubicBezTo>
                  <a:cubicBezTo>
                    <a:pt x="167384" y="186487"/>
                    <a:pt x="186460" y="167411"/>
                    <a:pt x="186460" y="143859"/>
                  </a:cubicBezTo>
                  <a:cubicBezTo>
                    <a:pt x="186460" y="120307"/>
                    <a:pt x="167384" y="101232"/>
                    <a:pt x="143832" y="101232"/>
                  </a:cubicBezTo>
                  <a:cubicBezTo>
                    <a:pt x="120281" y="101232"/>
                    <a:pt x="101205" y="120307"/>
                    <a:pt x="101205" y="14385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1" name="Freeform 350">
              <a:extLst>
                <a:ext uri="{FF2B5EF4-FFF2-40B4-BE49-F238E27FC236}">
                  <a16:creationId xmlns:a16="http://schemas.microsoft.com/office/drawing/2014/main" id="{8D316464-3F37-601F-5400-4067A94772B2}"/>
                </a:ext>
              </a:extLst>
            </p:cNvPr>
            <p:cNvSpPr/>
            <p:nvPr/>
          </p:nvSpPr>
          <p:spPr>
            <a:xfrm>
              <a:off x="3653924" y="4111784"/>
              <a:ext cx="287646" cy="287745"/>
            </a:xfrm>
            <a:custGeom>
              <a:avLst/>
              <a:gdLst>
                <a:gd name="csX0" fmla="*/ 143832 w 287646"/>
                <a:gd name="csY0" fmla="*/ 79918 h 287745"/>
                <a:gd name="csX1" fmla="*/ 186460 w 287646"/>
                <a:gd name="csY1" fmla="*/ 96223 h 287745"/>
                <a:gd name="csX2" fmla="*/ 186460 w 287646"/>
                <a:gd name="csY2" fmla="*/ 79918 h 287745"/>
                <a:gd name="csX3" fmla="*/ 207773 w 287646"/>
                <a:gd name="csY3" fmla="*/ 79918 h 287745"/>
                <a:gd name="csX4" fmla="*/ 207773 w 287646"/>
                <a:gd name="csY4" fmla="*/ 157180 h 287745"/>
                <a:gd name="csX5" fmla="*/ 216352 w 287646"/>
                <a:gd name="csY5" fmla="*/ 177908 h 287745"/>
                <a:gd name="csX6" fmla="*/ 237079 w 287646"/>
                <a:gd name="csY6" fmla="*/ 186487 h 287745"/>
                <a:gd name="csX7" fmla="*/ 257807 w 287646"/>
                <a:gd name="csY7" fmla="*/ 177908 h 287745"/>
                <a:gd name="csX8" fmla="*/ 266386 w 287646"/>
                <a:gd name="csY8" fmla="*/ 157180 h 287745"/>
                <a:gd name="csX9" fmla="*/ 266386 w 287646"/>
                <a:gd name="csY9" fmla="*/ 141301 h 287745"/>
                <a:gd name="csX10" fmla="*/ 239850 w 287646"/>
                <a:gd name="csY10" fmla="*/ 67716 h 287745"/>
                <a:gd name="csX11" fmla="*/ 171700 w 287646"/>
                <a:gd name="csY11" fmla="*/ 24556 h 287745"/>
                <a:gd name="csX12" fmla="*/ 91507 w 287646"/>
                <a:gd name="csY12" fmla="*/ 33081 h 287745"/>
                <a:gd name="csX13" fmla="*/ 33960 w 287646"/>
                <a:gd name="csY13" fmla="*/ 89616 h 287745"/>
                <a:gd name="csX14" fmla="*/ 24050 w 287646"/>
                <a:gd name="csY14" fmla="*/ 169649 h 287745"/>
                <a:gd name="csX15" fmla="*/ 66037 w 287646"/>
                <a:gd name="csY15" fmla="*/ 238545 h 287745"/>
                <a:gd name="csX16" fmla="*/ 141754 w 287646"/>
                <a:gd name="csY16" fmla="*/ 266413 h 287745"/>
                <a:gd name="csX17" fmla="*/ 218377 w 287646"/>
                <a:gd name="csY17" fmla="*/ 241156 h 287745"/>
                <a:gd name="csX18" fmla="*/ 226849 w 287646"/>
                <a:gd name="csY18" fmla="*/ 234655 h 287745"/>
                <a:gd name="csX19" fmla="*/ 239797 w 287646"/>
                <a:gd name="csY19" fmla="*/ 251600 h 287745"/>
                <a:gd name="csX20" fmla="*/ 231325 w 287646"/>
                <a:gd name="csY20" fmla="*/ 258101 h 287745"/>
                <a:gd name="csX21" fmla="*/ 141381 w 287646"/>
                <a:gd name="csY21" fmla="*/ 287726 h 287745"/>
                <a:gd name="csX22" fmla="*/ 52503 w 287646"/>
                <a:gd name="csY22" fmla="*/ 255010 h 287745"/>
                <a:gd name="csX23" fmla="*/ 3215 w 287646"/>
                <a:gd name="csY23" fmla="*/ 174178 h 287745"/>
                <a:gd name="csX24" fmla="*/ 14831 w 287646"/>
                <a:gd name="csY24" fmla="*/ 80185 h 287745"/>
                <a:gd name="csX25" fmla="*/ 82342 w 287646"/>
                <a:gd name="csY25" fmla="*/ 13793 h 287745"/>
                <a:gd name="csX26" fmla="*/ 176495 w 287646"/>
                <a:gd name="csY26" fmla="*/ 3775 h 287745"/>
                <a:gd name="csX27" fmla="*/ 256475 w 287646"/>
                <a:gd name="csY27" fmla="*/ 54448 h 287745"/>
                <a:gd name="csX28" fmla="*/ 287646 w 287646"/>
                <a:gd name="csY28" fmla="*/ 143859 h 287745"/>
                <a:gd name="csX29" fmla="*/ 287646 w 287646"/>
                <a:gd name="csY29" fmla="*/ 157180 h 287745"/>
                <a:gd name="csX30" fmla="*/ 272833 w 287646"/>
                <a:gd name="csY30" fmla="*/ 192987 h 287745"/>
                <a:gd name="csX31" fmla="*/ 237026 w 287646"/>
                <a:gd name="csY31" fmla="*/ 207800 h 287745"/>
                <a:gd name="csX32" fmla="*/ 201219 w 287646"/>
                <a:gd name="csY32" fmla="*/ 192987 h 287745"/>
                <a:gd name="csX33" fmla="*/ 193813 w 287646"/>
                <a:gd name="csY33" fmla="*/ 183609 h 287745"/>
                <a:gd name="csX34" fmla="*/ 143726 w 287646"/>
                <a:gd name="csY34" fmla="*/ 207800 h 287745"/>
                <a:gd name="csX35" fmla="*/ 79785 w 287646"/>
                <a:gd name="csY35" fmla="*/ 143859 h 287745"/>
                <a:gd name="csX36" fmla="*/ 143726 w 287646"/>
                <a:gd name="csY36" fmla="*/ 79918 h 287745"/>
                <a:gd name="csX37" fmla="*/ 101205 w 287646"/>
                <a:gd name="csY37" fmla="*/ 143859 h 287745"/>
                <a:gd name="csX38" fmla="*/ 143832 w 287646"/>
                <a:gd name="csY38" fmla="*/ 186487 h 287745"/>
                <a:gd name="csX39" fmla="*/ 186460 w 287646"/>
                <a:gd name="csY39" fmla="*/ 143859 h 287745"/>
                <a:gd name="csX40" fmla="*/ 143832 w 287646"/>
                <a:gd name="csY40" fmla="*/ 101232 h 287745"/>
                <a:gd name="csX41" fmla="*/ 101205 w 287646"/>
                <a:gd name="csY41" fmla="*/ 143859 h 2877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87646" h="287745">
                  <a:moveTo>
                    <a:pt x="143832" y="79918"/>
                  </a:moveTo>
                  <a:cubicBezTo>
                    <a:pt x="160190" y="79918"/>
                    <a:pt x="175163" y="86099"/>
                    <a:pt x="186460" y="96223"/>
                  </a:cubicBezTo>
                  <a:lnTo>
                    <a:pt x="186460" y="79918"/>
                  </a:lnTo>
                  <a:lnTo>
                    <a:pt x="207773" y="79918"/>
                  </a:lnTo>
                  <a:lnTo>
                    <a:pt x="207773" y="157180"/>
                  </a:lnTo>
                  <a:cubicBezTo>
                    <a:pt x="207773" y="164960"/>
                    <a:pt x="210864" y="172420"/>
                    <a:pt x="216352" y="177908"/>
                  </a:cubicBezTo>
                  <a:cubicBezTo>
                    <a:pt x="221840" y="183396"/>
                    <a:pt x="229300" y="186487"/>
                    <a:pt x="237079" y="186487"/>
                  </a:cubicBezTo>
                  <a:cubicBezTo>
                    <a:pt x="244859" y="186487"/>
                    <a:pt x="252319" y="183396"/>
                    <a:pt x="257807" y="177908"/>
                  </a:cubicBezTo>
                  <a:cubicBezTo>
                    <a:pt x="263295" y="172420"/>
                    <a:pt x="266386" y="164960"/>
                    <a:pt x="266386" y="157180"/>
                  </a:cubicBezTo>
                  <a:lnTo>
                    <a:pt x="266386" y="141301"/>
                  </a:lnTo>
                  <a:cubicBezTo>
                    <a:pt x="265800" y="114553"/>
                    <a:pt x="256475" y="88710"/>
                    <a:pt x="239850" y="67716"/>
                  </a:cubicBezTo>
                  <a:cubicBezTo>
                    <a:pt x="222639" y="46030"/>
                    <a:pt x="198661" y="30844"/>
                    <a:pt x="171700" y="24556"/>
                  </a:cubicBezTo>
                  <a:cubicBezTo>
                    <a:pt x="144791" y="18269"/>
                    <a:pt x="116497" y="21306"/>
                    <a:pt x="91507" y="33081"/>
                  </a:cubicBezTo>
                  <a:cubicBezTo>
                    <a:pt x="66517" y="44911"/>
                    <a:pt x="46216" y="64839"/>
                    <a:pt x="33960" y="89616"/>
                  </a:cubicBezTo>
                  <a:cubicBezTo>
                    <a:pt x="21705" y="114393"/>
                    <a:pt x="18188" y="142634"/>
                    <a:pt x="24050" y="169649"/>
                  </a:cubicBezTo>
                  <a:cubicBezTo>
                    <a:pt x="29857" y="196664"/>
                    <a:pt x="44670" y="220961"/>
                    <a:pt x="66037" y="238545"/>
                  </a:cubicBezTo>
                  <a:cubicBezTo>
                    <a:pt x="87404" y="256129"/>
                    <a:pt x="114100" y="265933"/>
                    <a:pt x="141754" y="266413"/>
                  </a:cubicBezTo>
                  <a:cubicBezTo>
                    <a:pt x="169409" y="266892"/>
                    <a:pt x="196424" y="257994"/>
                    <a:pt x="218377" y="241156"/>
                  </a:cubicBezTo>
                  <a:lnTo>
                    <a:pt x="226849" y="234655"/>
                  </a:lnTo>
                  <a:lnTo>
                    <a:pt x="239797" y="251600"/>
                  </a:lnTo>
                  <a:lnTo>
                    <a:pt x="231325" y="258101"/>
                  </a:lnTo>
                  <a:cubicBezTo>
                    <a:pt x="205535" y="277816"/>
                    <a:pt x="173831" y="288259"/>
                    <a:pt x="141381" y="287726"/>
                  </a:cubicBezTo>
                  <a:cubicBezTo>
                    <a:pt x="108931" y="287193"/>
                    <a:pt x="77600" y="275631"/>
                    <a:pt x="52503" y="255010"/>
                  </a:cubicBezTo>
                  <a:cubicBezTo>
                    <a:pt x="27406" y="234389"/>
                    <a:pt x="10036" y="205882"/>
                    <a:pt x="3215" y="174178"/>
                  </a:cubicBezTo>
                  <a:cubicBezTo>
                    <a:pt x="-3605" y="142421"/>
                    <a:pt x="498" y="109331"/>
                    <a:pt x="14831" y="80185"/>
                  </a:cubicBezTo>
                  <a:cubicBezTo>
                    <a:pt x="29218" y="51091"/>
                    <a:pt x="52983" y="27647"/>
                    <a:pt x="82342" y="13793"/>
                  </a:cubicBezTo>
                  <a:cubicBezTo>
                    <a:pt x="111702" y="-61"/>
                    <a:pt x="144898" y="-3631"/>
                    <a:pt x="176495" y="3775"/>
                  </a:cubicBezTo>
                  <a:cubicBezTo>
                    <a:pt x="208093" y="11182"/>
                    <a:pt x="236333" y="29032"/>
                    <a:pt x="256475" y="54448"/>
                  </a:cubicBezTo>
                  <a:cubicBezTo>
                    <a:pt x="276670" y="79865"/>
                    <a:pt x="287646" y="111409"/>
                    <a:pt x="287646" y="143859"/>
                  </a:cubicBezTo>
                  <a:lnTo>
                    <a:pt x="287646" y="157180"/>
                  </a:lnTo>
                  <a:cubicBezTo>
                    <a:pt x="287646" y="170608"/>
                    <a:pt x="282318" y="183503"/>
                    <a:pt x="272833" y="192987"/>
                  </a:cubicBezTo>
                  <a:cubicBezTo>
                    <a:pt x="263349" y="202472"/>
                    <a:pt x="250454" y="207800"/>
                    <a:pt x="237026" y="207800"/>
                  </a:cubicBezTo>
                  <a:cubicBezTo>
                    <a:pt x="223598" y="207800"/>
                    <a:pt x="210704" y="202472"/>
                    <a:pt x="201219" y="192987"/>
                  </a:cubicBezTo>
                  <a:cubicBezTo>
                    <a:pt x="198395" y="190163"/>
                    <a:pt x="195891" y="186966"/>
                    <a:pt x="193813" y="183609"/>
                  </a:cubicBezTo>
                  <a:cubicBezTo>
                    <a:pt x="182090" y="198369"/>
                    <a:pt x="164027" y="207800"/>
                    <a:pt x="143726" y="207800"/>
                  </a:cubicBezTo>
                  <a:cubicBezTo>
                    <a:pt x="108398" y="207800"/>
                    <a:pt x="79785" y="179187"/>
                    <a:pt x="79785" y="143859"/>
                  </a:cubicBezTo>
                  <a:cubicBezTo>
                    <a:pt x="79785" y="108532"/>
                    <a:pt x="108398" y="79918"/>
                    <a:pt x="143726" y="79918"/>
                  </a:cubicBezTo>
                  <a:close/>
                  <a:moveTo>
                    <a:pt x="101205" y="143859"/>
                  </a:moveTo>
                  <a:cubicBezTo>
                    <a:pt x="101205" y="167411"/>
                    <a:pt x="120281" y="186487"/>
                    <a:pt x="143832" y="186487"/>
                  </a:cubicBezTo>
                  <a:cubicBezTo>
                    <a:pt x="167384" y="186487"/>
                    <a:pt x="186460" y="167411"/>
                    <a:pt x="186460" y="143859"/>
                  </a:cubicBezTo>
                  <a:cubicBezTo>
                    <a:pt x="186460" y="120307"/>
                    <a:pt x="167384" y="101232"/>
                    <a:pt x="143832" y="101232"/>
                  </a:cubicBezTo>
                  <a:cubicBezTo>
                    <a:pt x="120281" y="101232"/>
                    <a:pt x="101205" y="120307"/>
                    <a:pt x="101205" y="14385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2" name="Group 351">
            <a:extLst>
              <a:ext uri="{FF2B5EF4-FFF2-40B4-BE49-F238E27FC236}">
                <a16:creationId xmlns:a16="http://schemas.microsoft.com/office/drawing/2014/main" id="{63A7D511-8B85-7C61-0BEC-AFA775452364}"/>
              </a:ext>
            </a:extLst>
          </p:cNvPr>
          <p:cNvGrpSpPr/>
          <p:nvPr userDrawn="1"/>
        </p:nvGrpSpPr>
        <p:grpSpPr>
          <a:xfrm>
            <a:off x="5345113" y="3807518"/>
            <a:ext cx="234511" cy="287201"/>
            <a:chOff x="4703641" y="4111776"/>
            <a:chExt cx="234450" cy="287201"/>
          </a:xfrm>
        </p:grpSpPr>
        <p:sp>
          <p:nvSpPr>
            <p:cNvPr id="353" name="Freeform 352">
              <a:extLst>
                <a:ext uri="{FF2B5EF4-FFF2-40B4-BE49-F238E27FC236}">
                  <a16:creationId xmlns:a16="http://schemas.microsoft.com/office/drawing/2014/main" id="{16DB502A-C461-58CA-44A6-79828EB6FA28}"/>
                </a:ext>
              </a:extLst>
            </p:cNvPr>
            <p:cNvSpPr/>
            <p:nvPr/>
          </p:nvSpPr>
          <p:spPr>
            <a:xfrm>
              <a:off x="4703641" y="4111776"/>
              <a:ext cx="234450" cy="287201"/>
            </a:xfrm>
            <a:custGeom>
              <a:avLst/>
              <a:gdLst>
                <a:gd name="csX0" fmla="*/ 21260 w 234450"/>
                <a:gd name="csY0" fmla="*/ 21314 h 287201"/>
                <a:gd name="csX1" fmla="*/ 21260 w 234450"/>
                <a:gd name="csY1" fmla="*/ 250435 h 287201"/>
                <a:gd name="csX2" fmla="*/ 101187 w 234450"/>
                <a:gd name="csY2" fmla="*/ 204611 h 287201"/>
                <a:gd name="csX3" fmla="*/ 133157 w 234450"/>
                <a:gd name="csY3" fmla="*/ 204611 h 287201"/>
                <a:gd name="csX4" fmla="*/ 213083 w 234450"/>
                <a:gd name="csY4" fmla="*/ 250435 h 287201"/>
                <a:gd name="csX5" fmla="*/ 213083 w 234450"/>
                <a:gd name="csY5" fmla="*/ 21314 h 287201"/>
                <a:gd name="csX6" fmla="*/ 21260 w 234450"/>
                <a:gd name="csY6" fmla="*/ 21314 h 287201"/>
                <a:gd name="csX7" fmla="*/ 234397 w 234450"/>
                <a:gd name="csY7" fmla="*/ 287201 h 287201"/>
                <a:gd name="csX8" fmla="*/ 127509 w 234450"/>
                <a:gd name="csY8" fmla="*/ 225925 h 287201"/>
                <a:gd name="csX9" fmla="*/ 106888 w 234450"/>
                <a:gd name="csY9" fmla="*/ 225925 h 287201"/>
                <a:gd name="csX10" fmla="*/ 0 w 234450"/>
                <a:gd name="csY10" fmla="*/ 287201 h 287201"/>
                <a:gd name="csX11" fmla="*/ 0 w 234450"/>
                <a:gd name="csY11" fmla="*/ 21314 h 287201"/>
                <a:gd name="csX12" fmla="*/ 21314 w 234450"/>
                <a:gd name="csY12" fmla="*/ 0 h 287201"/>
                <a:gd name="csX13" fmla="*/ 213137 w 234450"/>
                <a:gd name="csY13" fmla="*/ 0 h 287201"/>
                <a:gd name="csX14" fmla="*/ 234450 w 234450"/>
                <a:gd name="csY14" fmla="*/ 21314 h 287201"/>
                <a:gd name="csX15" fmla="*/ 234450 w 234450"/>
                <a:gd name="csY15" fmla="*/ 287201 h 2872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4450" h="287201">
                  <a:moveTo>
                    <a:pt x="21260" y="21314"/>
                  </a:moveTo>
                  <a:lnTo>
                    <a:pt x="21260" y="250435"/>
                  </a:lnTo>
                  <a:lnTo>
                    <a:pt x="101187" y="204611"/>
                  </a:lnTo>
                  <a:lnTo>
                    <a:pt x="133157" y="204611"/>
                  </a:lnTo>
                  <a:lnTo>
                    <a:pt x="213083" y="250435"/>
                  </a:lnTo>
                  <a:lnTo>
                    <a:pt x="213083" y="21314"/>
                  </a:lnTo>
                  <a:lnTo>
                    <a:pt x="21260" y="21314"/>
                  </a:lnTo>
                  <a:close/>
                  <a:moveTo>
                    <a:pt x="234397" y="287201"/>
                  </a:moveTo>
                  <a:lnTo>
                    <a:pt x="127509" y="225925"/>
                  </a:lnTo>
                  <a:lnTo>
                    <a:pt x="106888" y="225925"/>
                  </a:lnTo>
                  <a:lnTo>
                    <a:pt x="0" y="287201"/>
                  </a:lnTo>
                  <a:lnTo>
                    <a:pt x="0" y="21314"/>
                  </a:lnTo>
                  <a:lnTo>
                    <a:pt x="21314" y="0"/>
                  </a:lnTo>
                  <a:lnTo>
                    <a:pt x="213137" y="0"/>
                  </a:lnTo>
                  <a:lnTo>
                    <a:pt x="234450" y="21314"/>
                  </a:lnTo>
                  <a:lnTo>
                    <a:pt x="234450" y="28720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4" name="Freeform 353">
              <a:extLst>
                <a:ext uri="{FF2B5EF4-FFF2-40B4-BE49-F238E27FC236}">
                  <a16:creationId xmlns:a16="http://schemas.microsoft.com/office/drawing/2014/main" id="{D515FCB0-0B7D-1DDD-4B92-1AC246B7A168}"/>
                </a:ext>
              </a:extLst>
            </p:cNvPr>
            <p:cNvSpPr/>
            <p:nvPr/>
          </p:nvSpPr>
          <p:spPr>
            <a:xfrm>
              <a:off x="4703641" y="4111776"/>
              <a:ext cx="234450" cy="287201"/>
            </a:xfrm>
            <a:custGeom>
              <a:avLst/>
              <a:gdLst>
                <a:gd name="csX0" fmla="*/ 21260 w 234450"/>
                <a:gd name="csY0" fmla="*/ 21314 h 287201"/>
                <a:gd name="csX1" fmla="*/ 21260 w 234450"/>
                <a:gd name="csY1" fmla="*/ 250435 h 287201"/>
                <a:gd name="csX2" fmla="*/ 101187 w 234450"/>
                <a:gd name="csY2" fmla="*/ 204611 h 287201"/>
                <a:gd name="csX3" fmla="*/ 133157 w 234450"/>
                <a:gd name="csY3" fmla="*/ 204611 h 287201"/>
                <a:gd name="csX4" fmla="*/ 213083 w 234450"/>
                <a:gd name="csY4" fmla="*/ 250435 h 287201"/>
                <a:gd name="csX5" fmla="*/ 213083 w 234450"/>
                <a:gd name="csY5" fmla="*/ 21314 h 287201"/>
                <a:gd name="csX6" fmla="*/ 21260 w 234450"/>
                <a:gd name="csY6" fmla="*/ 21314 h 287201"/>
                <a:gd name="csX7" fmla="*/ 234397 w 234450"/>
                <a:gd name="csY7" fmla="*/ 287201 h 287201"/>
                <a:gd name="csX8" fmla="*/ 127509 w 234450"/>
                <a:gd name="csY8" fmla="*/ 225925 h 287201"/>
                <a:gd name="csX9" fmla="*/ 106888 w 234450"/>
                <a:gd name="csY9" fmla="*/ 225925 h 287201"/>
                <a:gd name="csX10" fmla="*/ 0 w 234450"/>
                <a:gd name="csY10" fmla="*/ 287201 h 287201"/>
                <a:gd name="csX11" fmla="*/ 0 w 234450"/>
                <a:gd name="csY11" fmla="*/ 21314 h 287201"/>
                <a:gd name="csX12" fmla="*/ 21314 w 234450"/>
                <a:gd name="csY12" fmla="*/ 0 h 287201"/>
                <a:gd name="csX13" fmla="*/ 213137 w 234450"/>
                <a:gd name="csY13" fmla="*/ 0 h 287201"/>
                <a:gd name="csX14" fmla="*/ 234450 w 234450"/>
                <a:gd name="csY14" fmla="*/ 21314 h 287201"/>
                <a:gd name="csX15" fmla="*/ 234450 w 234450"/>
                <a:gd name="csY15" fmla="*/ 287201 h 2872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234450" h="287201">
                  <a:moveTo>
                    <a:pt x="21260" y="21314"/>
                  </a:moveTo>
                  <a:lnTo>
                    <a:pt x="21260" y="250435"/>
                  </a:lnTo>
                  <a:lnTo>
                    <a:pt x="101187" y="204611"/>
                  </a:lnTo>
                  <a:lnTo>
                    <a:pt x="133157" y="204611"/>
                  </a:lnTo>
                  <a:lnTo>
                    <a:pt x="213083" y="250435"/>
                  </a:lnTo>
                  <a:lnTo>
                    <a:pt x="213083" y="21314"/>
                  </a:lnTo>
                  <a:lnTo>
                    <a:pt x="21260" y="21314"/>
                  </a:lnTo>
                  <a:close/>
                  <a:moveTo>
                    <a:pt x="234397" y="287201"/>
                  </a:moveTo>
                  <a:lnTo>
                    <a:pt x="127509" y="225925"/>
                  </a:lnTo>
                  <a:lnTo>
                    <a:pt x="106888" y="225925"/>
                  </a:lnTo>
                  <a:lnTo>
                    <a:pt x="0" y="287201"/>
                  </a:lnTo>
                  <a:lnTo>
                    <a:pt x="0" y="21314"/>
                  </a:lnTo>
                  <a:lnTo>
                    <a:pt x="21314" y="0"/>
                  </a:lnTo>
                  <a:lnTo>
                    <a:pt x="213137" y="0"/>
                  </a:lnTo>
                  <a:lnTo>
                    <a:pt x="234450" y="21314"/>
                  </a:lnTo>
                  <a:lnTo>
                    <a:pt x="234450" y="287201"/>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5" name="Group 354">
            <a:extLst>
              <a:ext uri="{FF2B5EF4-FFF2-40B4-BE49-F238E27FC236}">
                <a16:creationId xmlns:a16="http://schemas.microsoft.com/office/drawing/2014/main" id="{C7CA0840-C20C-9FBA-288C-BA8C46B3A65D}"/>
              </a:ext>
            </a:extLst>
          </p:cNvPr>
          <p:cNvGrpSpPr/>
          <p:nvPr userDrawn="1"/>
        </p:nvGrpSpPr>
        <p:grpSpPr>
          <a:xfrm>
            <a:off x="6496537" y="3823441"/>
            <a:ext cx="287761" cy="272503"/>
            <a:chOff x="5726749" y="4127700"/>
            <a:chExt cx="287686" cy="272503"/>
          </a:xfrm>
        </p:grpSpPr>
        <p:sp>
          <p:nvSpPr>
            <p:cNvPr id="356" name="Freeform 355">
              <a:extLst>
                <a:ext uri="{FF2B5EF4-FFF2-40B4-BE49-F238E27FC236}">
                  <a16:creationId xmlns:a16="http://schemas.microsoft.com/office/drawing/2014/main" id="{8E36AF2B-B416-6C10-4E3E-330FE8E3059F}"/>
                </a:ext>
              </a:extLst>
            </p:cNvPr>
            <p:cNvSpPr/>
            <p:nvPr/>
          </p:nvSpPr>
          <p:spPr>
            <a:xfrm>
              <a:off x="5726749" y="4127700"/>
              <a:ext cx="287686" cy="272503"/>
            </a:xfrm>
            <a:custGeom>
              <a:avLst/>
              <a:gdLst>
                <a:gd name="csX0" fmla="*/ 33995 w 287686"/>
                <a:gd name="csY0" fmla="*/ 20629 h 272503"/>
                <a:gd name="csX1" fmla="*/ 143708 w 287686"/>
                <a:gd name="csY1" fmla="*/ 18178 h 272503"/>
                <a:gd name="csX2" fmla="*/ 253206 w 287686"/>
                <a:gd name="csY2" fmla="*/ 20469 h 272503"/>
                <a:gd name="csX3" fmla="*/ 267380 w 287686"/>
                <a:gd name="csY3" fmla="*/ 148938 h 272503"/>
                <a:gd name="csX4" fmla="*/ 266794 w 287686"/>
                <a:gd name="csY4" fmla="*/ 149630 h 272503"/>
                <a:gd name="csX5" fmla="*/ 159906 w 287686"/>
                <a:gd name="csY5" fmla="*/ 272504 h 272503"/>
                <a:gd name="csX6" fmla="*/ 127775 w 287686"/>
                <a:gd name="csY6" fmla="*/ 272504 h 272503"/>
                <a:gd name="csX7" fmla="*/ 20728 w 287686"/>
                <a:gd name="csY7" fmla="*/ 149630 h 272503"/>
                <a:gd name="csX8" fmla="*/ 20141 w 287686"/>
                <a:gd name="csY8" fmla="*/ 148938 h 272503"/>
                <a:gd name="csX9" fmla="*/ 34102 w 287686"/>
                <a:gd name="csY9" fmla="*/ 20683 h 272503"/>
                <a:gd name="csX10" fmla="*/ 143708 w 287686"/>
                <a:gd name="csY10" fmla="*/ 46899 h 272503"/>
                <a:gd name="csX11" fmla="*/ 47636 w 287686"/>
                <a:gd name="csY11" fmla="*/ 37041 h 272503"/>
                <a:gd name="csX12" fmla="*/ 46198 w 287686"/>
                <a:gd name="csY12" fmla="*/ 38266 h 272503"/>
                <a:gd name="csX13" fmla="*/ 36713 w 287686"/>
                <a:gd name="csY13" fmla="*/ 135670 h 272503"/>
                <a:gd name="csX14" fmla="*/ 143760 w 287686"/>
                <a:gd name="csY14" fmla="*/ 258543 h 272503"/>
                <a:gd name="csX15" fmla="*/ 250649 w 287686"/>
                <a:gd name="csY15" fmla="*/ 135670 h 272503"/>
                <a:gd name="csX16" fmla="*/ 241164 w 287686"/>
                <a:gd name="csY16" fmla="*/ 38266 h 272503"/>
                <a:gd name="csX17" fmla="*/ 239725 w 287686"/>
                <a:gd name="csY17" fmla="*/ 37041 h 272503"/>
                <a:gd name="csX18" fmla="*/ 143654 w 287686"/>
                <a:gd name="csY18" fmla="*/ 46899 h 2725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7686" h="272503">
                  <a:moveTo>
                    <a:pt x="33995" y="20629"/>
                  </a:moveTo>
                  <a:cubicBezTo>
                    <a:pt x="68577" y="-8197"/>
                    <a:pt x="112323" y="-4734"/>
                    <a:pt x="143708" y="18178"/>
                  </a:cubicBezTo>
                  <a:cubicBezTo>
                    <a:pt x="175038" y="-4734"/>
                    <a:pt x="218358" y="-7771"/>
                    <a:pt x="253206" y="20469"/>
                  </a:cubicBezTo>
                  <a:cubicBezTo>
                    <a:pt x="293702" y="53293"/>
                    <a:pt x="298658" y="109667"/>
                    <a:pt x="267380" y="148938"/>
                  </a:cubicBezTo>
                  <a:cubicBezTo>
                    <a:pt x="267167" y="149151"/>
                    <a:pt x="267007" y="149417"/>
                    <a:pt x="266794" y="149630"/>
                  </a:cubicBezTo>
                  <a:lnTo>
                    <a:pt x="159906" y="272504"/>
                  </a:lnTo>
                  <a:lnTo>
                    <a:pt x="127775" y="272504"/>
                  </a:lnTo>
                  <a:cubicBezTo>
                    <a:pt x="127775" y="272504"/>
                    <a:pt x="20728" y="149630"/>
                    <a:pt x="20728" y="149630"/>
                  </a:cubicBezTo>
                  <a:cubicBezTo>
                    <a:pt x="20514" y="149417"/>
                    <a:pt x="20301" y="149151"/>
                    <a:pt x="20141" y="148938"/>
                  </a:cubicBezTo>
                  <a:cubicBezTo>
                    <a:pt x="-11349" y="109454"/>
                    <a:pt x="-5328" y="53559"/>
                    <a:pt x="34102" y="20683"/>
                  </a:cubicBezTo>
                  <a:close/>
                  <a:moveTo>
                    <a:pt x="143708" y="46899"/>
                  </a:moveTo>
                  <a:cubicBezTo>
                    <a:pt x="119197" y="18978"/>
                    <a:pt x="78328" y="11465"/>
                    <a:pt x="47636" y="37041"/>
                  </a:cubicBezTo>
                  <a:lnTo>
                    <a:pt x="46198" y="38266"/>
                  </a:lnTo>
                  <a:cubicBezTo>
                    <a:pt x="16785" y="63949"/>
                    <a:pt x="12948" y="105884"/>
                    <a:pt x="36713" y="135670"/>
                  </a:cubicBezTo>
                  <a:lnTo>
                    <a:pt x="143760" y="258543"/>
                  </a:lnTo>
                  <a:lnTo>
                    <a:pt x="250649" y="135670"/>
                  </a:lnTo>
                  <a:cubicBezTo>
                    <a:pt x="274360" y="105884"/>
                    <a:pt x="271056" y="63736"/>
                    <a:pt x="241164" y="38266"/>
                  </a:cubicBezTo>
                  <a:lnTo>
                    <a:pt x="239725" y="37041"/>
                  </a:lnTo>
                  <a:cubicBezTo>
                    <a:pt x="208501" y="11731"/>
                    <a:pt x="168165" y="18978"/>
                    <a:pt x="143654" y="468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57" name="Freeform 356">
              <a:extLst>
                <a:ext uri="{FF2B5EF4-FFF2-40B4-BE49-F238E27FC236}">
                  <a16:creationId xmlns:a16="http://schemas.microsoft.com/office/drawing/2014/main" id="{09E7002A-0D6A-500C-1615-ABB4979C4568}"/>
                </a:ext>
              </a:extLst>
            </p:cNvPr>
            <p:cNvSpPr/>
            <p:nvPr/>
          </p:nvSpPr>
          <p:spPr>
            <a:xfrm>
              <a:off x="5726749" y="4127700"/>
              <a:ext cx="287686" cy="272503"/>
            </a:xfrm>
            <a:custGeom>
              <a:avLst/>
              <a:gdLst>
                <a:gd name="csX0" fmla="*/ 33995 w 287686"/>
                <a:gd name="csY0" fmla="*/ 20629 h 272503"/>
                <a:gd name="csX1" fmla="*/ 143708 w 287686"/>
                <a:gd name="csY1" fmla="*/ 18178 h 272503"/>
                <a:gd name="csX2" fmla="*/ 253206 w 287686"/>
                <a:gd name="csY2" fmla="*/ 20469 h 272503"/>
                <a:gd name="csX3" fmla="*/ 267380 w 287686"/>
                <a:gd name="csY3" fmla="*/ 148938 h 272503"/>
                <a:gd name="csX4" fmla="*/ 266794 w 287686"/>
                <a:gd name="csY4" fmla="*/ 149630 h 272503"/>
                <a:gd name="csX5" fmla="*/ 159906 w 287686"/>
                <a:gd name="csY5" fmla="*/ 272504 h 272503"/>
                <a:gd name="csX6" fmla="*/ 127775 w 287686"/>
                <a:gd name="csY6" fmla="*/ 272504 h 272503"/>
                <a:gd name="csX7" fmla="*/ 20728 w 287686"/>
                <a:gd name="csY7" fmla="*/ 149630 h 272503"/>
                <a:gd name="csX8" fmla="*/ 20141 w 287686"/>
                <a:gd name="csY8" fmla="*/ 148938 h 272503"/>
                <a:gd name="csX9" fmla="*/ 34102 w 287686"/>
                <a:gd name="csY9" fmla="*/ 20683 h 272503"/>
                <a:gd name="csX10" fmla="*/ 143708 w 287686"/>
                <a:gd name="csY10" fmla="*/ 46899 h 272503"/>
                <a:gd name="csX11" fmla="*/ 47636 w 287686"/>
                <a:gd name="csY11" fmla="*/ 37041 h 272503"/>
                <a:gd name="csX12" fmla="*/ 46198 w 287686"/>
                <a:gd name="csY12" fmla="*/ 38266 h 272503"/>
                <a:gd name="csX13" fmla="*/ 36713 w 287686"/>
                <a:gd name="csY13" fmla="*/ 135670 h 272503"/>
                <a:gd name="csX14" fmla="*/ 143760 w 287686"/>
                <a:gd name="csY14" fmla="*/ 258543 h 272503"/>
                <a:gd name="csX15" fmla="*/ 250649 w 287686"/>
                <a:gd name="csY15" fmla="*/ 135670 h 272503"/>
                <a:gd name="csX16" fmla="*/ 241164 w 287686"/>
                <a:gd name="csY16" fmla="*/ 38266 h 272503"/>
                <a:gd name="csX17" fmla="*/ 239725 w 287686"/>
                <a:gd name="csY17" fmla="*/ 37041 h 272503"/>
                <a:gd name="csX18" fmla="*/ 143654 w 287686"/>
                <a:gd name="csY18" fmla="*/ 46899 h 2725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7686" h="272503">
                  <a:moveTo>
                    <a:pt x="33995" y="20629"/>
                  </a:moveTo>
                  <a:cubicBezTo>
                    <a:pt x="68577" y="-8197"/>
                    <a:pt x="112323" y="-4734"/>
                    <a:pt x="143708" y="18178"/>
                  </a:cubicBezTo>
                  <a:cubicBezTo>
                    <a:pt x="175038" y="-4734"/>
                    <a:pt x="218358" y="-7771"/>
                    <a:pt x="253206" y="20469"/>
                  </a:cubicBezTo>
                  <a:cubicBezTo>
                    <a:pt x="293702" y="53293"/>
                    <a:pt x="298658" y="109667"/>
                    <a:pt x="267380" y="148938"/>
                  </a:cubicBezTo>
                  <a:cubicBezTo>
                    <a:pt x="267167" y="149151"/>
                    <a:pt x="267007" y="149417"/>
                    <a:pt x="266794" y="149630"/>
                  </a:cubicBezTo>
                  <a:lnTo>
                    <a:pt x="159906" y="272504"/>
                  </a:lnTo>
                  <a:lnTo>
                    <a:pt x="127775" y="272504"/>
                  </a:lnTo>
                  <a:cubicBezTo>
                    <a:pt x="127775" y="272504"/>
                    <a:pt x="20728" y="149630"/>
                    <a:pt x="20728" y="149630"/>
                  </a:cubicBezTo>
                  <a:cubicBezTo>
                    <a:pt x="20514" y="149417"/>
                    <a:pt x="20301" y="149151"/>
                    <a:pt x="20141" y="148938"/>
                  </a:cubicBezTo>
                  <a:cubicBezTo>
                    <a:pt x="-11349" y="109454"/>
                    <a:pt x="-5328" y="53559"/>
                    <a:pt x="34102" y="20683"/>
                  </a:cubicBezTo>
                  <a:close/>
                  <a:moveTo>
                    <a:pt x="143708" y="46899"/>
                  </a:moveTo>
                  <a:cubicBezTo>
                    <a:pt x="119197" y="18978"/>
                    <a:pt x="78328" y="11465"/>
                    <a:pt x="47636" y="37041"/>
                  </a:cubicBezTo>
                  <a:lnTo>
                    <a:pt x="46198" y="38266"/>
                  </a:lnTo>
                  <a:cubicBezTo>
                    <a:pt x="16785" y="63949"/>
                    <a:pt x="12948" y="105884"/>
                    <a:pt x="36713" y="135670"/>
                  </a:cubicBezTo>
                  <a:lnTo>
                    <a:pt x="143760" y="258543"/>
                  </a:lnTo>
                  <a:lnTo>
                    <a:pt x="250649" y="135670"/>
                  </a:lnTo>
                  <a:cubicBezTo>
                    <a:pt x="274360" y="105884"/>
                    <a:pt x="271056" y="63736"/>
                    <a:pt x="241164" y="38266"/>
                  </a:cubicBezTo>
                  <a:lnTo>
                    <a:pt x="239725" y="37041"/>
                  </a:lnTo>
                  <a:cubicBezTo>
                    <a:pt x="208501" y="11731"/>
                    <a:pt x="168165" y="18978"/>
                    <a:pt x="143654" y="46899"/>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58" name="Group 357">
            <a:extLst>
              <a:ext uri="{FF2B5EF4-FFF2-40B4-BE49-F238E27FC236}">
                <a16:creationId xmlns:a16="http://schemas.microsoft.com/office/drawing/2014/main" id="{75F087CE-7ED9-EF76-C79B-29EC66A9DB89}"/>
              </a:ext>
            </a:extLst>
          </p:cNvPr>
          <p:cNvGrpSpPr/>
          <p:nvPr userDrawn="1"/>
        </p:nvGrpSpPr>
        <p:grpSpPr>
          <a:xfrm>
            <a:off x="8808235" y="3807624"/>
            <a:ext cx="289407" cy="287628"/>
            <a:chOff x="7781813" y="4111883"/>
            <a:chExt cx="289332" cy="287628"/>
          </a:xfrm>
        </p:grpSpPr>
        <p:sp>
          <p:nvSpPr>
            <p:cNvPr id="359" name="Freeform 358">
              <a:extLst>
                <a:ext uri="{FF2B5EF4-FFF2-40B4-BE49-F238E27FC236}">
                  <a16:creationId xmlns:a16="http://schemas.microsoft.com/office/drawing/2014/main" id="{FC88B77B-574C-9BB0-083B-BCABCAC6ED9A}"/>
                </a:ext>
              </a:extLst>
            </p:cNvPr>
            <p:cNvSpPr/>
            <p:nvPr/>
          </p:nvSpPr>
          <p:spPr>
            <a:xfrm>
              <a:off x="7781813" y="4111883"/>
              <a:ext cx="289332" cy="287628"/>
            </a:xfrm>
            <a:custGeom>
              <a:avLst/>
              <a:gdLst>
                <a:gd name="csX0" fmla="*/ 268019 w 289332"/>
                <a:gd name="csY0" fmla="*/ 142588 h 287628"/>
                <a:gd name="csX1" fmla="*/ 144027 w 289332"/>
                <a:gd name="csY1" fmla="*/ 21207 h 287628"/>
                <a:gd name="csX2" fmla="*/ 22912 w 289332"/>
                <a:gd name="csY2" fmla="*/ 143761 h 287628"/>
                <a:gd name="csX3" fmla="*/ 27707 w 289332"/>
                <a:gd name="csY3" fmla="*/ 177703 h 287628"/>
                <a:gd name="csX4" fmla="*/ 27707 w 289332"/>
                <a:gd name="csY4" fmla="*/ 177703 h 287628"/>
                <a:gd name="csX5" fmla="*/ 33995 w 289332"/>
                <a:gd name="csY5" fmla="*/ 196938 h 287628"/>
                <a:gd name="csX6" fmla="*/ 35807 w 289332"/>
                <a:gd name="csY6" fmla="*/ 203759 h 287628"/>
                <a:gd name="csX7" fmla="*/ 35913 w 289332"/>
                <a:gd name="csY7" fmla="*/ 209727 h 287628"/>
                <a:gd name="csX8" fmla="*/ 34261 w 289332"/>
                <a:gd name="csY8" fmla="*/ 216600 h 287628"/>
                <a:gd name="csX9" fmla="*/ 24511 w 289332"/>
                <a:gd name="csY9" fmla="*/ 249103 h 287628"/>
                <a:gd name="csX10" fmla="*/ 40336 w 289332"/>
                <a:gd name="csY10" fmla="*/ 261785 h 287628"/>
                <a:gd name="csX11" fmla="*/ 68843 w 289332"/>
                <a:gd name="csY11" fmla="*/ 248358 h 287628"/>
                <a:gd name="csX12" fmla="*/ 80406 w 289332"/>
                <a:gd name="csY12" fmla="*/ 249956 h 287628"/>
                <a:gd name="csX13" fmla="*/ 83603 w 289332"/>
                <a:gd name="csY13" fmla="*/ 251661 h 287628"/>
                <a:gd name="csX14" fmla="*/ 97723 w 289332"/>
                <a:gd name="csY14" fmla="*/ 257522 h 287628"/>
                <a:gd name="csX15" fmla="*/ 150794 w 289332"/>
                <a:gd name="csY15" fmla="*/ 266261 h 287628"/>
                <a:gd name="csX16" fmla="*/ 268019 w 289332"/>
                <a:gd name="csY16" fmla="*/ 142535 h 287628"/>
                <a:gd name="csX17" fmla="*/ 289333 w 289332"/>
                <a:gd name="csY17" fmla="*/ 142588 h 287628"/>
                <a:gd name="csX18" fmla="*/ 150794 w 289332"/>
                <a:gd name="csY18" fmla="*/ 287628 h 287628"/>
                <a:gd name="csX19" fmla="*/ 90636 w 289332"/>
                <a:gd name="csY19" fmla="*/ 277717 h 287628"/>
                <a:gd name="csX20" fmla="*/ 74118 w 289332"/>
                <a:gd name="csY20" fmla="*/ 270790 h 287628"/>
                <a:gd name="csX21" fmla="*/ 72786 w 289332"/>
                <a:gd name="csY21" fmla="*/ 270151 h 287628"/>
                <a:gd name="csX22" fmla="*/ 37406 w 289332"/>
                <a:gd name="csY22" fmla="*/ 286829 h 287628"/>
                <a:gd name="csX23" fmla="*/ 0 w 289332"/>
                <a:gd name="csY23" fmla="*/ 256883 h 287628"/>
                <a:gd name="csX24" fmla="*/ 13854 w 289332"/>
                <a:gd name="csY24" fmla="*/ 210579 h 287628"/>
                <a:gd name="csX25" fmla="*/ 14600 w 289332"/>
                <a:gd name="csY25" fmla="*/ 208021 h 287628"/>
                <a:gd name="csX26" fmla="*/ 14706 w 289332"/>
                <a:gd name="csY26" fmla="*/ 207542 h 287628"/>
                <a:gd name="csX27" fmla="*/ 14706 w 289332"/>
                <a:gd name="csY27" fmla="*/ 206743 h 287628"/>
                <a:gd name="csX28" fmla="*/ 14600 w 289332"/>
                <a:gd name="csY28" fmla="*/ 206263 h 287628"/>
                <a:gd name="csX29" fmla="*/ 13747 w 289332"/>
                <a:gd name="csY29" fmla="*/ 203705 h 287628"/>
                <a:gd name="csX30" fmla="*/ 7460 w 289332"/>
                <a:gd name="csY30" fmla="*/ 184470 h 287628"/>
                <a:gd name="csX31" fmla="*/ 7460 w 289332"/>
                <a:gd name="csY31" fmla="*/ 184470 h 287628"/>
                <a:gd name="csX32" fmla="*/ 1598 w 289332"/>
                <a:gd name="csY32" fmla="*/ 143867 h 287628"/>
                <a:gd name="csX33" fmla="*/ 144027 w 289332"/>
                <a:gd name="csY33" fmla="*/ 0 h 287628"/>
                <a:gd name="csX34" fmla="*/ 289333 w 289332"/>
                <a:gd name="csY34" fmla="*/ 142695 h 287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289332" h="287628">
                  <a:moveTo>
                    <a:pt x="268019" y="142588"/>
                  </a:moveTo>
                  <a:cubicBezTo>
                    <a:pt x="268019" y="75877"/>
                    <a:pt x="209726" y="21207"/>
                    <a:pt x="144027" y="21207"/>
                  </a:cubicBezTo>
                  <a:cubicBezTo>
                    <a:pt x="78327" y="21207"/>
                    <a:pt x="22912" y="76676"/>
                    <a:pt x="22912" y="143761"/>
                  </a:cubicBezTo>
                  <a:cubicBezTo>
                    <a:pt x="22912" y="157775"/>
                    <a:pt x="23818" y="165874"/>
                    <a:pt x="27707" y="177703"/>
                  </a:cubicBezTo>
                  <a:lnTo>
                    <a:pt x="27707" y="177703"/>
                  </a:lnTo>
                  <a:cubicBezTo>
                    <a:pt x="27707" y="177703"/>
                    <a:pt x="33995" y="196938"/>
                    <a:pt x="33995" y="196938"/>
                  </a:cubicBezTo>
                  <a:cubicBezTo>
                    <a:pt x="34688" y="199016"/>
                    <a:pt x="35487" y="201308"/>
                    <a:pt x="35807" y="203759"/>
                  </a:cubicBezTo>
                  <a:cubicBezTo>
                    <a:pt x="36073" y="205730"/>
                    <a:pt x="36127" y="207755"/>
                    <a:pt x="35913" y="209727"/>
                  </a:cubicBezTo>
                  <a:cubicBezTo>
                    <a:pt x="35647" y="212177"/>
                    <a:pt x="34901" y="214469"/>
                    <a:pt x="34261" y="216600"/>
                  </a:cubicBezTo>
                  <a:lnTo>
                    <a:pt x="24511" y="249103"/>
                  </a:lnTo>
                  <a:lnTo>
                    <a:pt x="40336" y="261785"/>
                  </a:lnTo>
                  <a:lnTo>
                    <a:pt x="68843" y="248358"/>
                  </a:lnTo>
                  <a:cubicBezTo>
                    <a:pt x="72786" y="246492"/>
                    <a:pt x="77315" y="247292"/>
                    <a:pt x="80406" y="249956"/>
                  </a:cubicBezTo>
                  <a:cubicBezTo>
                    <a:pt x="81152" y="250382"/>
                    <a:pt x="82217" y="250968"/>
                    <a:pt x="83603" y="251661"/>
                  </a:cubicBezTo>
                  <a:cubicBezTo>
                    <a:pt x="86747" y="253206"/>
                    <a:pt x="91488" y="255391"/>
                    <a:pt x="97723" y="257522"/>
                  </a:cubicBezTo>
                  <a:cubicBezTo>
                    <a:pt x="110085" y="261838"/>
                    <a:pt x="128201" y="266261"/>
                    <a:pt x="150794" y="266261"/>
                  </a:cubicBezTo>
                  <a:cubicBezTo>
                    <a:pt x="215587" y="266261"/>
                    <a:pt x="268019" y="210206"/>
                    <a:pt x="268019" y="142535"/>
                  </a:cubicBezTo>
                  <a:close/>
                  <a:moveTo>
                    <a:pt x="289333" y="142588"/>
                  </a:moveTo>
                  <a:cubicBezTo>
                    <a:pt x="289333" y="220809"/>
                    <a:pt x="228536" y="287628"/>
                    <a:pt x="150794" y="287628"/>
                  </a:cubicBezTo>
                  <a:cubicBezTo>
                    <a:pt x="125431" y="287628"/>
                    <a:pt x="104916" y="282673"/>
                    <a:pt x="90636" y="277717"/>
                  </a:cubicBezTo>
                  <a:cubicBezTo>
                    <a:pt x="83549" y="275213"/>
                    <a:pt x="77955" y="272709"/>
                    <a:pt x="74118" y="270790"/>
                  </a:cubicBezTo>
                  <a:cubicBezTo>
                    <a:pt x="73638" y="270577"/>
                    <a:pt x="73212" y="270311"/>
                    <a:pt x="72786" y="270151"/>
                  </a:cubicBezTo>
                  <a:lnTo>
                    <a:pt x="37406" y="286829"/>
                  </a:lnTo>
                  <a:lnTo>
                    <a:pt x="0" y="256883"/>
                  </a:lnTo>
                  <a:lnTo>
                    <a:pt x="13854" y="210579"/>
                  </a:lnTo>
                  <a:cubicBezTo>
                    <a:pt x="14226" y="209247"/>
                    <a:pt x="14440" y="208554"/>
                    <a:pt x="14600" y="208021"/>
                  </a:cubicBezTo>
                  <a:cubicBezTo>
                    <a:pt x="14706" y="207542"/>
                    <a:pt x="14706" y="207488"/>
                    <a:pt x="14706" y="207542"/>
                  </a:cubicBezTo>
                  <a:cubicBezTo>
                    <a:pt x="14760" y="207275"/>
                    <a:pt x="14760" y="207009"/>
                    <a:pt x="14706" y="206743"/>
                  </a:cubicBezTo>
                  <a:cubicBezTo>
                    <a:pt x="14706" y="206796"/>
                    <a:pt x="14706" y="206743"/>
                    <a:pt x="14600" y="206263"/>
                  </a:cubicBezTo>
                  <a:cubicBezTo>
                    <a:pt x="14440" y="205730"/>
                    <a:pt x="14174" y="204984"/>
                    <a:pt x="13747" y="203705"/>
                  </a:cubicBezTo>
                  <a:lnTo>
                    <a:pt x="7460" y="184470"/>
                  </a:lnTo>
                  <a:lnTo>
                    <a:pt x="7460" y="184470"/>
                  </a:lnTo>
                  <a:cubicBezTo>
                    <a:pt x="2664" y="169817"/>
                    <a:pt x="1598" y="159373"/>
                    <a:pt x="1598" y="143867"/>
                  </a:cubicBezTo>
                  <a:cubicBezTo>
                    <a:pt x="1598" y="65113"/>
                    <a:pt x="66819" y="0"/>
                    <a:pt x="144027" y="0"/>
                  </a:cubicBezTo>
                  <a:cubicBezTo>
                    <a:pt x="221236" y="0"/>
                    <a:pt x="289333" y="63515"/>
                    <a:pt x="289333" y="142695"/>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0" name="Freeform 359">
              <a:extLst>
                <a:ext uri="{FF2B5EF4-FFF2-40B4-BE49-F238E27FC236}">
                  <a16:creationId xmlns:a16="http://schemas.microsoft.com/office/drawing/2014/main" id="{F92E9AAF-5BF3-A5B0-5769-539B353EFC8C}"/>
                </a:ext>
              </a:extLst>
            </p:cNvPr>
            <p:cNvSpPr/>
            <p:nvPr/>
          </p:nvSpPr>
          <p:spPr>
            <a:xfrm>
              <a:off x="7781813" y="4111883"/>
              <a:ext cx="289332" cy="287628"/>
            </a:xfrm>
            <a:custGeom>
              <a:avLst/>
              <a:gdLst>
                <a:gd name="csX0" fmla="*/ 268019 w 289332"/>
                <a:gd name="csY0" fmla="*/ 142588 h 287628"/>
                <a:gd name="csX1" fmla="*/ 144027 w 289332"/>
                <a:gd name="csY1" fmla="*/ 21207 h 287628"/>
                <a:gd name="csX2" fmla="*/ 22912 w 289332"/>
                <a:gd name="csY2" fmla="*/ 143761 h 287628"/>
                <a:gd name="csX3" fmla="*/ 27707 w 289332"/>
                <a:gd name="csY3" fmla="*/ 177703 h 287628"/>
                <a:gd name="csX4" fmla="*/ 27707 w 289332"/>
                <a:gd name="csY4" fmla="*/ 177703 h 287628"/>
                <a:gd name="csX5" fmla="*/ 33995 w 289332"/>
                <a:gd name="csY5" fmla="*/ 196938 h 287628"/>
                <a:gd name="csX6" fmla="*/ 35807 w 289332"/>
                <a:gd name="csY6" fmla="*/ 203759 h 287628"/>
                <a:gd name="csX7" fmla="*/ 35913 w 289332"/>
                <a:gd name="csY7" fmla="*/ 209727 h 287628"/>
                <a:gd name="csX8" fmla="*/ 34261 w 289332"/>
                <a:gd name="csY8" fmla="*/ 216600 h 287628"/>
                <a:gd name="csX9" fmla="*/ 24511 w 289332"/>
                <a:gd name="csY9" fmla="*/ 249103 h 287628"/>
                <a:gd name="csX10" fmla="*/ 40336 w 289332"/>
                <a:gd name="csY10" fmla="*/ 261785 h 287628"/>
                <a:gd name="csX11" fmla="*/ 68843 w 289332"/>
                <a:gd name="csY11" fmla="*/ 248358 h 287628"/>
                <a:gd name="csX12" fmla="*/ 80406 w 289332"/>
                <a:gd name="csY12" fmla="*/ 249956 h 287628"/>
                <a:gd name="csX13" fmla="*/ 83603 w 289332"/>
                <a:gd name="csY13" fmla="*/ 251661 h 287628"/>
                <a:gd name="csX14" fmla="*/ 97723 w 289332"/>
                <a:gd name="csY14" fmla="*/ 257522 h 287628"/>
                <a:gd name="csX15" fmla="*/ 150794 w 289332"/>
                <a:gd name="csY15" fmla="*/ 266261 h 287628"/>
                <a:gd name="csX16" fmla="*/ 268019 w 289332"/>
                <a:gd name="csY16" fmla="*/ 142535 h 287628"/>
                <a:gd name="csX17" fmla="*/ 289333 w 289332"/>
                <a:gd name="csY17" fmla="*/ 142588 h 287628"/>
                <a:gd name="csX18" fmla="*/ 150794 w 289332"/>
                <a:gd name="csY18" fmla="*/ 287628 h 287628"/>
                <a:gd name="csX19" fmla="*/ 90636 w 289332"/>
                <a:gd name="csY19" fmla="*/ 277717 h 287628"/>
                <a:gd name="csX20" fmla="*/ 74118 w 289332"/>
                <a:gd name="csY20" fmla="*/ 270790 h 287628"/>
                <a:gd name="csX21" fmla="*/ 72786 w 289332"/>
                <a:gd name="csY21" fmla="*/ 270151 h 287628"/>
                <a:gd name="csX22" fmla="*/ 37406 w 289332"/>
                <a:gd name="csY22" fmla="*/ 286829 h 287628"/>
                <a:gd name="csX23" fmla="*/ 0 w 289332"/>
                <a:gd name="csY23" fmla="*/ 256883 h 287628"/>
                <a:gd name="csX24" fmla="*/ 13854 w 289332"/>
                <a:gd name="csY24" fmla="*/ 210579 h 287628"/>
                <a:gd name="csX25" fmla="*/ 14600 w 289332"/>
                <a:gd name="csY25" fmla="*/ 208021 h 287628"/>
                <a:gd name="csX26" fmla="*/ 14706 w 289332"/>
                <a:gd name="csY26" fmla="*/ 207542 h 287628"/>
                <a:gd name="csX27" fmla="*/ 14706 w 289332"/>
                <a:gd name="csY27" fmla="*/ 206743 h 287628"/>
                <a:gd name="csX28" fmla="*/ 14600 w 289332"/>
                <a:gd name="csY28" fmla="*/ 206263 h 287628"/>
                <a:gd name="csX29" fmla="*/ 13747 w 289332"/>
                <a:gd name="csY29" fmla="*/ 203705 h 287628"/>
                <a:gd name="csX30" fmla="*/ 7460 w 289332"/>
                <a:gd name="csY30" fmla="*/ 184470 h 287628"/>
                <a:gd name="csX31" fmla="*/ 7460 w 289332"/>
                <a:gd name="csY31" fmla="*/ 184470 h 287628"/>
                <a:gd name="csX32" fmla="*/ 1598 w 289332"/>
                <a:gd name="csY32" fmla="*/ 143867 h 287628"/>
                <a:gd name="csX33" fmla="*/ 144027 w 289332"/>
                <a:gd name="csY33" fmla="*/ 0 h 287628"/>
                <a:gd name="csX34" fmla="*/ 289333 w 289332"/>
                <a:gd name="csY34" fmla="*/ 142695 h 287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289332" h="287628">
                  <a:moveTo>
                    <a:pt x="268019" y="142588"/>
                  </a:moveTo>
                  <a:cubicBezTo>
                    <a:pt x="268019" y="75877"/>
                    <a:pt x="209726" y="21207"/>
                    <a:pt x="144027" y="21207"/>
                  </a:cubicBezTo>
                  <a:cubicBezTo>
                    <a:pt x="78327" y="21207"/>
                    <a:pt x="22912" y="76676"/>
                    <a:pt x="22912" y="143761"/>
                  </a:cubicBezTo>
                  <a:cubicBezTo>
                    <a:pt x="22912" y="157775"/>
                    <a:pt x="23818" y="165874"/>
                    <a:pt x="27707" y="177703"/>
                  </a:cubicBezTo>
                  <a:lnTo>
                    <a:pt x="27707" y="177703"/>
                  </a:lnTo>
                  <a:cubicBezTo>
                    <a:pt x="27707" y="177703"/>
                    <a:pt x="33995" y="196938"/>
                    <a:pt x="33995" y="196938"/>
                  </a:cubicBezTo>
                  <a:cubicBezTo>
                    <a:pt x="34688" y="199016"/>
                    <a:pt x="35487" y="201308"/>
                    <a:pt x="35807" y="203759"/>
                  </a:cubicBezTo>
                  <a:cubicBezTo>
                    <a:pt x="36073" y="205730"/>
                    <a:pt x="36127" y="207755"/>
                    <a:pt x="35913" y="209727"/>
                  </a:cubicBezTo>
                  <a:cubicBezTo>
                    <a:pt x="35647" y="212177"/>
                    <a:pt x="34901" y="214469"/>
                    <a:pt x="34261" y="216600"/>
                  </a:cubicBezTo>
                  <a:lnTo>
                    <a:pt x="24511" y="249103"/>
                  </a:lnTo>
                  <a:lnTo>
                    <a:pt x="40336" y="261785"/>
                  </a:lnTo>
                  <a:lnTo>
                    <a:pt x="68843" y="248358"/>
                  </a:lnTo>
                  <a:cubicBezTo>
                    <a:pt x="72786" y="246492"/>
                    <a:pt x="77315" y="247292"/>
                    <a:pt x="80406" y="249956"/>
                  </a:cubicBezTo>
                  <a:cubicBezTo>
                    <a:pt x="81152" y="250382"/>
                    <a:pt x="82217" y="250968"/>
                    <a:pt x="83603" y="251661"/>
                  </a:cubicBezTo>
                  <a:cubicBezTo>
                    <a:pt x="86747" y="253206"/>
                    <a:pt x="91488" y="255391"/>
                    <a:pt x="97723" y="257522"/>
                  </a:cubicBezTo>
                  <a:cubicBezTo>
                    <a:pt x="110085" y="261838"/>
                    <a:pt x="128201" y="266261"/>
                    <a:pt x="150794" y="266261"/>
                  </a:cubicBezTo>
                  <a:cubicBezTo>
                    <a:pt x="215587" y="266261"/>
                    <a:pt x="268019" y="210206"/>
                    <a:pt x="268019" y="142535"/>
                  </a:cubicBezTo>
                  <a:close/>
                  <a:moveTo>
                    <a:pt x="289333" y="142588"/>
                  </a:moveTo>
                  <a:cubicBezTo>
                    <a:pt x="289333" y="220809"/>
                    <a:pt x="228536" y="287628"/>
                    <a:pt x="150794" y="287628"/>
                  </a:cubicBezTo>
                  <a:cubicBezTo>
                    <a:pt x="125431" y="287628"/>
                    <a:pt x="104916" y="282673"/>
                    <a:pt x="90636" y="277717"/>
                  </a:cubicBezTo>
                  <a:cubicBezTo>
                    <a:pt x="83549" y="275213"/>
                    <a:pt x="77955" y="272709"/>
                    <a:pt x="74118" y="270790"/>
                  </a:cubicBezTo>
                  <a:cubicBezTo>
                    <a:pt x="73638" y="270577"/>
                    <a:pt x="73212" y="270311"/>
                    <a:pt x="72786" y="270151"/>
                  </a:cubicBezTo>
                  <a:lnTo>
                    <a:pt x="37406" y="286829"/>
                  </a:lnTo>
                  <a:lnTo>
                    <a:pt x="0" y="256883"/>
                  </a:lnTo>
                  <a:lnTo>
                    <a:pt x="13854" y="210579"/>
                  </a:lnTo>
                  <a:cubicBezTo>
                    <a:pt x="14226" y="209247"/>
                    <a:pt x="14440" y="208554"/>
                    <a:pt x="14600" y="208021"/>
                  </a:cubicBezTo>
                  <a:cubicBezTo>
                    <a:pt x="14706" y="207542"/>
                    <a:pt x="14706" y="207488"/>
                    <a:pt x="14706" y="207542"/>
                  </a:cubicBezTo>
                  <a:cubicBezTo>
                    <a:pt x="14760" y="207275"/>
                    <a:pt x="14760" y="207009"/>
                    <a:pt x="14706" y="206743"/>
                  </a:cubicBezTo>
                  <a:cubicBezTo>
                    <a:pt x="14706" y="206796"/>
                    <a:pt x="14706" y="206743"/>
                    <a:pt x="14600" y="206263"/>
                  </a:cubicBezTo>
                  <a:cubicBezTo>
                    <a:pt x="14440" y="205730"/>
                    <a:pt x="14174" y="204984"/>
                    <a:pt x="13747" y="203705"/>
                  </a:cubicBezTo>
                  <a:lnTo>
                    <a:pt x="7460" y="184470"/>
                  </a:lnTo>
                  <a:lnTo>
                    <a:pt x="7460" y="184470"/>
                  </a:lnTo>
                  <a:cubicBezTo>
                    <a:pt x="2664" y="169817"/>
                    <a:pt x="1598" y="159373"/>
                    <a:pt x="1598" y="143867"/>
                  </a:cubicBezTo>
                  <a:cubicBezTo>
                    <a:pt x="1598" y="65113"/>
                    <a:pt x="66819" y="0"/>
                    <a:pt x="144027" y="0"/>
                  </a:cubicBezTo>
                  <a:cubicBezTo>
                    <a:pt x="221236" y="0"/>
                    <a:pt x="289333" y="63515"/>
                    <a:pt x="289333" y="142695"/>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1" name="Group 360">
            <a:extLst>
              <a:ext uri="{FF2B5EF4-FFF2-40B4-BE49-F238E27FC236}">
                <a16:creationId xmlns:a16="http://schemas.microsoft.com/office/drawing/2014/main" id="{2688E751-5D1D-AE96-6C33-3455AB160074}"/>
              </a:ext>
            </a:extLst>
          </p:cNvPr>
          <p:cNvGrpSpPr/>
          <p:nvPr userDrawn="1"/>
        </p:nvGrpSpPr>
        <p:grpSpPr>
          <a:xfrm>
            <a:off x="8812711" y="4766579"/>
            <a:ext cx="284930" cy="284963"/>
            <a:chOff x="7786288" y="5070837"/>
            <a:chExt cx="284856" cy="284963"/>
          </a:xfrm>
        </p:grpSpPr>
        <p:sp>
          <p:nvSpPr>
            <p:cNvPr id="362" name="Freeform 361">
              <a:extLst>
                <a:ext uri="{FF2B5EF4-FFF2-40B4-BE49-F238E27FC236}">
                  <a16:creationId xmlns:a16="http://schemas.microsoft.com/office/drawing/2014/main" id="{ED108C4D-70F4-4BA2-6310-BB5EBC360D9D}"/>
                </a:ext>
              </a:extLst>
            </p:cNvPr>
            <p:cNvSpPr/>
            <p:nvPr/>
          </p:nvSpPr>
          <p:spPr>
            <a:xfrm>
              <a:off x="7786288" y="5070837"/>
              <a:ext cx="284856" cy="284963"/>
            </a:xfrm>
            <a:custGeom>
              <a:avLst/>
              <a:gdLst>
                <a:gd name="csX0" fmla="*/ 263543 w 284856"/>
                <a:gd name="csY0" fmla="*/ 101400 h 284963"/>
                <a:gd name="csX1" fmla="*/ 261625 w 284856"/>
                <a:gd name="csY1" fmla="*/ 83443 h 284963"/>
                <a:gd name="csX2" fmla="*/ 214948 w 284856"/>
                <a:gd name="csY2" fmla="*/ 127722 h 284963"/>
                <a:gd name="csX3" fmla="*/ 200082 w 284856"/>
                <a:gd name="csY3" fmla="*/ 127509 h 284963"/>
                <a:gd name="csX4" fmla="*/ 157455 w 284856"/>
                <a:gd name="csY4" fmla="*/ 84882 h 284963"/>
                <a:gd name="csX5" fmla="*/ 157455 w 284856"/>
                <a:gd name="csY5" fmla="*/ 69802 h 284963"/>
                <a:gd name="csX6" fmla="*/ 176051 w 284856"/>
                <a:gd name="csY6" fmla="*/ 51153 h 284963"/>
                <a:gd name="csX7" fmla="*/ 203865 w 284856"/>
                <a:gd name="csY7" fmla="*/ 23178 h 284963"/>
                <a:gd name="csX8" fmla="*/ 187773 w 284856"/>
                <a:gd name="csY8" fmla="*/ 21367 h 284963"/>
                <a:gd name="csX9" fmla="*/ 112057 w 284856"/>
                <a:gd name="csY9" fmla="*/ 101400 h 284963"/>
                <a:gd name="csX10" fmla="*/ 114242 w 284856"/>
                <a:gd name="csY10" fmla="*/ 120529 h 284963"/>
                <a:gd name="csX11" fmla="*/ 116213 w 284856"/>
                <a:gd name="csY11" fmla="*/ 129534 h 284963"/>
                <a:gd name="csX12" fmla="*/ 116906 w 284856"/>
                <a:gd name="csY12" fmla="*/ 137047 h 284963"/>
                <a:gd name="csX13" fmla="*/ 114242 w 284856"/>
                <a:gd name="csY13" fmla="*/ 147011 h 284963"/>
                <a:gd name="csX14" fmla="*/ 105450 w 284856"/>
                <a:gd name="csY14" fmla="*/ 157934 h 284963"/>
                <a:gd name="csX15" fmla="*/ 104810 w 284856"/>
                <a:gd name="csY15" fmla="*/ 158574 h 284963"/>
                <a:gd name="csX16" fmla="*/ 23072 w 284856"/>
                <a:gd name="csY16" fmla="*/ 230401 h 284963"/>
                <a:gd name="csX17" fmla="*/ 52751 w 284856"/>
                <a:gd name="csY17" fmla="*/ 262211 h 284963"/>
                <a:gd name="csX18" fmla="*/ 133477 w 284856"/>
                <a:gd name="csY18" fmla="*/ 188306 h 284963"/>
                <a:gd name="csX19" fmla="*/ 138325 w 284856"/>
                <a:gd name="csY19" fmla="*/ 183404 h 284963"/>
                <a:gd name="csX20" fmla="*/ 143761 w 284856"/>
                <a:gd name="csY20" fmla="*/ 179301 h 284963"/>
                <a:gd name="csX21" fmla="*/ 144827 w 284856"/>
                <a:gd name="csY21" fmla="*/ 178715 h 284963"/>
                <a:gd name="csX22" fmla="*/ 148556 w 284856"/>
                <a:gd name="csY22" fmla="*/ 177223 h 284963"/>
                <a:gd name="csX23" fmla="*/ 153725 w 284856"/>
                <a:gd name="csY23" fmla="*/ 176370 h 284963"/>
                <a:gd name="csX24" fmla="*/ 154737 w 284856"/>
                <a:gd name="csY24" fmla="*/ 176370 h 284963"/>
                <a:gd name="csX25" fmla="*/ 161291 w 284856"/>
                <a:gd name="csY25" fmla="*/ 177116 h 284963"/>
                <a:gd name="csX26" fmla="*/ 169923 w 284856"/>
                <a:gd name="csY26" fmla="*/ 179248 h 284963"/>
                <a:gd name="csX27" fmla="*/ 187773 w 284856"/>
                <a:gd name="csY27" fmla="*/ 181486 h 284963"/>
                <a:gd name="csX28" fmla="*/ 263543 w 284856"/>
                <a:gd name="csY28" fmla="*/ 101453 h 284963"/>
                <a:gd name="csX29" fmla="*/ 284857 w 284856"/>
                <a:gd name="csY29" fmla="*/ 101400 h 284963"/>
                <a:gd name="csX30" fmla="*/ 187773 w 284856"/>
                <a:gd name="csY30" fmla="*/ 202746 h 284963"/>
                <a:gd name="csX31" fmla="*/ 164648 w 284856"/>
                <a:gd name="csY31" fmla="*/ 199816 h 284963"/>
                <a:gd name="csX32" fmla="*/ 156869 w 284856"/>
                <a:gd name="csY32" fmla="*/ 197897 h 284963"/>
                <a:gd name="csX33" fmla="*/ 155057 w 284856"/>
                <a:gd name="csY33" fmla="*/ 197578 h 284963"/>
                <a:gd name="csX34" fmla="*/ 154577 w 284856"/>
                <a:gd name="csY34" fmla="*/ 197578 h 284963"/>
                <a:gd name="csX35" fmla="*/ 153991 w 284856"/>
                <a:gd name="csY35" fmla="*/ 197897 h 284963"/>
                <a:gd name="csX36" fmla="*/ 152979 w 284856"/>
                <a:gd name="csY36" fmla="*/ 198803 h 284963"/>
                <a:gd name="csX37" fmla="*/ 148663 w 284856"/>
                <a:gd name="csY37" fmla="*/ 203172 h 284963"/>
                <a:gd name="csX38" fmla="*/ 148130 w 284856"/>
                <a:gd name="csY38" fmla="*/ 203705 h 284963"/>
                <a:gd name="csX39" fmla="*/ 59359 w 284856"/>
                <a:gd name="csY39" fmla="*/ 284963 h 284963"/>
                <a:gd name="csX40" fmla="*/ 44385 w 284856"/>
                <a:gd name="csY40" fmla="*/ 284377 h 284963"/>
                <a:gd name="csX41" fmla="*/ 0 w 284856"/>
                <a:gd name="csY41" fmla="*/ 236848 h 284963"/>
                <a:gd name="csX42" fmla="*/ 746 w 284856"/>
                <a:gd name="csY42" fmla="*/ 221556 h 284963"/>
                <a:gd name="csX43" fmla="*/ 90370 w 284856"/>
                <a:gd name="csY43" fmla="*/ 142801 h 284963"/>
                <a:gd name="csX44" fmla="*/ 94207 w 284856"/>
                <a:gd name="csY44" fmla="*/ 138645 h 284963"/>
                <a:gd name="csX45" fmla="*/ 95112 w 284856"/>
                <a:gd name="csY45" fmla="*/ 137526 h 284963"/>
                <a:gd name="csX46" fmla="*/ 95485 w 284856"/>
                <a:gd name="csY46" fmla="*/ 136780 h 284963"/>
                <a:gd name="csX47" fmla="*/ 95539 w 284856"/>
                <a:gd name="csY47" fmla="*/ 136621 h 284963"/>
                <a:gd name="csX48" fmla="*/ 95539 w 284856"/>
                <a:gd name="csY48" fmla="*/ 136461 h 284963"/>
                <a:gd name="csX49" fmla="*/ 95645 w 284856"/>
                <a:gd name="csY49" fmla="*/ 135608 h 284963"/>
                <a:gd name="csX50" fmla="*/ 95272 w 284856"/>
                <a:gd name="csY50" fmla="*/ 133477 h 284963"/>
                <a:gd name="csX51" fmla="*/ 93461 w 284856"/>
                <a:gd name="csY51" fmla="*/ 125271 h 284963"/>
                <a:gd name="csX52" fmla="*/ 90743 w 284856"/>
                <a:gd name="csY52" fmla="*/ 101347 h 284963"/>
                <a:gd name="csX53" fmla="*/ 187773 w 284856"/>
                <a:gd name="csY53" fmla="*/ 0 h 284963"/>
                <a:gd name="csX54" fmla="*/ 227950 w 284856"/>
                <a:gd name="csY54" fmla="*/ 9058 h 284963"/>
                <a:gd name="csX55" fmla="*/ 230933 w 284856"/>
                <a:gd name="csY55" fmla="*/ 26216 h 284963"/>
                <a:gd name="csX56" fmla="*/ 191184 w 284856"/>
                <a:gd name="csY56" fmla="*/ 66179 h 284963"/>
                <a:gd name="csX57" fmla="*/ 191130 w 284856"/>
                <a:gd name="csY57" fmla="*/ 66179 h 284963"/>
                <a:gd name="csX58" fmla="*/ 180047 w 284856"/>
                <a:gd name="csY58" fmla="*/ 77315 h 284963"/>
                <a:gd name="csX59" fmla="*/ 207808 w 284856"/>
                <a:gd name="csY59" fmla="*/ 105076 h 284963"/>
                <a:gd name="csX60" fmla="*/ 259228 w 284856"/>
                <a:gd name="csY60" fmla="*/ 56321 h 284963"/>
                <a:gd name="csX61" fmla="*/ 276332 w 284856"/>
                <a:gd name="csY61" fmla="*/ 59838 h 284963"/>
                <a:gd name="csX62" fmla="*/ 284857 w 284856"/>
                <a:gd name="csY62" fmla="*/ 101400 h 2849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284856" h="284963">
                  <a:moveTo>
                    <a:pt x="263543" y="101400"/>
                  </a:moveTo>
                  <a:cubicBezTo>
                    <a:pt x="263543" y="95219"/>
                    <a:pt x="262850" y="89198"/>
                    <a:pt x="261625" y="83443"/>
                  </a:cubicBezTo>
                  <a:lnTo>
                    <a:pt x="214948" y="127722"/>
                  </a:lnTo>
                  <a:lnTo>
                    <a:pt x="200082" y="127509"/>
                  </a:lnTo>
                  <a:lnTo>
                    <a:pt x="157455" y="84882"/>
                  </a:lnTo>
                  <a:lnTo>
                    <a:pt x="157455" y="69802"/>
                  </a:lnTo>
                  <a:lnTo>
                    <a:pt x="176051" y="51153"/>
                  </a:lnTo>
                  <a:lnTo>
                    <a:pt x="203865" y="23178"/>
                  </a:lnTo>
                  <a:cubicBezTo>
                    <a:pt x="198697" y="22006"/>
                    <a:pt x="193315" y="21367"/>
                    <a:pt x="187773" y="21367"/>
                  </a:cubicBezTo>
                  <a:cubicBezTo>
                    <a:pt x="146425" y="21367"/>
                    <a:pt x="112057" y="56694"/>
                    <a:pt x="112057" y="101400"/>
                  </a:cubicBezTo>
                  <a:cubicBezTo>
                    <a:pt x="112057" y="108007"/>
                    <a:pt x="112803" y="114401"/>
                    <a:pt x="114242" y="120529"/>
                  </a:cubicBezTo>
                  <a:cubicBezTo>
                    <a:pt x="115040" y="124152"/>
                    <a:pt x="115733" y="127136"/>
                    <a:pt x="116213" y="129534"/>
                  </a:cubicBezTo>
                  <a:cubicBezTo>
                    <a:pt x="116639" y="131772"/>
                    <a:pt x="117065" y="134436"/>
                    <a:pt x="116906" y="137047"/>
                  </a:cubicBezTo>
                  <a:cubicBezTo>
                    <a:pt x="116639" y="140883"/>
                    <a:pt x="115946" y="143547"/>
                    <a:pt x="114242" y="147011"/>
                  </a:cubicBezTo>
                  <a:cubicBezTo>
                    <a:pt x="112323" y="150901"/>
                    <a:pt x="108806" y="154417"/>
                    <a:pt x="105450" y="157934"/>
                  </a:cubicBezTo>
                  <a:lnTo>
                    <a:pt x="104810" y="158574"/>
                  </a:lnTo>
                  <a:lnTo>
                    <a:pt x="23072" y="230401"/>
                  </a:lnTo>
                  <a:lnTo>
                    <a:pt x="52751" y="262211"/>
                  </a:lnTo>
                  <a:lnTo>
                    <a:pt x="133477" y="188306"/>
                  </a:lnTo>
                  <a:cubicBezTo>
                    <a:pt x="135289" y="186441"/>
                    <a:pt x="136887" y="184736"/>
                    <a:pt x="138325" y="183404"/>
                  </a:cubicBezTo>
                  <a:cubicBezTo>
                    <a:pt x="139818" y="181965"/>
                    <a:pt x="141576" y="180473"/>
                    <a:pt x="143761" y="179301"/>
                  </a:cubicBezTo>
                  <a:lnTo>
                    <a:pt x="144827" y="178715"/>
                  </a:lnTo>
                  <a:cubicBezTo>
                    <a:pt x="145945" y="178182"/>
                    <a:pt x="147171" y="177649"/>
                    <a:pt x="148556" y="177223"/>
                  </a:cubicBezTo>
                  <a:cubicBezTo>
                    <a:pt x="150421" y="176690"/>
                    <a:pt x="152127" y="176477"/>
                    <a:pt x="153725" y="176370"/>
                  </a:cubicBezTo>
                  <a:lnTo>
                    <a:pt x="154737" y="176370"/>
                  </a:lnTo>
                  <a:cubicBezTo>
                    <a:pt x="157082" y="176317"/>
                    <a:pt x="159373" y="176690"/>
                    <a:pt x="161291" y="177116"/>
                  </a:cubicBezTo>
                  <a:cubicBezTo>
                    <a:pt x="163583" y="177596"/>
                    <a:pt x="166460" y="178342"/>
                    <a:pt x="169923" y="179248"/>
                  </a:cubicBezTo>
                  <a:cubicBezTo>
                    <a:pt x="175624" y="180740"/>
                    <a:pt x="181645" y="181486"/>
                    <a:pt x="187773" y="181486"/>
                  </a:cubicBezTo>
                  <a:cubicBezTo>
                    <a:pt x="229175" y="181486"/>
                    <a:pt x="263543" y="146158"/>
                    <a:pt x="263543" y="101453"/>
                  </a:cubicBezTo>
                  <a:close/>
                  <a:moveTo>
                    <a:pt x="284857" y="101400"/>
                  </a:moveTo>
                  <a:cubicBezTo>
                    <a:pt x="284857" y="156869"/>
                    <a:pt x="241857" y="202746"/>
                    <a:pt x="187773" y="202746"/>
                  </a:cubicBezTo>
                  <a:cubicBezTo>
                    <a:pt x="179834" y="202746"/>
                    <a:pt x="172055" y="201734"/>
                    <a:pt x="164648" y="199816"/>
                  </a:cubicBezTo>
                  <a:cubicBezTo>
                    <a:pt x="161025" y="198910"/>
                    <a:pt x="158627" y="198270"/>
                    <a:pt x="156869" y="197897"/>
                  </a:cubicBezTo>
                  <a:cubicBezTo>
                    <a:pt x="155749" y="197684"/>
                    <a:pt x="155217" y="197578"/>
                    <a:pt x="155057" y="197578"/>
                  </a:cubicBezTo>
                  <a:cubicBezTo>
                    <a:pt x="154471" y="197578"/>
                    <a:pt x="154417" y="197684"/>
                    <a:pt x="154577" y="197578"/>
                  </a:cubicBezTo>
                  <a:cubicBezTo>
                    <a:pt x="154684" y="197578"/>
                    <a:pt x="154631" y="197578"/>
                    <a:pt x="153991" y="197897"/>
                  </a:cubicBezTo>
                  <a:cubicBezTo>
                    <a:pt x="154098" y="197844"/>
                    <a:pt x="153831" y="197951"/>
                    <a:pt x="152979" y="198803"/>
                  </a:cubicBezTo>
                  <a:cubicBezTo>
                    <a:pt x="151967" y="199709"/>
                    <a:pt x="150741" y="201041"/>
                    <a:pt x="148663" y="203172"/>
                  </a:cubicBezTo>
                  <a:lnTo>
                    <a:pt x="148130" y="203705"/>
                  </a:lnTo>
                  <a:lnTo>
                    <a:pt x="59359" y="284963"/>
                  </a:lnTo>
                  <a:lnTo>
                    <a:pt x="44385" y="284377"/>
                  </a:lnTo>
                  <a:lnTo>
                    <a:pt x="0" y="236848"/>
                  </a:lnTo>
                  <a:lnTo>
                    <a:pt x="746" y="221556"/>
                  </a:lnTo>
                  <a:lnTo>
                    <a:pt x="90370" y="142801"/>
                  </a:lnTo>
                  <a:cubicBezTo>
                    <a:pt x="92235" y="140883"/>
                    <a:pt x="93407" y="139605"/>
                    <a:pt x="94207" y="138645"/>
                  </a:cubicBezTo>
                  <a:cubicBezTo>
                    <a:pt x="95112" y="137633"/>
                    <a:pt x="95165" y="137366"/>
                    <a:pt x="95112" y="137526"/>
                  </a:cubicBezTo>
                  <a:cubicBezTo>
                    <a:pt x="95325" y="137153"/>
                    <a:pt x="95432" y="136940"/>
                    <a:pt x="95485" y="136780"/>
                  </a:cubicBezTo>
                  <a:cubicBezTo>
                    <a:pt x="95485" y="136674"/>
                    <a:pt x="95539" y="136621"/>
                    <a:pt x="95539" y="136621"/>
                  </a:cubicBezTo>
                  <a:lnTo>
                    <a:pt x="95539" y="136461"/>
                  </a:lnTo>
                  <a:cubicBezTo>
                    <a:pt x="95539" y="136461"/>
                    <a:pt x="95592" y="136034"/>
                    <a:pt x="95645" y="135608"/>
                  </a:cubicBezTo>
                  <a:cubicBezTo>
                    <a:pt x="95592" y="135875"/>
                    <a:pt x="95645" y="135502"/>
                    <a:pt x="95272" y="133477"/>
                  </a:cubicBezTo>
                  <a:cubicBezTo>
                    <a:pt x="94899" y="131559"/>
                    <a:pt x="94313" y="129054"/>
                    <a:pt x="93461" y="125271"/>
                  </a:cubicBezTo>
                  <a:cubicBezTo>
                    <a:pt x="91649" y="117598"/>
                    <a:pt x="90743" y="109552"/>
                    <a:pt x="90743" y="101347"/>
                  </a:cubicBezTo>
                  <a:cubicBezTo>
                    <a:pt x="90743" y="45878"/>
                    <a:pt x="133690" y="0"/>
                    <a:pt x="187773" y="0"/>
                  </a:cubicBezTo>
                  <a:cubicBezTo>
                    <a:pt x="202107" y="0"/>
                    <a:pt x="215694" y="3250"/>
                    <a:pt x="227950" y="9058"/>
                  </a:cubicBezTo>
                  <a:lnTo>
                    <a:pt x="230933" y="26216"/>
                  </a:lnTo>
                  <a:lnTo>
                    <a:pt x="191184" y="66179"/>
                  </a:lnTo>
                  <a:lnTo>
                    <a:pt x="191130" y="66179"/>
                  </a:lnTo>
                  <a:cubicBezTo>
                    <a:pt x="191130" y="66179"/>
                    <a:pt x="180047" y="77315"/>
                    <a:pt x="180047" y="77315"/>
                  </a:cubicBezTo>
                  <a:lnTo>
                    <a:pt x="207808" y="105076"/>
                  </a:lnTo>
                  <a:lnTo>
                    <a:pt x="259228" y="56321"/>
                  </a:lnTo>
                  <a:lnTo>
                    <a:pt x="276332" y="59838"/>
                  </a:lnTo>
                  <a:cubicBezTo>
                    <a:pt x="281820" y="72520"/>
                    <a:pt x="284857" y="86587"/>
                    <a:pt x="284857" y="10140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3" name="Freeform 362">
              <a:extLst>
                <a:ext uri="{FF2B5EF4-FFF2-40B4-BE49-F238E27FC236}">
                  <a16:creationId xmlns:a16="http://schemas.microsoft.com/office/drawing/2014/main" id="{76FFE630-D9BC-5A2B-BB6A-46080905D492}"/>
                </a:ext>
              </a:extLst>
            </p:cNvPr>
            <p:cNvSpPr/>
            <p:nvPr/>
          </p:nvSpPr>
          <p:spPr>
            <a:xfrm>
              <a:off x="7786288" y="5070837"/>
              <a:ext cx="284856" cy="284963"/>
            </a:xfrm>
            <a:custGeom>
              <a:avLst/>
              <a:gdLst>
                <a:gd name="csX0" fmla="*/ 263543 w 284856"/>
                <a:gd name="csY0" fmla="*/ 101400 h 284963"/>
                <a:gd name="csX1" fmla="*/ 261625 w 284856"/>
                <a:gd name="csY1" fmla="*/ 83443 h 284963"/>
                <a:gd name="csX2" fmla="*/ 214948 w 284856"/>
                <a:gd name="csY2" fmla="*/ 127722 h 284963"/>
                <a:gd name="csX3" fmla="*/ 200082 w 284856"/>
                <a:gd name="csY3" fmla="*/ 127509 h 284963"/>
                <a:gd name="csX4" fmla="*/ 157455 w 284856"/>
                <a:gd name="csY4" fmla="*/ 84882 h 284963"/>
                <a:gd name="csX5" fmla="*/ 157455 w 284856"/>
                <a:gd name="csY5" fmla="*/ 69802 h 284963"/>
                <a:gd name="csX6" fmla="*/ 176051 w 284856"/>
                <a:gd name="csY6" fmla="*/ 51153 h 284963"/>
                <a:gd name="csX7" fmla="*/ 203865 w 284856"/>
                <a:gd name="csY7" fmla="*/ 23178 h 284963"/>
                <a:gd name="csX8" fmla="*/ 187773 w 284856"/>
                <a:gd name="csY8" fmla="*/ 21367 h 284963"/>
                <a:gd name="csX9" fmla="*/ 112057 w 284856"/>
                <a:gd name="csY9" fmla="*/ 101400 h 284963"/>
                <a:gd name="csX10" fmla="*/ 114242 w 284856"/>
                <a:gd name="csY10" fmla="*/ 120529 h 284963"/>
                <a:gd name="csX11" fmla="*/ 116213 w 284856"/>
                <a:gd name="csY11" fmla="*/ 129534 h 284963"/>
                <a:gd name="csX12" fmla="*/ 116906 w 284856"/>
                <a:gd name="csY12" fmla="*/ 137047 h 284963"/>
                <a:gd name="csX13" fmla="*/ 114242 w 284856"/>
                <a:gd name="csY13" fmla="*/ 147011 h 284963"/>
                <a:gd name="csX14" fmla="*/ 105450 w 284856"/>
                <a:gd name="csY14" fmla="*/ 157934 h 284963"/>
                <a:gd name="csX15" fmla="*/ 104810 w 284856"/>
                <a:gd name="csY15" fmla="*/ 158574 h 284963"/>
                <a:gd name="csX16" fmla="*/ 23072 w 284856"/>
                <a:gd name="csY16" fmla="*/ 230401 h 284963"/>
                <a:gd name="csX17" fmla="*/ 52751 w 284856"/>
                <a:gd name="csY17" fmla="*/ 262211 h 284963"/>
                <a:gd name="csX18" fmla="*/ 133477 w 284856"/>
                <a:gd name="csY18" fmla="*/ 188306 h 284963"/>
                <a:gd name="csX19" fmla="*/ 138325 w 284856"/>
                <a:gd name="csY19" fmla="*/ 183404 h 284963"/>
                <a:gd name="csX20" fmla="*/ 143761 w 284856"/>
                <a:gd name="csY20" fmla="*/ 179301 h 284963"/>
                <a:gd name="csX21" fmla="*/ 144827 w 284856"/>
                <a:gd name="csY21" fmla="*/ 178715 h 284963"/>
                <a:gd name="csX22" fmla="*/ 148556 w 284856"/>
                <a:gd name="csY22" fmla="*/ 177223 h 284963"/>
                <a:gd name="csX23" fmla="*/ 153725 w 284856"/>
                <a:gd name="csY23" fmla="*/ 176370 h 284963"/>
                <a:gd name="csX24" fmla="*/ 154737 w 284856"/>
                <a:gd name="csY24" fmla="*/ 176370 h 284963"/>
                <a:gd name="csX25" fmla="*/ 161291 w 284856"/>
                <a:gd name="csY25" fmla="*/ 177116 h 284963"/>
                <a:gd name="csX26" fmla="*/ 169923 w 284856"/>
                <a:gd name="csY26" fmla="*/ 179248 h 284963"/>
                <a:gd name="csX27" fmla="*/ 187773 w 284856"/>
                <a:gd name="csY27" fmla="*/ 181486 h 284963"/>
                <a:gd name="csX28" fmla="*/ 263543 w 284856"/>
                <a:gd name="csY28" fmla="*/ 101453 h 284963"/>
                <a:gd name="csX29" fmla="*/ 284857 w 284856"/>
                <a:gd name="csY29" fmla="*/ 101400 h 284963"/>
                <a:gd name="csX30" fmla="*/ 187773 w 284856"/>
                <a:gd name="csY30" fmla="*/ 202746 h 284963"/>
                <a:gd name="csX31" fmla="*/ 164648 w 284856"/>
                <a:gd name="csY31" fmla="*/ 199816 h 284963"/>
                <a:gd name="csX32" fmla="*/ 156869 w 284856"/>
                <a:gd name="csY32" fmla="*/ 197897 h 284963"/>
                <a:gd name="csX33" fmla="*/ 155057 w 284856"/>
                <a:gd name="csY33" fmla="*/ 197578 h 284963"/>
                <a:gd name="csX34" fmla="*/ 154577 w 284856"/>
                <a:gd name="csY34" fmla="*/ 197578 h 284963"/>
                <a:gd name="csX35" fmla="*/ 153991 w 284856"/>
                <a:gd name="csY35" fmla="*/ 197897 h 284963"/>
                <a:gd name="csX36" fmla="*/ 152979 w 284856"/>
                <a:gd name="csY36" fmla="*/ 198803 h 284963"/>
                <a:gd name="csX37" fmla="*/ 148663 w 284856"/>
                <a:gd name="csY37" fmla="*/ 203172 h 284963"/>
                <a:gd name="csX38" fmla="*/ 148130 w 284856"/>
                <a:gd name="csY38" fmla="*/ 203705 h 284963"/>
                <a:gd name="csX39" fmla="*/ 59359 w 284856"/>
                <a:gd name="csY39" fmla="*/ 284963 h 284963"/>
                <a:gd name="csX40" fmla="*/ 44385 w 284856"/>
                <a:gd name="csY40" fmla="*/ 284377 h 284963"/>
                <a:gd name="csX41" fmla="*/ 0 w 284856"/>
                <a:gd name="csY41" fmla="*/ 236848 h 284963"/>
                <a:gd name="csX42" fmla="*/ 746 w 284856"/>
                <a:gd name="csY42" fmla="*/ 221556 h 284963"/>
                <a:gd name="csX43" fmla="*/ 90370 w 284856"/>
                <a:gd name="csY43" fmla="*/ 142801 h 284963"/>
                <a:gd name="csX44" fmla="*/ 94207 w 284856"/>
                <a:gd name="csY44" fmla="*/ 138645 h 284963"/>
                <a:gd name="csX45" fmla="*/ 95112 w 284856"/>
                <a:gd name="csY45" fmla="*/ 137526 h 284963"/>
                <a:gd name="csX46" fmla="*/ 95485 w 284856"/>
                <a:gd name="csY46" fmla="*/ 136780 h 284963"/>
                <a:gd name="csX47" fmla="*/ 95539 w 284856"/>
                <a:gd name="csY47" fmla="*/ 136621 h 284963"/>
                <a:gd name="csX48" fmla="*/ 95539 w 284856"/>
                <a:gd name="csY48" fmla="*/ 136461 h 284963"/>
                <a:gd name="csX49" fmla="*/ 95645 w 284856"/>
                <a:gd name="csY49" fmla="*/ 135608 h 284963"/>
                <a:gd name="csX50" fmla="*/ 95272 w 284856"/>
                <a:gd name="csY50" fmla="*/ 133477 h 284963"/>
                <a:gd name="csX51" fmla="*/ 93461 w 284856"/>
                <a:gd name="csY51" fmla="*/ 125271 h 284963"/>
                <a:gd name="csX52" fmla="*/ 90743 w 284856"/>
                <a:gd name="csY52" fmla="*/ 101347 h 284963"/>
                <a:gd name="csX53" fmla="*/ 187773 w 284856"/>
                <a:gd name="csY53" fmla="*/ 0 h 284963"/>
                <a:gd name="csX54" fmla="*/ 227950 w 284856"/>
                <a:gd name="csY54" fmla="*/ 9058 h 284963"/>
                <a:gd name="csX55" fmla="*/ 230933 w 284856"/>
                <a:gd name="csY55" fmla="*/ 26216 h 284963"/>
                <a:gd name="csX56" fmla="*/ 191184 w 284856"/>
                <a:gd name="csY56" fmla="*/ 66179 h 284963"/>
                <a:gd name="csX57" fmla="*/ 191130 w 284856"/>
                <a:gd name="csY57" fmla="*/ 66179 h 284963"/>
                <a:gd name="csX58" fmla="*/ 180047 w 284856"/>
                <a:gd name="csY58" fmla="*/ 77315 h 284963"/>
                <a:gd name="csX59" fmla="*/ 207808 w 284856"/>
                <a:gd name="csY59" fmla="*/ 105076 h 284963"/>
                <a:gd name="csX60" fmla="*/ 259228 w 284856"/>
                <a:gd name="csY60" fmla="*/ 56321 h 284963"/>
                <a:gd name="csX61" fmla="*/ 276332 w 284856"/>
                <a:gd name="csY61" fmla="*/ 59838 h 284963"/>
                <a:gd name="csX62" fmla="*/ 284857 w 284856"/>
                <a:gd name="csY62" fmla="*/ 101400 h 2849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284856" h="284963">
                  <a:moveTo>
                    <a:pt x="263543" y="101400"/>
                  </a:moveTo>
                  <a:cubicBezTo>
                    <a:pt x="263543" y="95219"/>
                    <a:pt x="262850" y="89198"/>
                    <a:pt x="261625" y="83443"/>
                  </a:cubicBezTo>
                  <a:lnTo>
                    <a:pt x="214948" y="127722"/>
                  </a:lnTo>
                  <a:lnTo>
                    <a:pt x="200082" y="127509"/>
                  </a:lnTo>
                  <a:lnTo>
                    <a:pt x="157455" y="84882"/>
                  </a:lnTo>
                  <a:lnTo>
                    <a:pt x="157455" y="69802"/>
                  </a:lnTo>
                  <a:lnTo>
                    <a:pt x="176051" y="51153"/>
                  </a:lnTo>
                  <a:lnTo>
                    <a:pt x="203865" y="23178"/>
                  </a:lnTo>
                  <a:cubicBezTo>
                    <a:pt x="198697" y="22006"/>
                    <a:pt x="193315" y="21367"/>
                    <a:pt x="187773" y="21367"/>
                  </a:cubicBezTo>
                  <a:cubicBezTo>
                    <a:pt x="146425" y="21367"/>
                    <a:pt x="112057" y="56694"/>
                    <a:pt x="112057" y="101400"/>
                  </a:cubicBezTo>
                  <a:cubicBezTo>
                    <a:pt x="112057" y="108007"/>
                    <a:pt x="112803" y="114401"/>
                    <a:pt x="114242" y="120529"/>
                  </a:cubicBezTo>
                  <a:cubicBezTo>
                    <a:pt x="115040" y="124152"/>
                    <a:pt x="115733" y="127136"/>
                    <a:pt x="116213" y="129534"/>
                  </a:cubicBezTo>
                  <a:cubicBezTo>
                    <a:pt x="116639" y="131772"/>
                    <a:pt x="117065" y="134436"/>
                    <a:pt x="116906" y="137047"/>
                  </a:cubicBezTo>
                  <a:cubicBezTo>
                    <a:pt x="116639" y="140883"/>
                    <a:pt x="115946" y="143547"/>
                    <a:pt x="114242" y="147011"/>
                  </a:cubicBezTo>
                  <a:cubicBezTo>
                    <a:pt x="112323" y="150901"/>
                    <a:pt x="108806" y="154417"/>
                    <a:pt x="105450" y="157934"/>
                  </a:cubicBezTo>
                  <a:lnTo>
                    <a:pt x="104810" y="158574"/>
                  </a:lnTo>
                  <a:lnTo>
                    <a:pt x="23072" y="230401"/>
                  </a:lnTo>
                  <a:lnTo>
                    <a:pt x="52751" y="262211"/>
                  </a:lnTo>
                  <a:lnTo>
                    <a:pt x="133477" y="188306"/>
                  </a:lnTo>
                  <a:cubicBezTo>
                    <a:pt x="135289" y="186441"/>
                    <a:pt x="136887" y="184736"/>
                    <a:pt x="138325" y="183404"/>
                  </a:cubicBezTo>
                  <a:cubicBezTo>
                    <a:pt x="139818" y="181965"/>
                    <a:pt x="141576" y="180473"/>
                    <a:pt x="143761" y="179301"/>
                  </a:cubicBezTo>
                  <a:lnTo>
                    <a:pt x="144827" y="178715"/>
                  </a:lnTo>
                  <a:cubicBezTo>
                    <a:pt x="145945" y="178182"/>
                    <a:pt x="147171" y="177649"/>
                    <a:pt x="148556" y="177223"/>
                  </a:cubicBezTo>
                  <a:cubicBezTo>
                    <a:pt x="150421" y="176690"/>
                    <a:pt x="152127" y="176477"/>
                    <a:pt x="153725" y="176370"/>
                  </a:cubicBezTo>
                  <a:lnTo>
                    <a:pt x="154737" y="176370"/>
                  </a:lnTo>
                  <a:cubicBezTo>
                    <a:pt x="157082" y="176317"/>
                    <a:pt x="159373" y="176690"/>
                    <a:pt x="161291" y="177116"/>
                  </a:cubicBezTo>
                  <a:cubicBezTo>
                    <a:pt x="163583" y="177596"/>
                    <a:pt x="166460" y="178342"/>
                    <a:pt x="169923" y="179248"/>
                  </a:cubicBezTo>
                  <a:cubicBezTo>
                    <a:pt x="175624" y="180740"/>
                    <a:pt x="181645" y="181486"/>
                    <a:pt x="187773" y="181486"/>
                  </a:cubicBezTo>
                  <a:cubicBezTo>
                    <a:pt x="229175" y="181486"/>
                    <a:pt x="263543" y="146158"/>
                    <a:pt x="263543" y="101453"/>
                  </a:cubicBezTo>
                  <a:close/>
                  <a:moveTo>
                    <a:pt x="284857" y="101400"/>
                  </a:moveTo>
                  <a:cubicBezTo>
                    <a:pt x="284857" y="156869"/>
                    <a:pt x="241857" y="202746"/>
                    <a:pt x="187773" y="202746"/>
                  </a:cubicBezTo>
                  <a:cubicBezTo>
                    <a:pt x="179834" y="202746"/>
                    <a:pt x="172055" y="201734"/>
                    <a:pt x="164648" y="199816"/>
                  </a:cubicBezTo>
                  <a:cubicBezTo>
                    <a:pt x="161025" y="198910"/>
                    <a:pt x="158627" y="198270"/>
                    <a:pt x="156869" y="197897"/>
                  </a:cubicBezTo>
                  <a:cubicBezTo>
                    <a:pt x="155749" y="197684"/>
                    <a:pt x="155217" y="197578"/>
                    <a:pt x="155057" y="197578"/>
                  </a:cubicBezTo>
                  <a:cubicBezTo>
                    <a:pt x="154471" y="197578"/>
                    <a:pt x="154417" y="197684"/>
                    <a:pt x="154577" y="197578"/>
                  </a:cubicBezTo>
                  <a:cubicBezTo>
                    <a:pt x="154684" y="197578"/>
                    <a:pt x="154631" y="197578"/>
                    <a:pt x="153991" y="197897"/>
                  </a:cubicBezTo>
                  <a:cubicBezTo>
                    <a:pt x="154098" y="197844"/>
                    <a:pt x="153831" y="197951"/>
                    <a:pt x="152979" y="198803"/>
                  </a:cubicBezTo>
                  <a:cubicBezTo>
                    <a:pt x="151967" y="199709"/>
                    <a:pt x="150741" y="201041"/>
                    <a:pt x="148663" y="203172"/>
                  </a:cubicBezTo>
                  <a:lnTo>
                    <a:pt x="148130" y="203705"/>
                  </a:lnTo>
                  <a:lnTo>
                    <a:pt x="59359" y="284963"/>
                  </a:lnTo>
                  <a:lnTo>
                    <a:pt x="44385" y="284377"/>
                  </a:lnTo>
                  <a:lnTo>
                    <a:pt x="0" y="236848"/>
                  </a:lnTo>
                  <a:lnTo>
                    <a:pt x="746" y="221556"/>
                  </a:lnTo>
                  <a:lnTo>
                    <a:pt x="90370" y="142801"/>
                  </a:lnTo>
                  <a:cubicBezTo>
                    <a:pt x="92235" y="140883"/>
                    <a:pt x="93407" y="139605"/>
                    <a:pt x="94207" y="138645"/>
                  </a:cubicBezTo>
                  <a:cubicBezTo>
                    <a:pt x="95112" y="137633"/>
                    <a:pt x="95165" y="137366"/>
                    <a:pt x="95112" y="137526"/>
                  </a:cubicBezTo>
                  <a:cubicBezTo>
                    <a:pt x="95325" y="137153"/>
                    <a:pt x="95432" y="136940"/>
                    <a:pt x="95485" y="136780"/>
                  </a:cubicBezTo>
                  <a:cubicBezTo>
                    <a:pt x="95485" y="136674"/>
                    <a:pt x="95539" y="136621"/>
                    <a:pt x="95539" y="136621"/>
                  </a:cubicBezTo>
                  <a:lnTo>
                    <a:pt x="95539" y="136461"/>
                  </a:lnTo>
                  <a:cubicBezTo>
                    <a:pt x="95539" y="136461"/>
                    <a:pt x="95592" y="136034"/>
                    <a:pt x="95645" y="135608"/>
                  </a:cubicBezTo>
                  <a:cubicBezTo>
                    <a:pt x="95592" y="135875"/>
                    <a:pt x="95645" y="135502"/>
                    <a:pt x="95272" y="133477"/>
                  </a:cubicBezTo>
                  <a:cubicBezTo>
                    <a:pt x="94899" y="131559"/>
                    <a:pt x="94313" y="129054"/>
                    <a:pt x="93461" y="125271"/>
                  </a:cubicBezTo>
                  <a:cubicBezTo>
                    <a:pt x="91649" y="117598"/>
                    <a:pt x="90743" y="109552"/>
                    <a:pt x="90743" y="101347"/>
                  </a:cubicBezTo>
                  <a:cubicBezTo>
                    <a:pt x="90743" y="45878"/>
                    <a:pt x="133690" y="0"/>
                    <a:pt x="187773" y="0"/>
                  </a:cubicBezTo>
                  <a:cubicBezTo>
                    <a:pt x="202107" y="0"/>
                    <a:pt x="215694" y="3250"/>
                    <a:pt x="227950" y="9058"/>
                  </a:cubicBezTo>
                  <a:lnTo>
                    <a:pt x="230933" y="26216"/>
                  </a:lnTo>
                  <a:lnTo>
                    <a:pt x="191184" y="66179"/>
                  </a:lnTo>
                  <a:lnTo>
                    <a:pt x="191130" y="66179"/>
                  </a:lnTo>
                  <a:cubicBezTo>
                    <a:pt x="191130" y="66179"/>
                    <a:pt x="180047" y="77315"/>
                    <a:pt x="180047" y="77315"/>
                  </a:cubicBezTo>
                  <a:lnTo>
                    <a:pt x="207808" y="105076"/>
                  </a:lnTo>
                  <a:lnTo>
                    <a:pt x="259228" y="56321"/>
                  </a:lnTo>
                  <a:lnTo>
                    <a:pt x="276332" y="59838"/>
                  </a:lnTo>
                  <a:cubicBezTo>
                    <a:pt x="281820" y="72520"/>
                    <a:pt x="284857" y="86587"/>
                    <a:pt x="284857" y="101400"/>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4" name="Group 363">
            <a:extLst>
              <a:ext uri="{FF2B5EF4-FFF2-40B4-BE49-F238E27FC236}">
                <a16:creationId xmlns:a16="http://schemas.microsoft.com/office/drawing/2014/main" id="{E0AE223C-C384-8E3E-63DE-915CEF65C07F}"/>
              </a:ext>
            </a:extLst>
          </p:cNvPr>
          <p:cNvGrpSpPr/>
          <p:nvPr userDrawn="1"/>
        </p:nvGrpSpPr>
        <p:grpSpPr>
          <a:xfrm>
            <a:off x="5318357" y="4766633"/>
            <a:ext cx="287862" cy="287947"/>
            <a:chOff x="4676892" y="5070891"/>
            <a:chExt cx="287787" cy="287947"/>
          </a:xfrm>
        </p:grpSpPr>
        <p:sp>
          <p:nvSpPr>
            <p:cNvPr id="365" name="Freeform 364">
              <a:extLst>
                <a:ext uri="{FF2B5EF4-FFF2-40B4-BE49-F238E27FC236}">
                  <a16:creationId xmlns:a16="http://schemas.microsoft.com/office/drawing/2014/main" id="{E08E47DA-235C-5906-88A5-CFCD7660D5FE}"/>
                </a:ext>
              </a:extLst>
            </p:cNvPr>
            <p:cNvSpPr/>
            <p:nvPr/>
          </p:nvSpPr>
          <p:spPr>
            <a:xfrm>
              <a:off x="4676892" y="5070891"/>
              <a:ext cx="287787" cy="287947"/>
            </a:xfrm>
            <a:custGeom>
              <a:avLst/>
              <a:gdLst>
                <a:gd name="csX0" fmla="*/ 21367 w 287787"/>
                <a:gd name="csY0" fmla="*/ 21314 h 287947"/>
                <a:gd name="csX1" fmla="*/ 21367 w 287787"/>
                <a:gd name="csY1" fmla="*/ 218625 h 287947"/>
                <a:gd name="csX2" fmla="*/ 97990 w 287787"/>
                <a:gd name="csY2" fmla="*/ 218625 h 287947"/>
                <a:gd name="csX3" fmla="*/ 143921 w 287787"/>
                <a:gd name="csY3" fmla="*/ 274413 h 287947"/>
                <a:gd name="csX4" fmla="*/ 189851 w 287787"/>
                <a:gd name="csY4" fmla="*/ 218625 h 287947"/>
                <a:gd name="csX5" fmla="*/ 266474 w 287787"/>
                <a:gd name="csY5" fmla="*/ 218625 h 287947"/>
                <a:gd name="csX6" fmla="*/ 266474 w 287787"/>
                <a:gd name="csY6" fmla="*/ 21314 h 287947"/>
                <a:gd name="csX7" fmla="*/ 21367 w 287787"/>
                <a:gd name="csY7" fmla="*/ 21314 h 287947"/>
                <a:gd name="csX8" fmla="*/ 287788 w 287787"/>
                <a:gd name="csY8" fmla="*/ 218625 h 287947"/>
                <a:gd name="csX9" fmla="*/ 266474 w 287787"/>
                <a:gd name="csY9" fmla="*/ 239938 h 287947"/>
                <a:gd name="csX10" fmla="*/ 199922 w 287787"/>
                <a:gd name="csY10" fmla="*/ 239938 h 287947"/>
                <a:gd name="csX11" fmla="*/ 160332 w 287787"/>
                <a:gd name="csY11" fmla="*/ 287947 h 287947"/>
                <a:gd name="csX12" fmla="*/ 127456 w 287787"/>
                <a:gd name="csY12" fmla="*/ 287947 h 287947"/>
                <a:gd name="csX13" fmla="*/ 87866 w 287787"/>
                <a:gd name="csY13" fmla="*/ 239938 h 287947"/>
                <a:gd name="csX14" fmla="*/ 21314 w 287787"/>
                <a:gd name="csY14" fmla="*/ 239938 h 287947"/>
                <a:gd name="csX15" fmla="*/ 0 w 287787"/>
                <a:gd name="csY15" fmla="*/ 218625 h 287947"/>
                <a:gd name="csX16" fmla="*/ 0 w 287787"/>
                <a:gd name="csY16" fmla="*/ 21314 h 287947"/>
                <a:gd name="csX17" fmla="*/ 21314 w 287787"/>
                <a:gd name="csY17" fmla="*/ 0 h 287947"/>
                <a:gd name="csX18" fmla="*/ 266421 w 287787"/>
                <a:gd name="csY18" fmla="*/ 0 h 287947"/>
                <a:gd name="csX19" fmla="*/ 287734 w 287787"/>
                <a:gd name="csY19" fmla="*/ 21314 h 287947"/>
                <a:gd name="csX20" fmla="*/ 287734 w 287787"/>
                <a:gd name="csY20" fmla="*/ 218625 h 2879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87787" h="287947">
                  <a:moveTo>
                    <a:pt x="21367" y="21314"/>
                  </a:moveTo>
                  <a:lnTo>
                    <a:pt x="21367" y="218625"/>
                  </a:lnTo>
                  <a:lnTo>
                    <a:pt x="97990" y="218625"/>
                  </a:lnTo>
                  <a:lnTo>
                    <a:pt x="143921" y="274413"/>
                  </a:lnTo>
                  <a:lnTo>
                    <a:pt x="189851" y="218625"/>
                  </a:lnTo>
                  <a:lnTo>
                    <a:pt x="266474" y="218625"/>
                  </a:lnTo>
                  <a:lnTo>
                    <a:pt x="266474" y="21314"/>
                  </a:lnTo>
                  <a:lnTo>
                    <a:pt x="21367" y="21314"/>
                  </a:lnTo>
                  <a:close/>
                  <a:moveTo>
                    <a:pt x="287788" y="218625"/>
                  </a:moveTo>
                  <a:cubicBezTo>
                    <a:pt x="287788" y="230401"/>
                    <a:pt x="278250" y="239938"/>
                    <a:pt x="266474" y="239938"/>
                  </a:cubicBezTo>
                  <a:lnTo>
                    <a:pt x="199922" y="239938"/>
                  </a:lnTo>
                  <a:lnTo>
                    <a:pt x="160332" y="287947"/>
                  </a:lnTo>
                  <a:lnTo>
                    <a:pt x="127456" y="287947"/>
                  </a:lnTo>
                  <a:lnTo>
                    <a:pt x="87866" y="239938"/>
                  </a:lnTo>
                  <a:lnTo>
                    <a:pt x="21314" y="239938"/>
                  </a:lnTo>
                  <a:cubicBezTo>
                    <a:pt x="9538" y="239938"/>
                    <a:pt x="0" y="230401"/>
                    <a:pt x="0" y="218625"/>
                  </a:cubicBezTo>
                  <a:lnTo>
                    <a:pt x="0" y="21314"/>
                  </a:lnTo>
                  <a:lnTo>
                    <a:pt x="21314" y="0"/>
                  </a:lnTo>
                  <a:lnTo>
                    <a:pt x="266421" y="0"/>
                  </a:lnTo>
                  <a:lnTo>
                    <a:pt x="287734" y="21314"/>
                  </a:lnTo>
                  <a:lnTo>
                    <a:pt x="287734" y="21862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6" name="Freeform 365">
              <a:extLst>
                <a:ext uri="{FF2B5EF4-FFF2-40B4-BE49-F238E27FC236}">
                  <a16:creationId xmlns:a16="http://schemas.microsoft.com/office/drawing/2014/main" id="{7403F7DB-9CF6-B1A7-1BB6-CC8845852286}"/>
                </a:ext>
              </a:extLst>
            </p:cNvPr>
            <p:cNvSpPr/>
            <p:nvPr/>
          </p:nvSpPr>
          <p:spPr>
            <a:xfrm>
              <a:off x="4676892" y="5070891"/>
              <a:ext cx="287787" cy="287947"/>
            </a:xfrm>
            <a:custGeom>
              <a:avLst/>
              <a:gdLst>
                <a:gd name="csX0" fmla="*/ 21367 w 287787"/>
                <a:gd name="csY0" fmla="*/ 21314 h 287947"/>
                <a:gd name="csX1" fmla="*/ 21367 w 287787"/>
                <a:gd name="csY1" fmla="*/ 218625 h 287947"/>
                <a:gd name="csX2" fmla="*/ 97990 w 287787"/>
                <a:gd name="csY2" fmla="*/ 218625 h 287947"/>
                <a:gd name="csX3" fmla="*/ 143921 w 287787"/>
                <a:gd name="csY3" fmla="*/ 274413 h 287947"/>
                <a:gd name="csX4" fmla="*/ 189851 w 287787"/>
                <a:gd name="csY4" fmla="*/ 218625 h 287947"/>
                <a:gd name="csX5" fmla="*/ 266474 w 287787"/>
                <a:gd name="csY5" fmla="*/ 218625 h 287947"/>
                <a:gd name="csX6" fmla="*/ 266474 w 287787"/>
                <a:gd name="csY6" fmla="*/ 21314 h 287947"/>
                <a:gd name="csX7" fmla="*/ 21367 w 287787"/>
                <a:gd name="csY7" fmla="*/ 21314 h 287947"/>
                <a:gd name="csX8" fmla="*/ 287788 w 287787"/>
                <a:gd name="csY8" fmla="*/ 218625 h 287947"/>
                <a:gd name="csX9" fmla="*/ 266474 w 287787"/>
                <a:gd name="csY9" fmla="*/ 239938 h 287947"/>
                <a:gd name="csX10" fmla="*/ 199922 w 287787"/>
                <a:gd name="csY10" fmla="*/ 239938 h 287947"/>
                <a:gd name="csX11" fmla="*/ 160332 w 287787"/>
                <a:gd name="csY11" fmla="*/ 287947 h 287947"/>
                <a:gd name="csX12" fmla="*/ 127456 w 287787"/>
                <a:gd name="csY12" fmla="*/ 287947 h 287947"/>
                <a:gd name="csX13" fmla="*/ 87866 w 287787"/>
                <a:gd name="csY13" fmla="*/ 239938 h 287947"/>
                <a:gd name="csX14" fmla="*/ 21314 w 287787"/>
                <a:gd name="csY14" fmla="*/ 239938 h 287947"/>
                <a:gd name="csX15" fmla="*/ 0 w 287787"/>
                <a:gd name="csY15" fmla="*/ 218625 h 287947"/>
                <a:gd name="csX16" fmla="*/ 0 w 287787"/>
                <a:gd name="csY16" fmla="*/ 21314 h 287947"/>
                <a:gd name="csX17" fmla="*/ 21314 w 287787"/>
                <a:gd name="csY17" fmla="*/ 0 h 287947"/>
                <a:gd name="csX18" fmla="*/ 266421 w 287787"/>
                <a:gd name="csY18" fmla="*/ 0 h 287947"/>
                <a:gd name="csX19" fmla="*/ 287734 w 287787"/>
                <a:gd name="csY19" fmla="*/ 21314 h 287947"/>
                <a:gd name="csX20" fmla="*/ 287734 w 287787"/>
                <a:gd name="csY20" fmla="*/ 218625 h 2879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287787" h="287947">
                  <a:moveTo>
                    <a:pt x="21367" y="21314"/>
                  </a:moveTo>
                  <a:lnTo>
                    <a:pt x="21367" y="218625"/>
                  </a:lnTo>
                  <a:lnTo>
                    <a:pt x="97990" y="218625"/>
                  </a:lnTo>
                  <a:lnTo>
                    <a:pt x="143921" y="274413"/>
                  </a:lnTo>
                  <a:lnTo>
                    <a:pt x="189851" y="218625"/>
                  </a:lnTo>
                  <a:lnTo>
                    <a:pt x="266474" y="218625"/>
                  </a:lnTo>
                  <a:lnTo>
                    <a:pt x="266474" y="21314"/>
                  </a:lnTo>
                  <a:lnTo>
                    <a:pt x="21367" y="21314"/>
                  </a:lnTo>
                  <a:close/>
                  <a:moveTo>
                    <a:pt x="287788" y="218625"/>
                  </a:moveTo>
                  <a:cubicBezTo>
                    <a:pt x="287788" y="230401"/>
                    <a:pt x="278250" y="239938"/>
                    <a:pt x="266474" y="239938"/>
                  </a:cubicBezTo>
                  <a:lnTo>
                    <a:pt x="199922" y="239938"/>
                  </a:lnTo>
                  <a:lnTo>
                    <a:pt x="160332" y="287947"/>
                  </a:lnTo>
                  <a:lnTo>
                    <a:pt x="127456" y="287947"/>
                  </a:lnTo>
                  <a:lnTo>
                    <a:pt x="87866" y="239938"/>
                  </a:lnTo>
                  <a:lnTo>
                    <a:pt x="21314" y="239938"/>
                  </a:lnTo>
                  <a:cubicBezTo>
                    <a:pt x="9538" y="239938"/>
                    <a:pt x="0" y="230401"/>
                    <a:pt x="0" y="218625"/>
                  </a:cubicBezTo>
                  <a:lnTo>
                    <a:pt x="0" y="21314"/>
                  </a:lnTo>
                  <a:lnTo>
                    <a:pt x="21314" y="0"/>
                  </a:lnTo>
                  <a:lnTo>
                    <a:pt x="266421" y="0"/>
                  </a:lnTo>
                  <a:lnTo>
                    <a:pt x="287734" y="21314"/>
                  </a:lnTo>
                  <a:lnTo>
                    <a:pt x="287734" y="218625"/>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67" name="Group 366">
            <a:extLst>
              <a:ext uri="{FF2B5EF4-FFF2-40B4-BE49-F238E27FC236}">
                <a16:creationId xmlns:a16="http://schemas.microsoft.com/office/drawing/2014/main" id="{14BDBEA3-6521-EA28-BD1C-E5045D21FDEA}"/>
              </a:ext>
            </a:extLst>
          </p:cNvPr>
          <p:cNvGrpSpPr/>
          <p:nvPr userDrawn="1"/>
        </p:nvGrpSpPr>
        <p:grpSpPr>
          <a:xfrm>
            <a:off x="712924" y="4766632"/>
            <a:ext cx="287809" cy="287734"/>
            <a:chOff x="584722" y="5070891"/>
            <a:chExt cx="287734" cy="287734"/>
          </a:xfrm>
        </p:grpSpPr>
        <p:sp>
          <p:nvSpPr>
            <p:cNvPr id="368" name="Freeform 367">
              <a:extLst>
                <a:ext uri="{FF2B5EF4-FFF2-40B4-BE49-F238E27FC236}">
                  <a16:creationId xmlns:a16="http://schemas.microsoft.com/office/drawing/2014/main" id="{C3D9287C-49C8-9BCE-B3C0-D71ABA47F78E}"/>
                </a:ext>
              </a:extLst>
            </p:cNvPr>
            <p:cNvSpPr/>
            <p:nvPr/>
          </p:nvSpPr>
          <p:spPr>
            <a:xfrm>
              <a:off x="584722"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06902 w 287734"/>
                <a:gd name="csY5" fmla="*/ 117012 h 287734"/>
                <a:gd name="csX6" fmla="*/ 144826 w 287734"/>
                <a:gd name="csY6" fmla="*/ 180580 h 287734"/>
                <a:gd name="csX7" fmla="*/ 129853 w 287734"/>
                <a:gd name="csY7" fmla="*/ 180900 h 287734"/>
                <a:gd name="csX8" fmla="*/ 96817 w 287734"/>
                <a:gd name="csY8" fmla="*/ 149569 h 287734"/>
                <a:gd name="csX9" fmla="*/ 111470 w 287734"/>
                <a:gd name="csY9" fmla="*/ 134116 h 287734"/>
                <a:gd name="csX10" fmla="*/ 136887 w 287734"/>
                <a:gd name="csY10" fmla="*/ 158201 h 287734"/>
                <a:gd name="csX11" fmla="*/ 191610 w 287734"/>
                <a:gd name="csY11" fmla="*/ 102146 h 287734"/>
                <a:gd name="csX12" fmla="*/ 206849 w 287734"/>
                <a:gd name="csY12" fmla="*/ 117012 h 287734"/>
                <a:gd name="csX13" fmla="*/ 287734 w 287734"/>
                <a:gd name="csY13" fmla="*/ 143867 h 287734"/>
                <a:gd name="csX14" fmla="*/ 143867 w 287734"/>
                <a:gd name="csY14" fmla="*/ 287734 h 287734"/>
                <a:gd name="csX15" fmla="*/ 0 w 287734"/>
                <a:gd name="csY15" fmla="*/ 143867 h 287734"/>
                <a:gd name="csX16" fmla="*/ 143867 w 287734"/>
                <a:gd name="csY16" fmla="*/ 0 h 287734"/>
                <a:gd name="csX17" fmla="*/ 287734 w 287734"/>
                <a:gd name="csY17"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43867"/>
                  </a:moveTo>
                  <a:cubicBezTo>
                    <a:pt x="266421" y="76196"/>
                    <a:pt x="211538" y="21314"/>
                    <a:pt x="143867" y="21314"/>
                  </a:cubicBezTo>
                  <a:cubicBezTo>
                    <a:pt x="76196" y="21314"/>
                    <a:pt x="21314" y="76196"/>
                    <a:pt x="21314" y="143867"/>
                  </a:cubicBezTo>
                  <a:cubicBezTo>
                    <a:pt x="21314" y="211538"/>
                    <a:pt x="76196" y="266421"/>
                    <a:pt x="143867" y="266421"/>
                  </a:cubicBezTo>
                  <a:cubicBezTo>
                    <a:pt x="211538" y="266421"/>
                    <a:pt x="266421" y="211538"/>
                    <a:pt x="266421" y="143867"/>
                  </a:cubicBezTo>
                  <a:close/>
                  <a:moveTo>
                    <a:pt x="206902" y="117012"/>
                  </a:moveTo>
                  <a:lnTo>
                    <a:pt x="144826" y="180580"/>
                  </a:lnTo>
                  <a:lnTo>
                    <a:pt x="129853" y="180900"/>
                  </a:lnTo>
                  <a:lnTo>
                    <a:pt x="96817" y="149569"/>
                  </a:lnTo>
                  <a:lnTo>
                    <a:pt x="111470" y="134116"/>
                  </a:lnTo>
                  <a:lnTo>
                    <a:pt x="136887" y="158201"/>
                  </a:lnTo>
                  <a:lnTo>
                    <a:pt x="191610" y="102146"/>
                  </a:lnTo>
                  <a:lnTo>
                    <a:pt x="206849" y="117012"/>
                  </a:ln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69" name="Freeform 368">
              <a:extLst>
                <a:ext uri="{FF2B5EF4-FFF2-40B4-BE49-F238E27FC236}">
                  <a16:creationId xmlns:a16="http://schemas.microsoft.com/office/drawing/2014/main" id="{19CC7D56-07F0-719B-EA40-91775F241EEE}"/>
                </a:ext>
              </a:extLst>
            </p:cNvPr>
            <p:cNvSpPr/>
            <p:nvPr/>
          </p:nvSpPr>
          <p:spPr>
            <a:xfrm>
              <a:off x="584722" y="5070891"/>
              <a:ext cx="287734" cy="287734"/>
            </a:xfrm>
            <a:custGeom>
              <a:avLst/>
              <a:gdLst>
                <a:gd name="csX0" fmla="*/ 266421 w 287734"/>
                <a:gd name="csY0" fmla="*/ 143867 h 287734"/>
                <a:gd name="csX1" fmla="*/ 143867 w 287734"/>
                <a:gd name="csY1" fmla="*/ 21314 h 287734"/>
                <a:gd name="csX2" fmla="*/ 21314 w 287734"/>
                <a:gd name="csY2" fmla="*/ 143867 h 287734"/>
                <a:gd name="csX3" fmla="*/ 143867 w 287734"/>
                <a:gd name="csY3" fmla="*/ 266421 h 287734"/>
                <a:gd name="csX4" fmla="*/ 266421 w 287734"/>
                <a:gd name="csY4" fmla="*/ 143867 h 287734"/>
                <a:gd name="csX5" fmla="*/ 206902 w 287734"/>
                <a:gd name="csY5" fmla="*/ 117012 h 287734"/>
                <a:gd name="csX6" fmla="*/ 144826 w 287734"/>
                <a:gd name="csY6" fmla="*/ 180580 h 287734"/>
                <a:gd name="csX7" fmla="*/ 129853 w 287734"/>
                <a:gd name="csY7" fmla="*/ 180900 h 287734"/>
                <a:gd name="csX8" fmla="*/ 96817 w 287734"/>
                <a:gd name="csY8" fmla="*/ 149569 h 287734"/>
                <a:gd name="csX9" fmla="*/ 111470 w 287734"/>
                <a:gd name="csY9" fmla="*/ 134116 h 287734"/>
                <a:gd name="csX10" fmla="*/ 136887 w 287734"/>
                <a:gd name="csY10" fmla="*/ 158201 h 287734"/>
                <a:gd name="csX11" fmla="*/ 191610 w 287734"/>
                <a:gd name="csY11" fmla="*/ 102146 h 287734"/>
                <a:gd name="csX12" fmla="*/ 206849 w 287734"/>
                <a:gd name="csY12" fmla="*/ 117012 h 287734"/>
                <a:gd name="csX13" fmla="*/ 287734 w 287734"/>
                <a:gd name="csY13" fmla="*/ 143867 h 287734"/>
                <a:gd name="csX14" fmla="*/ 143867 w 287734"/>
                <a:gd name="csY14" fmla="*/ 287734 h 287734"/>
                <a:gd name="csX15" fmla="*/ 0 w 287734"/>
                <a:gd name="csY15" fmla="*/ 143867 h 287734"/>
                <a:gd name="csX16" fmla="*/ 143867 w 287734"/>
                <a:gd name="csY16" fmla="*/ 0 h 287734"/>
                <a:gd name="csX17" fmla="*/ 287734 w 287734"/>
                <a:gd name="csY17" fmla="*/ 143867 h 2877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87734" h="287734">
                  <a:moveTo>
                    <a:pt x="266421" y="143867"/>
                  </a:moveTo>
                  <a:cubicBezTo>
                    <a:pt x="266421" y="76196"/>
                    <a:pt x="211538" y="21314"/>
                    <a:pt x="143867" y="21314"/>
                  </a:cubicBezTo>
                  <a:cubicBezTo>
                    <a:pt x="76196" y="21314"/>
                    <a:pt x="21314" y="76196"/>
                    <a:pt x="21314" y="143867"/>
                  </a:cubicBezTo>
                  <a:cubicBezTo>
                    <a:pt x="21314" y="211538"/>
                    <a:pt x="76196" y="266421"/>
                    <a:pt x="143867" y="266421"/>
                  </a:cubicBezTo>
                  <a:cubicBezTo>
                    <a:pt x="211538" y="266421"/>
                    <a:pt x="266421" y="211538"/>
                    <a:pt x="266421" y="143867"/>
                  </a:cubicBezTo>
                  <a:close/>
                  <a:moveTo>
                    <a:pt x="206902" y="117012"/>
                  </a:moveTo>
                  <a:lnTo>
                    <a:pt x="144826" y="180580"/>
                  </a:lnTo>
                  <a:lnTo>
                    <a:pt x="129853" y="180900"/>
                  </a:lnTo>
                  <a:lnTo>
                    <a:pt x="96817" y="149569"/>
                  </a:lnTo>
                  <a:lnTo>
                    <a:pt x="111470" y="134116"/>
                  </a:lnTo>
                  <a:lnTo>
                    <a:pt x="136887" y="158201"/>
                  </a:lnTo>
                  <a:lnTo>
                    <a:pt x="191610" y="102146"/>
                  </a:lnTo>
                  <a:lnTo>
                    <a:pt x="206849" y="117012"/>
                  </a:lnTo>
                  <a:close/>
                  <a:moveTo>
                    <a:pt x="287734" y="143867"/>
                  </a:moveTo>
                  <a:cubicBezTo>
                    <a:pt x="287734" y="223314"/>
                    <a:pt x="223314" y="287734"/>
                    <a:pt x="143867" y="287734"/>
                  </a:cubicBezTo>
                  <a:cubicBezTo>
                    <a:pt x="64421" y="287734"/>
                    <a:pt x="0" y="223314"/>
                    <a:pt x="0" y="143867"/>
                  </a:cubicBezTo>
                  <a:cubicBezTo>
                    <a:pt x="0" y="64420"/>
                    <a:pt x="64421" y="0"/>
                    <a:pt x="143867" y="0"/>
                  </a:cubicBezTo>
                  <a:cubicBezTo>
                    <a:pt x="223314" y="0"/>
                    <a:pt x="287734" y="64420"/>
                    <a:pt x="287734" y="143867"/>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0" name="Group 369">
            <a:extLst>
              <a:ext uri="{FF2B5EF4-FFF2-40B4-BE49-F238E27FC236}">
                <a16:creationId xmlns:a16="http://schemas.microsoft.com/office/drawing/2014/main" id="{BB4D0FF3-915C-C354-C939-AFB72390E229}"/>
              </a:ext>
            </a:extLst>
          </p:cNvPr>
          <p:cNvGrpSpPr/>
          <p:nvPr userDrawn="1"/>
        </p:nvGrpSpPr>
        <p:grpSpPr>
          <a:xfrm>
            <a:off x="6496964" y="5724840"/>
            <a:ext cx="288661" cy="288214"/>
            <a:chOff x="5727176" y="6029099"/>
            <a:chExt cx="288586" cy="288214"/>
          </a:xfrm>
        </p:grpSpPr>
        <p:sp>
          <p:nvSpPr>
            <p:cNvPr id="371" name="Freeform 370">
              <a:extLst>
                <a:ext uri="{FF2B5EF4-FFF2-40B4-BE49-F238E27FC236}">
                  <a16:creationId xmlns:a16="http://schemas.microsoft.com/office/drawing/2014/main" id="{3FC31387-7A54-2B0D-2361-6194B030C47B}"/>
                </a:ext>
              </a:extLst>
            </p:cNvPr>
            <p:cNvSpPr/>
            <p:nvPr/>
          </p:nvSpPr>
          <p:spPr>
            <a:xfrm>
              <a:off x="5727176" y="6029099"/>
              <a:ext cx="288586" cy="288214"/>
            </a:xfrm>
            <a:custGeom>
              <a:avLst/>
              <a:gdLst>
                <a:gd name="csX0" fmla="*/ 288533 w 288586"/>
                <a:gd name="csY0" fmla="*/ 99748 h 288214"/>
                <a:gd name="csX1" fmla="*/ 276811 w 288586"/>
                <a:gd name="csY1" fmla="*/ 136035 h 288214"/>
                <a:gd name="csX2" fmla="*/ 219851 w 288586"/>
                <a:gd name="csY2" fmla="*/ 144720 h 288214"/>
                <a:gd name="csX3" fmla="*/ 202906 w 288586"/>
                <a:gd name="csY3" fmla="*/ 162037 h 288214"/>
                <a:gd name="csX4" fmla="*/ 195286 w 288586"/>
                <a:gd name="csY4" fmla="*/ 237061 h 288214"/>
                <a:gd name="csX5" fmla="*/ 159160 w 288586"/>
                <a:gd name="csY5" fmla="*/ 250116 h 288214"/>
                <a:gd name="csX6" fmla="*/ 106409 w 288586"/>
                <a:gd name="csY6" fmla="*/ 198377 h 288214"/>
                <a:gd name="csX7" fmla="*/ 14919 w 288586"/>
                <a:gd name="csY7" fmla="*/ 288214 h 288214"/>
                <a:gd name="csX8" fmla="*/ 0 w 288586"/>
                <a:gd name="csY8" fmla="*/ 273028 h 288214"/>
                <a:gd name="csX9" fmla="*/ 91223 w 288586"/>
                <a:gd name="csY9" fmla="*/ 183458 h 288214"/>
                <a:gd name="csX10" fmla="*/ 39057 w 288586"/>
                <a:gd name="csY10" fmla="*/ 132305 h 288214"/>
                <a:gd name="csX11" fmla="*/ 51419 w 288586"/>
                <a:gd name="csY11" fmla="*/ 95911 h 288214"/>
                <a:gd name="csX12" fmla="*/ 126284 w 288586"/>
                <a:gd name="csY12" fmla="*/ 86853 h 288214"/>
                <a:gd name="csX13" fmla="*/ 143281 w 288586"/>
                <a:gd name="csY13" fmla="*/ 69536 h 288214"/>
                <a:gd name="csX14" fmla="*/ 150847 w 288586"/>
                <a:gd name="csY14" fmla="*/ 12415 h 288214"/>
                <a:gd name="csX15" fmla="*/ 186921 w 288586"/>
                <a:gd name="csY15" fmla="*/ 0 h 288214"/>
                <a:gd name="csX16" fmla="*/ 288587 w 288586"/>
                <a:gd name="csY16" fmla="*/ 99695 h 288214"/>
                <a:gd name="csX17" fmla="*/ 171948 w 288586"/>
                <a:gd name="csY17" fmla="*/ 15293 h 288214"/>
                <a:gd name="csX18" fmla="*/ 163422 w 288586"/>
                <a:gd name="csY18" fmla="*/ 79447 h 288214"/>
                <a:gd name="csX19" fmla="*/ 136248 w 288586"/>
                <a:gd name="csY19" fmla="*/ 107155 h 288214"/>
                <a:gd name="csX20" fmla="*/ 53977 w 288586"/>
                <a:gd name="csY20" fmla="*/ 117119 h 288214"/>
                <a:gd name="csX21" fmla="*/ 174079 w 288586"/>
                <a:gd name="csY21" fmla="*/ 234930 h 288214"/>
                <a:gd name="csX22" fmla="*/ 182445 w 288586"/>
                <a:gd name="csY22" fmla="*/ 152500 h 288214"/>
                <a:gd name="csX23" fmla="*/ 209620 w 288586"/>
                <a:gd name="csY23" fmla="*/ 124792 h 288214"/>
                <a:gd name="csX24" fmla="*/ 273561 w 288586"/>
                <a:gd name="csY24" fmla="*/ 115041 h 288214"/>
                <a:gd name="csX25" fmla="*/ 171948 w 288586"/>
                <a:gd name="csY25" fmla="*/ 15346 h 288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88586" h="288214">
                  <a:moveTo>
                    <a:pt x="288533" y="99748"/>
                  </a:moveTo>
                  <a:lnTo>
                    <a:pt x="276811" y="136035"/>
                  </a:lnTo>
                  <a:lnTo>
                    <a:pt x="219851" y="144720"/>
                  </a:lnTo>
                  <a:lnTo>
                    <a:pt x="202906" y="162037"/>
                  </a:lnTo>
                  <a:lnTo>
                    <a:pt x="195286" y="237061"/>
                  </a:lnTo>
                  <a:lnTo>
                    <a:pt x="159160" y="250116"/>
                  </a:lnTo>
                  <a:lnTo>
                    <a:pt x="106409" y="198377"/>
                  </a:lnTo>
                  <a:lnTo>
                    <a:pt x="14919" y="288214"/>
                  </a:lnTo>
                  <a:lnTo>
                    <a:pt x="0" y="273028"/>
                  </a:lnTo>
                  <a:lnTo>
                    <a:pt x="91223" y="183458"/>
                  </a:lnTo>
                  <a:lnTo>
                    <a:pt x="39057" y="132305"/>
                  </a:lnTo>
                  <a:lnTo>
                    <a:pt x="51419" y="95911"/>
                  </a:lnTo>
                  <a:lnTo>
                    <a:pt x="126284" y="86853"/>
                  </a:lnTo>
                  <a:lnTo>
                    <a:pt x="143281" y="69536"/>
                  </a:lnTo>
                  <a:lnTo>
                    <a:pt x="150847" y="12415"/>
                  </a:lnTo>
                  <a:lnTo>
                    <a:pt x="186921" y="0"/>
                  </a:lnTo>
                  <a:lnTo>
                    <a:pt x="288587" y="99695"/>
                  </a:lnTo>
                  <a:close/>
                  <a:moveTo>
                    <a:pt x="171948" y="15293"/>
                  </a:moveTo>
                  <a:lnTo>
                    <a:pt x="163422" y="79447"/>
                  </a:lnTo>
                  <a:lnTo>
                    <a:pt x="136248" y="107155"/>
                  </a:lnTo>
                  <a:lnTo>
                    <a:pt x="53977" y="117119"/>
                  </a:lnTo>
                  <a:lnTo>
                    <a:pt x="174079" y="234930"/>
                  </a:lnTo>
                  <a:lnTo>
                    <a:pt x="182445" y="152500"/>
                  </a:lnTo>
                  <a:lnTo>
                    <a:pt x="209620" y="124792"/>
                  </a:lnTo>
                  <a:lnTo>
                    <a:pt x="273561" y="115041"/>
                  </a:lnTo>
                  <a:lnTo>
                    <a:pt x="171948" y="1534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72" name="Freeform 371">
              <a:extLst>
                <a:ext uri="{FF2B5EF4-FFF2-40B4-BE49-F238E27FC236}">
                  <a16:creationId xmlns:a16="http://schemas.microsoft.com/office/drawing/2014/main" id="{3A3443F6-2E8D-D725-893A-9107B047CE15}"/>
                </a:ext>
              </a:extLst>
            </p:cNvPr>
            <p:cNvSpPr/>
            <p:nvPr/>
          </p:nvSpPr>
          <p:spPr>
            <a:xfrm>
              <a:off x="5727176" y="6029099"/>
              <a:ext cx="288586" cy="288214"/>
            </a:xfrm>
            <a:custGeom>
              <a:avLst/>
              <a:gdLst>
                <a:gd name="csX0" fmla="*/ 288533 w 288586"/>
                <a:gd name="csY0" fmla="*/ 99748 h 288214"/>
                <a:gd name="csX1" fmla="*/ 276811 w 288586"/>
                <a:gd name="csY1" fmla="*/ 136035 h 288214"/>
                <a:gd name="csX2" fmla="*/ 219851 w 288586"/>
                <a:gd name="csY2" fmla="*/ 144720 h 288214"/>
                <a:gd name="csX3" fmla="*/ 202906 w 288586"/>
                <a:gd name="csY3" fmla="*/ 162037 h 288214"/>
                <a:gd name="csX4" fmla="*/ 195286 w 288586"/>
                <a:gd name="csY4" fmla="*/ 237061 h 288214"/>
                <a:gd name="csX5" fmla="*/ 159160 w 288586"/>
                <a:gd name="csY5" fmla="*/ 250116 h 288214"/>
                <a:gd name="csX6" fmla="*/ 106409 w 288586"/>
                <a:gd name="csY6" fmla="*/ 198377 h 288214"/>
                <a:gd name="csX7" fmla="*/ 14919 w 288586"/>
                <a:gd name="csY7" fmla="*/ 288214 h 288214"/>
                <a:gd name="csX8" fmla="*/ 0 w 288586"/>
                <a:gd name="csY8" fmla="*/ 273028 h 288214"/>
                <a:gd name="csX9" fmla="*/ 91223 w 288586"/>
                <a:gd name="csY9" fmla="*/ 183458 h 288214"/>
                <a:gd name="csX10" fmla="*/ 39057 w 288586"/>
                <a:gd name="csY10" fmla="*/ 132305 h 288214"/>
                <a:gd name="csX11" fmla="*/ 51419 w 288586"/>
                <a:gd name="csY11" fmla="*/ 95911 h 288214"/>
                <a:gd name="csX12" fmla="*/ 126284 w 288586"/>
                <a:gd name="csY12" fmla="*/ 86853 h 288214"/>
                <a:gd name="csX13" fmla="*/ 143281 w 288586"/>
                <a:gd name="csY13" fmla="*/ 69536 h 288214"/>
                <a:gd name="csX14" fmla="*/ 150847 w 288586"/>
                <a:gd name="csY14" fmla="*/ 12415 h 288214"/>
                <a:gd name="csX15" fmla="*/ 186921 w 288586"/>
                <a:gd name="csY15" fmla="*/ 0 h 288214"/>
                <a:gd name="csX16" fmla="*/ 288587 w 288586"/>
                <a:gd name="csY16" fmla="*/ 99695 h 288214"/>
                <a:gd name="csX17" fmla="*/ 171948 w 288586"/>
                <a:gd name="csY17" fmla="*/ 15293 h 288214"/>
                <a:gd name="csX18" fmla="*/ 163422 w 288586"/>
                <a:gd name="csY18" fmla="*/ 79447 h 288214"/>
                <a:gd name="csX19" fmla="*/ 136248 w 288586"/>
                <a:gd name="csY19" fmla="*/ 107155 h 288214"/>
                <a:gd name="csX20" fmla="*/ 53977 w 288586"/>
                <a:gd name="csY20" fmla="*/ 117119 h 288214"/>
                <a:gd name="csX21" fmla="*/ 174079 w 288586"/>
                <a:gd name="csY21" fmla="*/ 234930 h 288214"/>
                <a:gd name="csX22" fmla="*/ 182445 w 288586"/>
                <a:gd name="csY22" fmla="*/ 152500 h 288214"/>
                <a:gd name="csX23" fmla="*/ 209620 w 288586"/>
                <a:gd name="csY23" fmla="*/ 124792 h 288214"/>
                <a:gd name="csX24" fmla="*/ 273561 w 288586"/>
                <a:gd name="csY24" fmla="*/ 115041 h 288214"/>
                <a:gd name="csX25" fmla="*/ 171948 w 288586"/>
                <a:gd name="csY25" fmla="*/ 15346 h 288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88586" h="288214">
                  <a:moveTo>
                    <a:pt x="288533" y="99748"/>
                  </a:moveTo>
                  <a:lnTo>
                    <a:pt x="276811" y="136035"/>
                  </a:lnTo>
                  <a:lnTo>
                    <a:pt x="219851" y="144720"/>
                  </a:lnTo>
                  <a:lnTo>
                    <a:pt x="202906" y="162037"/>
                  </a:lnTo>
                  <a:lnTo>
                    <a:pt x="195286" y="237061"/>
                  </a:lnTo>
                  <a:lnTo>
                    <a:pt x="159160" y="250116"/>
                  </a:lnTo>
                  <a:lnTo>
                    <a:pt x="106409" y="198377"/>
                  </a:lnTo>
                  <a:lnTo>
                    <a:pt x="14919" y="288214"/>
                  </a:lnTo>
                  <a:lnTo>
                    <a:pt x="0" y="273028"/>
                  </a:lnTo>
                  <a:lnTo>
                    <a:pt x="91223" y="183458"/>
                  </a:lnTo>
                  <a:lnTo>
                    <a:pt x="39057" y="132305"/>
                  </a:lnTo>
                  <a:lnTo>
                    <a:pt x="51419" y="95911"/>
                  </a:lnTo>
                  <a:lnTo>
                    <a:pt x="126284" y="86853"/>
                  </a:lnTo>
                  <a:lnTo>
                    <a:pt x="143281" y="69536"/>
                  </a:lnTo>
                  <a:lnTo>
                    <a:pt x="150847" y="12415"/>
                  </a:lnTo>
                  <a:lnTo>
                    <a:pt x="186921" y="0"/>
                  </a:lnTo>
                  <a:lnTo>
                    <a:pt x="288587" y="99695"/>
                  </a:lnTo>
                  <a:close/>
                  <a:moveTo>
                    <a:pt x="171948" y="15293"/>
                  </a:moveTo>
                  <a:lnTo>
                    <a:pt x="163422" y="79447"/>
                  </a:lnTo>
                  <a:lnTo>
                    <a:pt x="136248" y="107155"/>
                  </a:lnTo>
                  <a:lnTo>
                    <a:pt x="53977" y="117119"/>
                  </a:lnTo>
                  <a:lnTo>
                    <a:pt x="174079" y="234930"/>
                  </a:lnTo>
                  <a:lnTo>
                    <a:pt x="182445" y="152500"/>
                  </a:lnTo>
                  <a:lnTo>
                    <a:pt x="209620" y="124792"/>
                  </a:lnTo>
                  <a:lnTo>
                    <a:pt x="273561" y="115041"/>
                  </a:lnTo>
                  <a:lnTo>
                    <a:pt x="171948" y="15346"/>
                  </a:ln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3" name="Group 372">
            <a:extLst>
              <a:ext uri="{FF2B5EF4-FFF2-40B4-BE49-F238E27FC236}">
                <a16:creationId xmlns:a16="http://schemas.microsoft.com/office/drawing/2014/main" id="{B970605B-5561-937E-8A1E-8D6A17B5FE66}"/>
              </a:ext>
            </a:extLst>
          </p:cNvPr>
          <p:cNvGrpSpPr/>
          <p:nvPr userDrawn="1"/>
        </p:nvGrpSpPr>
        <p:grpSpPr>
          <a:xfrm>
            <a:off x="7653132" y="5725694"/>
            <a:ext cx="284664" cy="284643"/>
            <a:chOff x="6755027" y="6029952"/>
            <a:chExt cx="284590" cy="284643"/>
          </a:xfrm>
        </p:grpSpPr>
        <p:sp>
          <p:nvSpPr>
            <p:cNvPr id="374" name="Freeform 373">
              <a:extLst>
                <a:ext uri="{FF2B5EF4-FFF2-40B4-BE49-F238E27FC236}">
                  <a16:creationId xmlns:a16="http://schemas.microsoft.com/office/drawing/2014/main" id="{E2F58C47-5BDC-CC37-5FA0-800FBB6E9F7F}"/>
                </a:ext>
              </a:extLst>
            </p:cNvPr>
            <p:cNvSpPr/>
            <p:nvPr/>
          </p:nvSpPr>
          <p:spPr>
            <a:xfrm>
              <a:off x="6755027" y="6029952"/>
              <a:ext cx="284590" cy="284643"/>
            </a:xfrm>
            <a:custGeom>
              <a:avLst/>
              <a:gdLst>
                <a:gd name="csX0" fmla="*/ 207222 w 284590"/>
                <a:gd name="csY0" fmla="*/ 114295 h 284643"/>
                <a:gd name="csX1" fmla="*/ 114242 w 284590"/>
                <a:gd name="csY1" fmla="*/ 21367 h 284643"/>
                <a:gd name="csX2" fmla="*/ 21314 w 284590"/>
                <a:gd name="csY2" fmla="*/ 114295 h 284643"/>
                <a:gd name="csX3" fmla="*/ 114242 w 284590"/>
                <a:gd name="csY3" fmla="*/ 207275 h 284643"/>
                <a:gd name="csX4" fmla="*/ 207222 w 284590"/>
                <a:gd name="csY4" fmla="*/ 114295 h 284643"/>
                <a:gd name="csX5" fmla="*/ 228536 w 284590"/>
                <a:gd name="csY5" fmla="*/ 114295 h 284643"/>
                <a:gd name="csX6" fmla="*/ 202267 w 284590"/>
                <a:gd name="csY6" fmla="*/ 187187 h 284643"/>
                <a:gd name="csX7" fmla="*/ 284591 w 284590"/>
                <a:gd name="csY7" fmla="*/ 269564 h 284643"/>
                <a:gd name="csX8" fmla="*/ 269565 w 284590"/>
                <a:gd name="csY8" fmla="*/ 284644 h 284643"/>
                <a:gd name="csX9" fmla="*/ 187187 w 284590"/>
                <a:gd name="csY9" fmla="*/ 202267 h 284643"/>
                <a:gd name="csX10" fmla="*/ 114242 w 284590"/>
                <a:gd name="csY10" fmla="*/ 228536 h 284643"/>
                <a:gd name="csX11" fmla="*/ 0 w 284590"/>
                <a:gd name="csY11" fmla="*/ 114241 h 284643"/>
                <a:gd name="csX12" fmla="*/ 114242 w 284590"/>
                <a:gd name="csY12" fmla="*/ 0 h 284643"/>
                <a:gd name="csX13" fmla="*/ 228536 w 284590"/>
                <a:gd name="csY13" fmla="*/ 114241 h 284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4590" h="284643">
                  <a:moveTo>
                    <a:pt x="207222" y="114295"/>
                  </a:moveTo>
                  <a:cubicBezTo>
                    <a:pt x="207222" y="62982"/>
                    <a:pt x="165608" y="21367"/>
                    <a:pt x="114242" y="21367"/>
                  </a:cubicBezTo>
                  <a:cubicBezTo>
                    <a:pt x="62876" y="21367"/>
                    <a:pt x="21314" y="62982"/>
                    <a:pt x="21314" y="114295"/>
                  </a:cubicBezTo>
                  <a:cubicBezTo>
                    <a:pt x="21314" y="165607"/>
                    <a:pt x="62929" y="207275"/>
                    <a:pt x="114242" y="207275"/>
                  </a:cubicBezTo>
                  <a:cubicBezTo>
                    <a:pt x="165554" y="207275"/>
                    <a:pt x="207222" y="165660"/>
                    <a:pt x="207222" y="114295"/>
                  </a:cubicBezTo>
                  <a:close/>
                  <a:moveTo>
                    <a:pt x="228536" y="114295"/>
                  </a:moveTo>
                  <a:cubicBezTo>
                    <a:pt x="228536" y="142002"/>
                    <a:pt x="218678" y="167419"/>
                    <a:pt x="202267" y="187187"/>
                  </a:cubicBezTo>
                  <a:lnTo>
                    <a:pt x="284591" y="269564"/>
                  </a:lnTo>
                  <a:lnTo>
                    <a:pt x="269565" y="284644"/>
                  </a:lnTo>
                  <a:lnTo>
                    <a:pt x="187187" y="202267"/>
                  </a:lnTo>
                  <a:cubicBezTo>
                    <a:pt x="167366" y="218678"/>
                    <a:pt x="142002" y="228536"/>
                    <a:pt x="114242" y="228536"/>
                  </a:cubicBezTo>
                  <a:cubicBezTo>
                    <a:pt x="51153" y="228536"/>
                    <a:pt x="0" y="177383"/>
                    <a:pt x="0" y="114241"/>
                  </a:cubicBezTo>
                  <a:cubicBezTo>
                    <a:pt x="0" y="51099"/>
                    <a:pt x="51153" y="0"/>
                    <a:pt x="114242" y="0"/>
                  </a:cubicBezTo>
                  <a:cubicBezTo>
                    <a:pt x="177330" y="0"/>
                    <a:pt x="228536" y="51153"/>
                    <a:pt x="228536" y="11424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sp>
          <p:nvSpPr>
            <p:cNvPr id="375" name="Freeform 374">
              <a:extLst>
                <a:ext uri="{FF2B5EF4-FFF2-40B4-BE49-F238E27FC236}">
                  <a16:creationId xmlns:a16="http://schemas.microsoft.com/office/drawing/2014/main" id="{19AE0E2E-AEBB-12CA-450A-02B40F4CD97F}"/>
                </a:ext>
              </a:extLst>
            </p:cNvPr>
            <p:cNvSpPr/>
            <p:nvPr/>
          </p:nvSpPr>
          <p:spPr>
            <a:xfrm>
              <a:off x="6755027" y="6029952"/>
              <a:ext cx="284590" cy="284643"/>
            </a:xfrm>
            <a:custGeom>
              <a:avLst/>
              <a:gdLst>
                <a:gd name="csX0" fmla="*/ 207222 w 284590"/>
                <a:gd name="csY0" fmla="*/ 114295 h 284643"/>
                <a:gd name="csX1" fmla="*/ 114242 w 284590"/>
                <a:gd name="csY1" fmla="*/ 21367 h 284643"/>
                <a:gd name="csX2" fmla="*/ 21314 w 284590"/>
                <a:gd name="csY2" fmla="*/ 114295 h 284643"/>
                <a:gd name="csX3" fmla="*/ 114242 w 284590"/>
                <a:gd name="csY3" fmla="*/ 207275 h 284643"/>
                <a:gd name="csX4" fmla="*/ 207222 w 284590"/>
                <a:gd name="csY4" fmla="*/ 114295 h 284643"/>
                <a:gd name="csX5" fmla="*/ 228536 w 284590"/>
                <a:gd name="csY5" fmla="*/ 114295 h 284643"/>
                <a:gd name="csX6" fmla="*/ 202267 w 284590"/>
                <a:gd name="csY6" fmla="*/ 187187 h 284643"/>
                <a:gd name="csX7" fmla="*/ 284591 w 284590"/>
                <a:gd name="csY7" fmla="*/ 269564 h 284643"/>
                <a:gd name="csX8" fmla="*/ 269565 w 284590"/>
                <a:gd name="csY8" fmla="*/ 284644 h 284643"/>
                <a:gd name="csX9" fmla="*/ 187187 w 284590"/>
                <a:gd name="csY9" fmla="*/ 202267 h 284643"/>
                <a:gd name="csX10" fmla="*/ 114242 w 284590"/>
                <a:gd name="csY10" fmla="*/ 228536 h 284643"/>
                <a:gd name="csX11" fmla="*/ 0 w 284590"/>
                <a:gd name="csY11" fmla="*/ 114241 h 284643"/>
                <a:gd name="csX12" fmla="*/ 114242 w 284590"/>
                <a:gd name="csY12" fmla="*/ 0 h 284643"/>
                <a:gd name="csX13" fmla="*/ 228536 w 284590"/>
                <a:gd name="csY13" fmla="*/ 114241 h 284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84590" h="284643">
                  <a:moveTo>
                    <a:pt x="207222" y="114295"/>
                  </a:moveTo>
                  <a:cubicBezTo>
                    <a:pt x="207222" y="62982"/>
                    <a:pt x="165608" y="21367"/>
                    <a:pt x="114242" y="21367"/>
                  </a:cubicBezTo>
                  <a:cubicBezTo>
                    <a:pt x="62876" y="21367"/>
                    <a:pt x="21314" y="62982"/>
                    <a:pt x="21314" y="114295"/>
                  </a:cubicBezTo>
                  <a:cubicBezTo>
                    <a:pt x="21314" y="165607"/>
                    <a:pt x="62929" y="207275"/>
                    <a:pt x="114242" y="207275"/>
                  </a:cubicBezTo>
                  <a:cubicBezTo>
                    <a:pt x="165554" y="207275"/>
                    <a:pt x="207222" y="165660"/>
                    <a:pt x="207222" y="114295"/>
                  </a:cubicBezTo>
                  <a:close/>
                  <a:moveTo>
                    <a:pt x="228536" y="114295"/>
                  </a:moveTo>
                  <a:cubicBezTo>
                    <a:pt x="228536" y="142002"/>
                    <a:pt x="218678" y="167419"/>
                    <a:pt x="202267" y="187187"/>
                  </a:cubicBezTo>
                  <a:lnTo>
                    <a:pt x="284591" y="269564"/>
                  </a:lnTo>
                  <a:lnTo>
                    <a:pt x="269565" y="284644"/>
                  </a:lnTo>
                  <a:lnTo>
                    <a:pt x="187187" y="202267"/>
                  </a:lnTo>
                  <a:cubicBezTo>
                    <a:pt x="167366" y="218678"/>
                    <a:pt x="142002" y="228536"/>
                    <a:pt x="114242" y="228536"/>
                  </a:cubicBezTo>
                  <a:cubicBezTo>
                    <a:pt x="51153" y="228536"/>
                    <a:pt x="0" y="177383"/>
                    <a:pt x="0" y="114241"/>
                  </a:cubicBezTo>
                  <a:cubicBezTo>
                    <a:pt x="0" y="51099"/>
                    <a:pt x="51153" y="0"/>
                    <a:pt x="114242" y="0"/>
                  </a:cubicBezTo>
                  <a:cubicBezTo>
                    <a:pt x="177330" y="0"/>
                    <a:pt x="228536" y="51153"/>
                    <a:pt x="228536" y="114241"/>
                  </a:cubicBezTo>
                  <a:close/>
                </a:path>
              </a:pathLst>
            </a:custGeom>
            <a:solidFill>
              <a:srgbClr val="000000"/>
            </a:solidFill>
            <a:ln w="5328" cap="flat">
              <a:noFill/>
              <a:prstDash val="solid"/>
              <a:miter/>
            </a:ln>
          </p:spPr>
          <p:txBody>
            <a:bodyPr/>
            <a:lstStyle/>
            <a:p>
              <a:endParaRPr lang="en-US" sz="1801" b="0" i="0">
                <a:latin typeface="Replica LL TT" panose="020B0504010101010104" pitchFamily="34" charset="77"/>
              </a:endParaRPr>
            </a:p>
          </p:txBody>
        </p:sp>
      </p:grpSp>
      <p:grpSp>
        <p:nvGrpSpPr>
          <p:cNvPr id="376" name="Group 375">
            <a:extLst>
              <a:ext uri="{FF2B5EF4-FFF2-40B4-BE49-F238E27FC236}">
                <a16:creationId xmlns:a16="http://schemas.microsoft.com/office/drawing/2014/main" id="{527E6E27-7697-75FA-B0AA-91F469E2C1BC}"/>
              </a:ext>
            </a:extLst>
          </p:cNvPr>
          <p:cNvGrpSpPr/>
          <p:nvPr userDrawn="1"/>
        </p:nvGrpSpPr>
        <p:grpSpPr>
          <a:xfrm>
            <a:off x="1874361" y="5721022"/>
            <a:ext cx="315903" cy="315821"/>
            <a:chOff x="1873872" y="5721021"/>
            <a:chExt cx="315821" cy="315821"/>
          </a:xfrm>
        </p:grpSpPr>
        <p:pic>
          <p:nvPicPr>
            <p:cNvPr id="377" name="Graphic 376">
              <a:extLst>
                <a:ext uri="{FF2B5EF4-FFF2-40B4-BE49-F238E27FC236}">
                  <a16:creationId xmlns:a16="http://schemas.microsoft.com/office/drawing/2014/main" id="{207CC958-785D-7B4F-7794-0DD9E2C35BD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73872" y="5721021"/>
              <a:ext cx="315821" cy="315821"/>
            </a:xfrm>
            <a:prstGeom prst="rect">
              <a:avLst/>
            </a:prstGeom>
          </p:spPr>
        </p:pic>
        <p:pic>
          <p:nvPicPr>
            <p:cNvPr id="378" name="Graphic 377">
              <a:extLst>
                <a:ext uri="{FF2B5EF4-FFF2-40B4-BE49-F238E27FC236}">
                  <a16:creationId xmlns:a16="http://schemas.microsoft.com/office/drawing/2014/main" id="{3B5941B8-804E-483A-D6D5-4B174B971B9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873872" y="5721021"/>
              <a:ext cx="315821" cy="315821"/>
            </a:xfrm>
            <a:prstGeom prst="rect">
              <a:avLst/>
            </a:prstGeom>
          </p:spPr>
        </p:pic>
      </p:grpSp>
      <p:sp>
        <p:nvSpPr>
          <p:cNvPr id="2" name="Title 1"/>
          <p:cNvSpPr>
            <a:spLocks noGrp="1"/>
          </p:cNvSpPr>
          <p:nvPr>
            <p:ph type="title" hasCustomPrompt="1"/>
          </p:nvPr>
        </p:nvSpPr>
        <p:spPr>
          <a:xfrm>
            <a:off x="342900" y="1132787"/>
            <a:ext cx="4194175" cy="543614"/>
          </a:xfrm>
        </p:spPr>
        <p:txBody>
          <a:bodyPr anchor="t">
            <a:noAutofit/>
          </a:bodyPr>
          <a:lstStyle>
            <a:lvl1pPr>
              <a:defRPr cap="all" baseline="0"/>
            </a:lvl1pPr>
          </a:lstStyle>
          <a:p>
            <a:r>
              <a:rPr lang="en-US" dirty="0"/>
              <a:t>Small Scale Icons</a:t>
            </a:r>
          </a:p>
        </p:txBody>
      </p:sp>
      <p:sp>
        <p:nvSpPr>
          <p:cNvPr id="3" name="Text Placeholder 11">
            <a:extLst>
              <a:ext uri="{FF2B5EF4-FFF2-40B4-BE49-F238E27FC236}">
                <a16:creationId xmlns:a16="http://schemas.microsoft.com/office/drawing/2014/main" id="{8F818DA2-BA5C-BE6F-7EC8-C849E695442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6" name="Slide Number Placeholder 9">
            <a:extLst>
              <a:ext uri="{FF2B5EF4-FFF2-40B4-BE49-F238E27FC236}">
                <a16:creationId xmlns:a16="http://schemas.microsoft.com/office/drawing/2014/main" id="{5E0B2581-3EF6-0BBF-2EEA-74743205F06C}"/>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47260281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arge-Icons">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3346D661-B197-13DA-2DB1-67025B511D5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292280" y="3086685"/>
            <a:ext cx="1394555" cy="1394555"/>
          </a:xfrm>
          <a:prstGeom prst="rect">
            <a:avLst/>
          </a:prstGeom>
        </p:spPr>
      </p:pic>
      <p:sp>
        <p:nvSpPr>
          <p:cNvPr id="43" name="Text Placeholder 9">
            <a:extLst>
              <a:ext uri="{FF2B5EF4-FFF2-40B4-BE49-F238E27FC236}">
                <a16:creationId xmlns:a16="http://schemas.microsoft.com/office/drawing/2014/main" id="{D2CC30A6-9164-AEF1-4141-F03B00890ACC}"/>
              </a:ext>
            </a:extLst>
          </p:cNvPr>
          <p:cNvSpPr txBox="1">
            <a:spLocks/>
          </p:cNvSpPr>
          <p:nvPr userDrawn="1"/>
        </p:nvSpPr>
        <p:spPr>
          <a:xfrm>
            <a:off x="10798893"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Attention</a:t>
            </a:r>
          </a:p>
        </p:txBody>
      </p:sp>
      <p:sp>
        <p:nvSpPr>
          <p:cNvPr id="40" name="Text Placeholder 8">
            <a:extLst>
              <a:ext uri="{FF2B5EF4-FFF2-40B4-BE49-F238E27FC236}">
                <a16:creationId xmlns:a16="http://schemas.microsoft.com/office/drawing/2014/main" id="{C8EEF1E8-656B-B838-5185-98F2063D2E3C}"/>
              </a:ext>
            </a:extLst>
          </p:cNvPr>
          <p:cNvSpPr txBox="1">
            <a:spLocks/>
          </p:cNvSpPr>
          <p:nvPr userDrawn="1"/>
        </p:nvSpPr>
        <p:spPr>
          <a:xfrm>
            <a:off x="10798893"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Target</a:t>
            </a:r>
          </a:p>
        </p:txBody>
      </p:sp>
      <p:sp>
        <p:nvSpPr>
          <p:cNvPr id="37" name="Text Placeholder 7">
            <a:extLst>
              <a:ext uri="{FF2B5EF4-FFF2-40B4-BE49-F238E27FC236}">
                <a16:creationId xmlns:a16="http://schemas.microsoft.com/office/drawing/2014/main" id="{ECC7E4F8-3AC0-47CD-06C7-F41F2DBB3FEE}"/>
              </a:ext>
            </a:extLst>
          </p:cNvPr>
          <p:cNvSpPr txBox="1">
            <a:spLocks/>
          </p:cNvSpPr>
          <p:nvPr userDrawn="1"/>
        </p:nvSpPr>
        <p:spPr>
          <a:xfrm>
            <a:off x="10798893"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Space</a:t>
            </a:r>
          </a:p>
        </p:txBody>
      </p:sp>
      <p:sp>
        <p:nvSpPr>
          <p:cNvPr id="42" name="Text Placeholder 6">
            <a:extLst>
              <a:ext uri="{FF2B5EF4-FFF2-40B4-BE49-F238E27FC236}">
                <a16:creationId xmlns:a16="http://schemas.microsoft.com/office/drawing/2014/main" id="{0C03911B-105B-9C02-668F-B5196BBBCE46}"/>
              </a:ext>
            </a:extLst>
          </p:cNvPr>
          <p:cNvSpPr txBox="1">
            <a:spLocks/>
          </p:cNvSpPr>
          <p:nvPr userDrawn="1"/>
        </p:nvSpPr>
        <p:spPr>
          <a:xfrm>
            <a:off x="7856430"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Complexity</a:t>
            </a:r>
          </a:p>
        </p:txBody>
      </p:sp>
      <p:sp>
        <p:nvSpPr>
          <p:cNvPr id="39" name="Text Placeholder 5">
            <a:extLst>
              <a:ext uri="{FF2B5EF4-FFF2-40B4-BE49-F238E27FC236}">
                <a16:creationId xmlns:a16="http://schemas.microsoft.com/office/drawing/2014/main" id="{3B56392A-B5C5-1A11-43B0-8C4BC1B137A1}"/>
              </a:ext>
            </a:extLst>
          </p:cNvPr>
          <p:cNvSpPr txBox="1">
            <a:spLocks/>
          </p:cNvSpPr>
          <p:nvPr userDrawn="1"/>
        </p:nvSpPr>
        <p:spPr>
          <a:xfrm>
            <a:off x="7856430"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Progression</a:t>
            </a:r>
          </a:p>
        </p:txBody>
      </p:sp>
      <p:sp>
        <p:nvSpPr>
          <p:cNvPr id="36" name="Text Placeholder 4">
            <a:extLst>
              <a:ext uri="{FF2B5EF4-FFF2-40B4-BE49-F238E27FC236}">
                <a16:creationId xmlns:a16="http://schemas.microsoft.com/office/drawing/2014/main" id="{91AC2B92-CE90-4A6F-3953-F3A008AC3B58}"/>
              </a:ext>
            </a:extLst>
          </p:cNvPr>
          <p:cNvSpPr txBox="1">
            <a:spLocks/>
          </p:cNvSpPr>
          <p:nvPr userDrawn="1"/>
        </p:nvSpPr>
        <p:spPr>
          <a:xfrm>
            <a:off x="7856430"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Multiply</a:t>
            </a:r>
          </a:p>
        </p:txBody>
      </p:sp>
      <p:sp>
        <p:nvSpPr>
          <p:cNvPr id="41" name="Text Placeholder 3">
            <a:extLst>
              <a:ext uri="{FF2B5EF4-FFF2-40B4-BE49-F238E27FC236}">
                <a16:creationId xmlns:a16="http://schemas.microsoft.com/office/drawing/2014/main" id="{D165060F-B27A-550C-5700-84FC00813336}"/>
              </a:ext>
            </a:extLst>
          </p:cNvPr>
          <p:cNvSpPr txBox="1">
            <a:spLocks/>
          </p:cNvSpPr>
          <p:nvPr userDrawn="1"/>
        </p:nvSpPr>
        <p:spPr>
          <a:xfrm>
            <a:off x="5146889" y="5402478"/>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Detail</a:t>
            </a:r>
          </a:p>
        </p:txBody>
      </p:sp>
      <p:sp>
        <p:nvSpPr>
          <p:cNvPr id="38" name="Text Placeholder 2">
            <a:extLst>
              <a:ext uri="{FF2B5EF4-FFF2-40B4-BE49-F238E27FC236}">
                <a16:creationId xmlns:a16="http://schemas.microsoft.com/office/drawing/2014/main" id="{D5A82C7A-AF4E-AEAF-BBAF-C67943A96FCD}"/>
              </a:ext>
            </a:extLst>
          </p:cNvPr>
          <p:cNvSpPr txBox="1">
            <a:spLocks/>
          </p:cNvSpPr>
          <p:nvPr userDrawn="1"/>
        </p:nvSpPr>
        <p:spPr>
          <a:xfrm>
            <a:off x="5146889" y="3650920"/>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Growth</a:t>
            </a:r>
          </a:p>
        </p:txBody>
      </p:sp>
      <p:sp>
        <p:nvSpPr>
          <p:cNvPr id="35" name="Text Placeholder 1">
            <a:extLst>
              <a:ext uri="{FF2B5EF4-FFF2-40B4-BE49-F238E27FC236}">
                <a16:creationId xmlns:a16="http://schemas.microsoft.com/office/drawing/2014/main" id="{E76BD0E6-EE70-2656-47DD-9893A0CA9362}"/>
              </a:ext>
            </a:extLst>
          </p:cNvPr>
          <p:cNvSpPr txBox="1">
            <a:spLocks/>
          </p:cNvSpPr>
          <p:nvPr userDrawn="1"/>
        </p:nvSpPr>
        <p:spPr>
          <a:xfrm>
            <a:off x="5146889" y="1879236"/>
            <a:ext cx="1393108" cy="264605"/>
          </a:xfrm>
          <a:prstGeom prst="rect">
            <a:avLst/>
          </a:prstGeom>
        </p:spPr>
        <p:txBody>
          <a:bodyPr/>
          <a:lstStyle>
            <a:lvl1pPr marL="9525" indent="-9525" algn="ctr" defTabSz="914126" rtl="0" eaLnBrk="1" latinLnBrk="0" hangingPunct="1">
              <a:lnSpc>
                <a:spcPct val="90000"/>
              </a:lnSpc>
              <a:spcBef>
                <a:spcPts val="1000"/>
              </a:spcBef>
              <a:buFont typeface="Arial" panose="020B0604020202020204" pitchFamily="34" charset="0"/>
              <a:buNone/>
              <a:tabLst/>
              <a:defRPr sz="1400" b="0" i="0"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None/>
              <a:defRPr sz="1100"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algn="l"/>
            <a:r>
              <a:rPr lang="en-US" sz="1400" b="0" i="0">
                <a:latin typeface="+mn-lt"/>
              </a:rPr>
              <a:t>Added Value</a:t>
            </a:r>
          </a:p>
        </p:txBody>
      </p:sp>
      <p:sp>
        <p:nvSpPr>
          <p:cNvPr id="31" name="Large icon-9">
            <a:extLst>
              <a:ext uri="{FF2B5EF4-FFF2-40B4-BE49-F238E27FC236}">
                <a16:creationId xmlns:a16="http://schemas.microsoft.com/office/drawing/2014/main" id="{8CC479CA-986B-E851-5A16-19695F294358}"/>
              </a:ext>
            </a:extLst>
          </p:cNvPr>
          <p:cNvSpPr/>
          <p:nvPr userDrawn="1"/>
        </p:nvSpPr>
        <p:spPr>
          <a:xfrm>
            <a:off x="9142834" y="4743859"/>
            <a:ext cx="1693451" cy="1536798"/>
          </a:xfrm>
          <a:custGeom>
            <a:avLst/>
            <a:gdLst>
              <a:gd name="csX0" fmla="*/ 417078 w 800678"/>
              <a:gd name="csY0" fmla="*/ 31049 h 726800"/>
              <a:gd name="csX1" fmla="*/ 487678 w 800678"/>
              <a:gd name="csY1" fmla="*/ 149902 h 726800"/>
              <a:gd name="csX2" fmla="*/ 487678 w 800678"/>
              <a:gd name="csY2" fmla="*/ 160144 h 726800"/>
              <a:gd name="csX3" fmla="*/ 487637 w 800678"/>
              <a:gd name="csY3" fmla="*/ 160144 h 726800"/>
              <a:gd name="csX4" fmla="*/ 714008 w 800678"/>
              <a:gd name="csY4" fmla="*/ 574307 h 726800"/>
              <a:gd name="csX5" fmla="*/ 716802 w 800678"/>
              <a:gd name="csY5" fmla="*/ 575927 h 726800"/>
              <a:gd name="csX6" fmla="*/ 800679 w 800678"/>
              <a:gd name="csY6" fmla="*/ 725505 h 726800"/>
              <a:gd name="csX7" fmla="*/ 625921 w 800678"/>
              <a:gd name="csY7" fmla="*/ 726800 h 726800"/>
              <a:gd name="csX8" fmla="*/ 622359 w 800678"/>
              <a:gd name="csY8" fmla="*/ 724736 h 726800"/>
              <a:gd name="csX9" fmla="*/ 178320 w 800678"/>
              <a:gd name="csY9" fmla="*/ 724736 h 726800"/>
              <a:gd name="csX10" fmla="*/ 174757 w 800678"/>
              <a:gd name="csY10" fmla="*/ 726800 h 726800"/>
              <a:gd name="csX11" fmla="*/ 0 w 800678"/>
              <a:gd name="csY11" fmla="*/ 725505 h 726800"/>
              <a:gd name="csX12" fmla="*/ 83877 w 800678"/>
              <a:gd name="csY12" fmla="*/ 575927 h 726800"/>
              <a:gd name="csX13" fmla="*/ 86832 w 800678"/>
              <a:gd name="csY13" fmla="*/ 574227 h 726800"/>
              <a:gd name="csX14" fmla="*/ 311544 w 800678"/>
              <a:gd name="csY14" fmla="*/ 162249 h 726800"/>
              <a:gd name="csX15" fmla="*/ 311544 w 800678"/>
              <a:gd name="csY15" fmla="*/ 153181 h 726800"/>
              <a:gd name="csX16" fmla="*/ 381171 w 800678"/>
              <a:gd name="csY16" fmla="*/ 34611 h 726800"/>
              <a:gd name="csX17" fmla="*/ 400076 w 800678"/>
              <a:gd name="csY17" fmla="*/ 0 h 726800"/>
              <a:gd name="csX18" fmla="*/ 417038 w 800678"/>
              <a:gd name="csY18" fmla="*/ 31049 h 726800"/>
              <a:gd name="csX19" fmla="*/ 321907 w 800678"/>
              <a:gd name="csY19" fmla="*/ 160144 h 726800"/>
              <a:gd name="csX20" fmla="*/ 316644 w 800678"/>
              <a:gd name="csY20" fmla="*/ 161561 h 726800"/>
              <a:gd name="csX21" fmla="*/ 93107 w 800678"/>
              <a:gd name="csY21" fmla="*/ 571393 h 726800"/>
              <a:gd name="csX22" fmla="*/ 97034 w 800678"/>
              <a:gd name="csY22" fmla="*/ 582039 h 726800"/>
              <a:gd name="csX23" fmla="*/ 77845 w 800678"/>
              <a:gd name="csY23" fmla="*/ 663973 h 726800"/>
              <a:gd name="csX24" fmla="*/ 92216 w 800678"/>
              <a:gd name="csY24" fmla="*/ 688910 h 726800"/>
              <a:gd name="csX25" fmla="*/ 175729 w 800678"/>
              <a:gd name="csY25" fmla="*/ 714413 h 726800"/>
              <a:gd name="csX26" fmla="*/ 182044 w 800678"/>
              <a:gd name="csY26" fmla="*/ 720688 h 726800"/>
              <a:gd name="csX27" fmla="*/ 618756 w 800678"/>
              <a:gd name="csY27" fmla="*/ 720688 h 726800"/>
              <a:gd name="csX28" fmla="*/ 625071 w 800678"/>
              <a:gd name="csY28" fmla="*/ 714413 h 726800"/>
              <a:gd name="csX29" fmla="*/ 708584 w 800678"/>
              <a:gd name="csY29" fmla="*/ 688910 h 726800"/>
              <a:gd name="csX30" fmla="*/ 722955 w 800678"/>
              <a:gd name="csY30" fmla="*/ 663973 h 726800"/>
              <a:gd name="csX31" fmla="*/ 703767 w 800678"/>
              <a:gd name="csY31" fmla="*/ 582039 h 726800"/>
              <a:gd name="csX32" fmla="*/ 707734 w 800678"/>
              <a:gd name="csY32" fmla="*/ 571312 h 726800"/>
              <a:gd name="csX33" fmla="*/ 482496 w 800678"/>
              <a:gd name="csY33" fmla="*/ 159253 h 726800"/>
              <a:gd name="csX34" fmla="*/ 475817 w 800678"/>
              <a:gd name="csY34" fmla="*/ 158120 h 726800"/>
              <a:gd name="csX35" fmla="*/ 414447 w 800678"/>
              <a:gd name="csY35" fmla="*/ 100556 h 726800"/>
              <a:gd name="csX36" fmla="*/ 385665 w 800678"/>
              <a:gd name="csY36" fmla="*/ 100556 h 726800"/>
              <a:gd name="csX37" fmla="*/ 321826 w 800678"/>
              <a:gd name="csY37" fmla="*/ 160144 h 7268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800678" h="726800">
                <a:moveTo>
                  <a:pt x="417078" y="31049"/>
                </a:moveTo>
                <a:lnTo>
                  <a:pt x="487678" y="149902"/>
                </a:lnTo>
                <a:lnTo>
                  <a:pt x="487678" y="160144"/>
                </a:lnTo>
                <a:lnTo>
                  <a:pt x="487637" y="160144"/>
                </a:lnTo>
                <a:cubicBezTo>
                  <a:pt x="487637" y="160144"/>
                  <a:pt x="714008" y="574307"/>
                  <a:pt x="714008" y="574307"/>
                </a:cubicBezTo>
                <a:lnTo>
                  <a:pt x="716802" y="575927"/>
                </a:lnTo>
                <a:lnTo>
                  <a:pt x="800679" y="725505"/>
                </a:lnTo>
                <a:lnTo>
                  <a:pt x="625921" y="726800"/>
                </a:lnTo>
                <a:lnTo>
                  <a:pt x="622359" y="724736"/>
                </a:lnTo>
                <a:lnTo>
                  <a:pt x="178320" y="724736"/>
                </a:lnTo>
                <a:lnTo>
                  <a:pt x="174757" y="726800"/>
                </a:lnTo>
                <a:lnTo>
                  <a:pt x="0" y="725505"/>
                </a:lnTo>
                <a:lnTo>
                  <a:pt x="83877" y="575927"/>
                </a:lnTo>
                <a:lnTo>
                  <a:pt x="86832" y="574227"/>
                </a:lnTo>
                <a:lnTo>
                  <a:pt x="311544" y="162249"/>
                </a:lnTo>
                <a:lnTo>
                  <a:pt x="311544" y="153181"/>
                </a:lnTo>
                <a:lnTo>
                  <a:pt x="381171" y="34611"/>
                </a:lnTo>
                <a:lnTo>
                  <a:pt x="400076" y="0"/>
                </a:lnTo>
                <a:lnTo>
                  <a:pt x="417038" y="31049"/>
                </a:lnTo>
                <a:close/>
                <a:moveTo>
                  <a:pt x="321907" y="160144"/>
                </a:moveTo>
                <a:lnTo>
                  <a:pt x="316644" y="161561"/>
                </a:lnTo>
                <a:lnTo>
                  <a:pt x="93107" y="571393"/>
                </a:lnTo>
                <a:lnTo>
                  <a:pt x="97034" y="582039"/>
                </a:lnTo>
                <a:lnTo>
                  <a:pt x="77845" y="663973"/>
                </a:lnTo>
                <a:lnTo>
                  <a:pt x="92216" y="688910"/>
                </a:lnTo>
                <a:lnTo>
                  <a:pt x="175729" y="714413"/>
                </a:lnTo>
                <a:lnTo>
                  <a:pt x="182044" y="720688"/>
                </a:lnTo>
                <a:lnTo>
                  <a:pt x="618756" y="720688"/>
                </a:lnTo>
                <a:lnTo>
                  <a:pt x="625071" y="714413"/>
                </a:lnTo>
                <a:lnTo>
                  <a:pt x="708584" y="688910"/>
                </a:lnTo>
                <a:lnTo>
                  <a:pt x="722955" y="663973"/>
                </a:lnTo>
                <a:lnTo>
                  <a:pt x="703767" y="582039"/>
                </a:lnTo>
                <a:lnTo>
                  <a:pt x="707734" y="571312"/>
                </a:lnTo>
                <a:lnTo>
                  <a:pt x="482496" y="159253"/>
                </a:lnTo>
                <a:lnTo>
                  <a:pt x="475817" y="158120"/>
                </a:lnTo>
                <a:lnTo>
                  <a:pt x="414447" y="100556"/>
                </a:lnTo>
                <a:lnTo>
                  <a:pt x="385665" y="100556"/>
                </a:lnTo>
                <a:lnTo>
                  <a:pt x="321826" y="160144"/>
                </a:lnTo>
                <a:close/>
              </a:path>
            </a:pathLst>
          </a:custGeom>
          <a:solidFill>
            <a:schemeClr val="tx1"/>
          </a:solidFill>
          <a:ln w="4048" cap="flat">
            <a:noFill/>
            <a:prstDash val="solid"/>
            <a:miter/>
          </a:ln>
        </p:spPr>
        <p:txBody>
          <a:bodyPr/>
          <a:lstStyle/>
          <a:p>
            <a:endParaRPr lang="en-US" sz="1801" b="0" i="0">
              <a:latin typeface="+mn-lt"/>
            </a:endParaRPr>
          </a:p>
        </p:txBody>
      </p:sp>
      <p:sp>
        <p:nvSpPr>
          <p:cNvPr id="5" name="Large icon-7">
            <a:extLst>
              <a:ext uri="{FF2B5EF4-FFF2-40B4-BE49-F238E27FC236}">
                <a16:creationId xmlns:a16="http://schemas.microsoft.com/office/drawing/2014/main" id="{B05FED40-D02F-E3A9-AFE9-68267B4E31CE}"/>
              </a:ext>
            </a:extLst>
          </p:cNvPr>
          <p:cNvSpPr/>
          <p:nvPr userDrawn="1"/>
        </p:nvSpPr>
        <p:spPr>
          <a:xfrm>
            <a:off x="9219036" y="1030216"/>
            <a:ext cx="1541048" cy="1672295"/>
          </a:xfrm>
          <a:custGeom>
            <a:avLst/>
            <a:gdLst>
              <a:gd name="csX0" fmla="*/ 410966 w 728621"/>
              <a:gd name="csY0" fmla="*/ 26515 h 790881"/>
              <a:gd name="csX1" fmla="*/ 534150 w 728621"/>
              <a:gd name="csY1" fmla="*/ 92176 h 790881"/>
              <a:gd name="csX2" fmla="*/ 534150 w 728621"/>
              <a:gd name="csY2" fmla="*/ 93269 h 790881"/>
              <a:gd name="csX3" fmla="*/ 726841 w 728621"/>
              <a:gd name="csY3" fmla="*/ 197710 h 790881"/>
              <a:gd name="csX4" fmla="*/ 726841 w 728621"/>
              <a:gd name="csY4" fmla="*/ 394004 h 790881"/>
              <a:gd name="csX5" fmla="*/ 728622 w 728621"/>
              <a:gd name="csY5" fmla="*/ 395016 h 790881"/>
              <a:gd name="csX6" fmla="*/ 726841 w 728621"/>
              <a:gd name="csY6" fmla="*/ 493183 h 790881"/>
              <a:gd name="csX7" fmla="*/ 726841 w 728621"/>
              <a:gd name="csY7" fmla="*/ 593131 h 790881"/>
              <a:gd name="csX8" fmla="*/ 690934 w 728621"/>
              <a:gd name="csY8" fmla="*/ 612603 h 790881"/>
              <a:gd name="csX9" fmla="*/ 563661 w 728621"/>
              <a:gd name="csY9" fmla="*/ 689193 h 790881"/>
              <a:gd name="csX10" fmla="*/ 554148 w 728621"/>
              <a:gd name="csY10" fmla="*/ 686764 h 790881"/>
              <a:gd name="csX11" fmla="*/ 362024 w 728621"/>
              <a:gd name="csY11" fmla="*/ 790882 h 790881"/>
              <a:gd name="csX12" fmla="*/ 178199 w 728621"/>
              <a:gd name="csY12" fmla="*/ 690165 h 790881"/>
              <a:gd name="csX13" fmla="*/ 168280 w 728621"/>
              <a:gd name="csY13" fmla="*/ 691582 h 790881"/>
              <a:gd name="csX14" fmla="*/ 37040 w 728621"/>
              <a:gd name="csY14" fmla="*/ 612805 h 790881"/>
              <a:gd name="csX15" fmla="*/ 1174 w 728621"/>
              <a:gd name="csY15" fmla="*/ 593172 h 790881"/>
              <a:gd name="csX16" fmla="*/ 1174 w 728621"/>
              <a:gd name="csY16" fmla="*/ 460150 h 790881"/>
              <a:gd name="csX17" fmla="*/ 0 w 728621"/>
              <a:gd name="csY17" fmla="*/ 395664 h 790881"/>
              <a:gd name="csX18" fmla="*/ 1174 w 728621"/>
              <a:gd name="csY18" fmla="*/ 394976 h 790881"/>
              <a:gd name="csX19" fmla="*/ 1174 w 728621"/>
              <a:gd name="csY19" fmla="*/ 197710 h 790881"/>
              <a:gd name="csX20" fmla="*/ 189088 w 728621"/>
              <a:gd name="csY20" fmla="*/ 94767 h 790881"/>
              <a:gd name="csX21" fmla="*/ 189088 w 728621"/>
              <a:gd name="csY21" fmla="*/ 92176 h 790881"/>
              <a:gd name="csX22" fmla="*/ 348422 w 728621"/>
              <a:gd name="csY22" fmla="*/ 7449 h 790881"/>
              <a:gd name="csX23" fmla="*/ 362024 w 728621"/>
              <a:gd name="csY23" fmla="*/ 0 h 790881"/>
              <a:gd name="csX24" fmla="*/ 410966 w 728621"/>
              <a:gd name="csY24" fmla="*/ 26515 h 790881"/>
              <a:gd name="csX25" fmla="*/ 450435 w 728621"/>
              <a:gd name="csY25" fmla="*/ 353523 h 790881"/>
              <a:gd name="csX26" fmla="*/ 449909 w 728621"/>
              <a:gd name="csY26" fmla="*/ 353847 h 790881"/>
              <a:gd name="csX27" fmla="*/ 464563 w 728621"/>
              <a:gd name="csY27" fmla="*/ 346722 h 790881"/>
              <a:gd name="csX28" fmla="*/ 390725 w 728621"/>
              <a:gd name="csY28" fmla="*/ 404974 h 790881"/>
              <a:gd name="csX29" fmla="*/ 379593 w 728621"/>
              <a:gd name="csY29" fmla="*/ 426065 h 790881"/>
              <a:gd name="csX30" fmla="*/ 367084 w 728621"/>
              <a:gd name="csY30" fmla="*/ 485937 h 790881"/>
              <a:gd name="csX31" fmla="*/ 367084 w 728621"/>
              <a:gd name="csY31" fmla="*/ 783514 h 790881"/>
              <a:gd name="csX32" fmla="*/ 548359 w 728621"/>
              <a:gd name="csY32" fmla="*/ 685266 h 790881"/>
              <a:gd name="csX33" fmla="*/ 547995 w 728621"/>
              <a:gd name="csY33" fmla="*/ 685186 h 790881"/>
              <a:gd name="csX34" fmla="*/ 551273 w 728621"/>
              <a:gd name="csY34" fmla="*/ 670369 h 790881"/>
              <a:gd name="csX35" fmla="*/ 679154 w 728621"/>
              <a:gd name="csY35" fmla="*/ 573538 h 790881"/>
              <a:gd name="csX36" fmla="*/ 686117 w 728621"/>
              <a:gd name="csY36" fmla="*/ 561434 h 790881"/>
              <a:gd name="csX37" fmla="*/ 715830 w 728621"/>
              <a:gd name="csY37" fmla="*/ 398416 h 790881"/>
              <a:gd name="csX38" fmla="*/ 720485 w 728621"/>
              <a:gd name="csY38" fmla="*/ 390361 h 790881"/>
              <a:gd name="csX39" fmla="*/ 722752 w 728621"/>
              <a:gd name="csY39" fmla="*/ 391656 h 790881"/>
              <a:gd name="csX40" fmla="*/ 722752 w 728621"/>
              <a:gd name="csY40" fmla="*/ 202852 h 790881"/>
              <a:gd name="csX41" fmla="*/ 450354 w 728621"/>
              <a:gd name="csY41" fmla="*/ 353523 h 790881"/>
              <a:gd name="csX42" fmla="*/ 5222 w 728621"/>
              <a:gd name="csY42" fmla="*/ 392628 h 790881"/>
              <a:gd name="csX43" fmla="*/ 8096 w 728621"/>
              <a:gd name="csY43" fmla="*/ 390968 h 790881"/>
              <a:gd name="csX44" fmla="*/ 12751 w 728621"/>
              <a:gd name="csY44" fmla="*/ 399024 h 790881"/>
              <a:gd name="csX45" fmla="*/ 42465 w 728621"/>
              <a:gd name="csY45" fmla="*/ 562042 h 790881"/>
              <a:gd name="csX46" fmla="*/ 49468 w 728621"/>
              <a:gd name="csY46" fmla="*/ 574145 h 790881"/>
              <a:gd name="csX47" fmla="*/ 179048 w 728621"/>
              <a:gd name="csY47" fmla="*/ 677535 h 790881"/>
              <a:gd name="csX48" fmla="*/ 180223 w 728621"/>
              <a:gd name="csY48" fmla="*/ 686562 h 790881"/>
              <a:gd name="csX49" fmla="*/ 357004 w 728621"/>
              <a:gd name="csY49" fmla="*/ 783433 h 790881"/>
              <a:gd name="csX50" fmla="*/ 357004 w 728621"/>
              <a:gd name="csY50" fmla="*/ 489459 h 790881"/>
              <a:gd name="csX51" fmla="*/ 343766 w 728621"/>
              <a:gd name="csY51" fmla="*/ 426025 h 790881"/>
              <a:gd name="csX52" fmla="*/ 332634 w 728621"/>
              <a:gd name="csY52" fmla="*/ 404934 h 790881"/>
              <a:gd name="csX53" fmla="*/ 258311 w 728621"/>
              <a:gd name="csY53" fmla="*/ 343079 h 790881"/>
              <a:gd name="csX54" fmla="*/ 268026 w 728621"/>
              <a:gd name="csY54" fmla="*/ 348139 h 790881"/>
              <a:gd name="csX55" fmla="*/ 5222 w 728621"/>
              <a:gd name="csY55" fmla="*/ 202811 h 790881"/>
              <a:gd name="csX56" fmla="*/ 5222 w 728621"/>
              <a:gd name="csY56" fmla="*/ 392587 h 790881"/>
              <a:gd name="csX57" fmla="*/ 198399 w 728621"/>
              <a:gd name="csY57" fmla="*/ 101487 h 790881"/>
              <a:gd name="csX58" fmla="*/ 189088 w 728621"/>
              <a:gd name="csY58" fmla="*/ 101487 h 790881"/>
              <a:gd name="csX59" fmla="*/ 189088 w 728621"/>
              <a:gd name="csY59" fmla="*/ 99381 h 790881"/>
              <a:gd name="csX60" fmla="*/ 6922 w 728621"/>
              <a:gd name="csY60" fmla="*/ 199168 h 790881"/>
              <a:gd name="csX61" fmla="*/ 270455 w 728621"/>
              <a:gd name="csY61" fmla="*/ 344900 h 790881"/>
              <a:gd name="csX62" fmla="*/ 347572 w 728621"/>
              <a:gd name="csY62" fmla="*/ 369594 h 790881"/>
              <a:gd name="csX63" fmla="*/ 377002 w 728621"/>
              <a:gd name="csY63" fmla="*/ 369594 h 790881"/>
              <a:gd name="csX64" fmla="*/ 451244 w 728621"/>
              <a:gd name="csY64" fmla="*/ 348463 h 790881"/>
              <a:gd name="csX65" fmla="*/ 721052 w 728621"/>
              <a:gd name="csY65" fmla="*/ 199208 h 790881"/>
              <a:gd name="csX66" fmla="*/ 534109 w 728621"/>
              <a:gd name="csY66" fmla="*/ 97924 h 790881"/>
              <a:gd name="csX67" fmla="*/ 534109 w 728621"/>
              <a:gd name="csY67" fmla="*/ 101527 h 790881"/>
              <a:gd name="csX68" fmla="*/ 524799 w 728621"/>
              <a:gd name="csY68" fmla="*/ 101527 h 790881"/>
              <a:gd name="csX69" fmla="*/ 368784 w 728621"/>
              <a:gd name="csY69" fmla="*/ 45744 h 790881"/>
              <a:gd name="csX70" fmla="*/ 354818 w 728621"/>
              <a:gd name="csY70" fmla="*/ 45744 h 790881"/>
              <a:gd name="csX71" fmla="*/ 198399 w 728621"/>
              <a:gd name="csY71" fmla="*/ 101527 h 7908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728621" h="790881">
                <a:moveTo>
                  <a:pt x="410966" y="26515"/>
                </a:moveTo>
                <a:lnTo>
                  <a:pt x="534150" y="92176"/>
                </a:lnTo>
                <a:lnTo>
                  <a:pt x="534150" y="93269"/>
                </a:lnTo>
                <a:lnTo>
                  <a:pt x="726841" y="197710"/>
                </a:lnTo>
                <a:lnTo>
                  <a:pt x="726841" y="394004"/>
                </a:lnTo>
                <a:lnTo>
                  <a:pt x="728622" y="395016"/>
                </a:lnTo>
                <a:lnTo>
                  <a:pt x="726841" y="493183"/>
                </a:lnTo>
                <a:lnTo>
                  <a:pt x="726841" y="593131"/>
                </a:lnTo>
                <a:lnTo>
                  <a:pt x="690934" y="612603"/>
                </a:lnTo>
                <a:lnTo>
                  <a:pt x="563661" y="689193"/>
                </a:lnTo>
                <a:lnTo>
                  <a:pt x="554148" y="686764"/>
                </a:lnTo>
                <a:lnTo>
                  <a:pt x="362024" y="790882"/>
                </a:lnTo>
                <a:lnTo>
                  <a:pt x="178199" y="690165"/>
                </a:lnTo>
                <a:lnTo>
                  <a:pt x="168280" y="691582"/>
                </a:lnTo>
                <a:lnTo>
                  <a:pt x="37040" y="612805"/>
                </a:lnTo>
                <a:lnTo>
                  <a:pt x="1174" y="593172"/>
                </a:lnTo>
                <a:lnTo>
                  <a:pt x="1174" y="460150"/>
                </a:lnTo>
                <a:lnTo>
                  <a:pt x="0" y="395664"/>
                </a:lnTo>
                <a:lnTo>
                  <a:pt x="1174" y="394976"/>
                </a:lnTo>
                <a:lnTo>
                  <a:pt x="1174" y="197710"/>
                </a:lnTo>
                <a:lnTo>
                  <a:pt x="189088" y="94767"/>
                </a:lnTo>
                <a:lnTo>
                  <a:pt x="189088" y="92176"/>
                </a:lnTo>
                <a:lnTo>
                  <a:pt x="348422" y="7449"/>
                </a:lnTo>
                <a:lnTo>
                  <a:pt x="362024" y="0"/>
                </a:lnTo>
                <a:lnTo>
                  <a:pt x="410966" y="26515"/>
                </a:lnTo>
                <a:close/>
                <a:moveTo>
                  <a:pt x="450435" y="353523"/>
                </a:moveTo>
                <a:lnTo>
                  <a:pt x="449909" y="353847"/>
                </a:lnTo>
                <a:lnTo>
                  <a:pt x="464563" y="346722"/>
                </a:lnTo>
                <a:lnTo>
                  <a:pt x="390725" y="404974"/>
                </a:lnTo>
                <a:lnTo>
                  <a:pt x="379593" y="426065"/>
                </a:lnTo>
                <a:lnTo>
                  <a:pt x="367084" y="485937"/>
                </a:lnTo>
                <a:lnTo>
                  <a:pt x="367084" y="783514"/>
                </a:lnTo>
                <a:lnTo>
                  <a:pt x="548359" y="685266"/>
                </a:lnTo>
                <a:lnTo>
                  <a:pt x="547995" y="685186"/>
                </a:lnTo>
                <a:lnTo>
                  <a:pt x="551273" y="670369"/>
                </a:lnTo>
                <a:lnTo>
                  <a:pt x="679154" y="573538"/>
                </a:lnTo>
                <a:lnTo>
                  <a:pt x="686117" y="561434"/>
                </a:lnTo>
                <a:lnTo>
                  <a:pt x="715830" y="398416"/>
                </a:lnTo>
                <a:lnTo>
                  <a:pt x="720485" y="390361"/>
                </a:lnTo>
                <a:lnTo>
                  <a:pt x="722752" y="391656"/>
                </a:lnTo>
                <a:lnTo>
                  <a:pt x="722752" y="202852"/>
                </a:lnTo>
                <a:lnTo>
                  <a:pt x="450354" y="353523"/>
                </a:lnTo>
                <a:close/>
                <a:moveTo>
                  <a:pt x="5222" y="392628"/>
                </a:moveTo>
                <a:lnTo>
                  <a:pt x="8096" y="390968"/>
                </a:lnTo>
                <a:lnTo>
                  <a:pt x="12751" y="399024"/>
                </a:lnTo>
                <a:lnTo>
                  <a:pt x="42465" y="562042"/>
                </a:lnTo>
                <a:lnTo>
                  <a:pt x="49468" y="574145"/>
                </a:lnTo>
                <a:lnTo>
                  <a:pt x="179048" y="677535"/>
                </a:lnTo>
                <a:lnTo>
                  <a:pt x="180223" y="686562"/>
                </a:lnTo>
                <a:lnTo>
                  <a:pt x="357004" y="783433"/>
                </a:lnTo>
                <a:lnTo>
                  <a:pt x="357004" y="489459"/>
                </a:lnTo>
                <a:lnTo>
                  <a:pt x="343766" y="426025"/>
                </a:lnTo>
                <a:lnTo>
                  <a:pt x="332634" y="404934"/>
                </a:lnTo>
                <a:lnTo>
                  <a:pt x="258311" y="343079"/>
                </a:lnTo>
                <a:lnTo>
                  <a:pt x="268026" y="348139"/>
                </a:lnTo>
                <a:lnTo>
                  <a:pt x="5222" y="202811"/>
                </a:lnTo>
                <a:lnTo>
                  <a:pt x="5222" y="392587"/>
                </a:lnTo>
                <a:close/>
                <a:moveTo>
                  <a:pt x="198399" y="101487"/>
                </a:moveTo>
                <a:lnTo>
                  <a:pt x="189088" y="101487"/>
                </a:lnTo>
                <a:lnTo>
                  <a:pt x="189088" y="99381"/>
                </a:lnTo>
                <a:lnTo>
                  <a:pt x="6922" y="199168"/>
                </a:lnTo>
                <a:lnTo>
                  <a:pt x="270455" y="344900"/>
                </a:lnTo>
                <a:lnTo>
                  <a:pt x="347572" y="369594"/>
                </a:lnTo>
                <a:lnTo>
                  <a:pt x="377002" y="369594"/>
                </a:lnTo>
                <a:lnTo>
                  <a:pt x="451244" y="348463"/>
                </a:lnTo>
                <a:lnTo>
                  <a:pt x="721052" y="199208"/>
                </a:lnTo>
                <a:lnTo>
                  <a:pt x="534109" y="97924"/>
                </a:lnTo>
                <a:lnTo>
                  <a:pt x="534109" y="101527"/>
                </a:lnTo>
                <a:lnTo>
                  <a:pt x="524799" y="101527"/>
                </a:lnTo>
                <a:lnTo>
                  <a:pt x="368784" y="45744"/>
                </a:lnTo>
                <a:lnTo>
                  <a:pt x="354818" y="45744"/>
                </a:lnTo>
                <a:lnTo>
                  <a:pt x="198399" y="101527"/>
                </a:lnTo>
                <a:close/>
              </a:path>
            </a:pathLst>
          </a:custGeom>
          <a:solidFill>
            <a:schemeClr val="tx1"/>
          </a:solidFill>
          <a:ln w="4048" cap="flat">
            <a:noFill/>
            <a:prstDash val="solid"/>
            <a:miter/>
          </a:ln>
        </p:spPr>
        <p:txBody>
          <a:bodyPr/>
          <a:lstStyle/>
          <a:p>
            <a:endParaRPr lang="en-US" sz="1801" b="0" i="0">
              <a:latin typeface="+mn-lt"/>
            </a:endParaRPr>
          </a:p>
        </p:txBody>
      </p:sp>
      <p:sp>
        <p:nvSpPr>
          <p:cNvPr id="30" name="Large icon-6">
            <a:extLst>
              <a:ext uri="{FF2B5EF4-FFF2-40B4-BE49-F238E27FC236}">
                <a16:creationId xmlns:a16="http://schemas.microsoft.com/office/drawing/2014/main" id="{7DF9429C-F441-5159-8559-87E6F5858768}"/>
              </a:ext>
            </a:extLst>
          </p:cNvPr>
          <p:cNvSpPr/>
          <p:nvPr userDrawn="1"/>
        </p:nvSpPr>
        <p:spPr>
          <a:xfrm>
            <a:off x="6416641" y="4859845"/>
            <a:ext cx="1421354" cy="1420813"/>
          </a:xfrm>
          <a:custGeom>
            <a:avLst/>
            <a:gdLst>
              <a:gd name="csX0" fmla="*/ 336116 w 672029"/>
              <a:gd name="csY0" fmla="*/ 162 h 671948"/>
              <a:gd name="csX1" fmla="*/ 369715 w 672029"/>
              <a:gd name="csY1" fmla="*/ 33761 h 671948"/>
              <a:gd name="csX2" fmla="*/ 338140 w 672029"/>
              <a:gd name="csY2" fmla="*/ 67280 h 671948"/>
              <a:gd name="csX3" fmla="*/ 338140 w 672029"/>
              <a:gd name="csY3" fmla="*/ 270941 h 671948"/>
              <a:gd name="csX4" fmla="*/ 338788 w 672029"/>
              <a:gd name="csY4" fmla="*/ 271589 h 671948"/>
              <a:gd name="csX5" fmla="*/ 345993 w 672029"/>
              <a:gd name="csY5" fmla="*/ 312151 h 671948"/>
              <a:gd name="csX6" fmla="*/ 379795 w 672029"/>
              <a:gd name="csY6" fmla="*/ 288550 h 671948"/>
              <a:gd name="csX7" fmla="*/ 380726 w 672029"/>
              <a:gd name="csY7" fmla="*/ 288550 h 671948"/>
              <a:gd name="csX8" fmla="*/ 524718 w 672029"/>
              <a:gd name="csY8" fmla="*/ 144559 h 671948"/>
              <a:gd name="csX9" fmla="*/ 516258 w 672029"/>
              <a:gd name="csY9" fmla="*/ 122294 h 671948"/>
              <a:gd name="csX10" fmla="*/ 549857 w 672029"/>
              <a:gd name="csY10" fmla="*/ 88694 h 671948"/>
              <a:gd name="csX11" fmla="*/ 583456 w 672029"/>
              <a:gd name="csY11" fmla="*/ 122294 h 671948"/>
              <a:gd name="csX12" fmla="*/ 549857 w 672029"/>
              <a:gd name="csY12" fmla="*/ 155893 h 671948"/>
              <a:gd name="csX13" fmla="*/ 527592 w 672029"/>
              <a:gd name="csY13" fmla="*/ 147433 h 671948"/>
              <a:gd name="csX14" fmla="*/ 383600 w 672029"/>
              <a:gd name="csY14" fmla="*/ 291424 h 671948"/>
              <a:gd name="csX15" fmla="*/ 383600 w 672029"/>
              <a:gd name="csY15" fmla="*/ 292355 h 671948"/>
              <a:gd name="csX16" fmla="*/ 360000 w 672029"/>
              <a:gd name="csY16" fmla="*/ 326157 h 671948"/>
              <a:gd name="csX17" fmla="*/ 400562 w 672029"/>
              <a:gd name="csY17" fmla="*/ 333363 h 671948"/>
              <a:gd name="csX18" fmla="*/ 401250 w 672029"/>
              <a:gd name="csY18" fmla="*/ 334011 h 671948"/>
              <a:gd name="csX19" fmla="*/ 604911 w 672029"/>
              <a:gd name="csY19" fmla="*/ 334011 h 671948"/>
              <a:gd name="csX20" fmla="*/ 638430 w 672029"/>
              <a:gd name="csY20" fmla="*/ 302435 h 671948"/>
              <a:gd name="csX21" fmla="*/ 672029 w 672029"/>
              <a:gd name="csY21" fmla="*/ 336035 h 671948"/>
              <a:gd name="csX22" fmla="*/ 638430 w 672029"/>
              <a:gd name="csY22" fmla="*/ 369634 h 671948"/>
              <a:gd name="csX23" fmla="*/ 604911 w 672029"/>
              <a:gd name="csY23" fmla="*/ 338059 h 671948"/>
              <a:gd name="csX24" fmla="*/ 401250 w 672029"/>
              <a:gd name="csY24" fmla="*/ 338059 h 671948"/>
              <a:gd name="csX25" fmla="*/ 400562 w 672029"/>
              <a:gd name="csY25" fmla="*/ 338706 h 671948"/>
              <a:gd name="csX26" fmla="*/ 360000 w 672029"/>
              <a:gd name="csY26" fmla="*/ 345912 h 671948"/>
              <a:gd name="csX27" fmla="*/ 383560 w 672029"/>
              <a:gd name="csY27" fmla="*/ 379714 h 671948"/>
              <a:gd name="csX28" fmla="*/ 383560 w 672029"/>
              <a:gd name="csY28" fmla="*/ 380686 h 671948"/>
              <a:gd name="csX29" fmla="*/ 527552 w 672029"/>
              <a:gd name="csY29" fmla="*/ 524677 h 671948"/>
              <a:gd name="csX30" fmla="*/ 549816 w 672029"/>
              <a:gd name="csY30" fmla="*/ 516217 h 671948"/>
              <a:gd name="csX31" fmla="*/ 583416 w 672029"/>
              <a:gd name="csY31" fmla="*/ 549816 h 671948"/>
              <a:gd name="csX32" fmla="*/ 549816 w 672029"/>
              <a:gd name="csY32" fmla="*/ 583416 h 671948"/>
              <a:gd name="csX33" fmla="*/ 516217 w 672029"/>
              <a:gd name="csY33" fmla="*/ 549816 h 671948"/>
              <a:gd name="csX34" fmla="*/ 524677 w 672029"/>
              <a:gd name="csY34" fmla="*/ 527552 h 671948"/>
              <a:gd name="csX35" fmla="*/ 380645 w 672029"/>
              <a:gd name="csY35" fmla="*/ 383519 h 671948"/>
              <a:gd name="csX36" fmla="*/ 379714 w 672029"/>
              <a:gd name="csY36" fmla="*/ 383519 h 671948"/>
              <a:gd name="csX37" fmla="*/ 345912 w 672029"/>
              <a:gd name="csY37" fmla="*/ 359919 h 671948"/>
              <a:gd name="csX38" fmla="*/ 338666 w 672029"/>
              <a:gd name="csY38" fmla="*/ 400521 h 671948"/>
              <a:gd name="csX39" fmla="*/ 338018 w 672029"/>
              <a:gd name="csY39" fmla="*/ 401169 h 671948"/>
              <a:gd name="csX40" fmla="*/ 338018 w 672029"/>
              <a:gd name="csY40" fmla="*/ 604830 h 671948"/>
              <a:gd name="csX41" fmla="*/ 369594 w 672029"/>
              <a:gd name="csY41" fmla="*/ 638349 h 671948"/>
              <a:gd name="csX42" fmla="*/ 335994 w 672029"/>
              <a:gd name="csY42" fmla="*/ 671948 h 671948"/>
              <a:gd name="csX43" fmla="*/ 302395 w 672029"/>
              <a:gd name="csY43" fmla="*/ 638349 h 671948"/>
              <a:gd name="csX44" fmla="*/ 333970 w 672029"/>
              <a:gd name="csY44" fmla="*/ 604830 h 671948"/>
              <a:gd name="csX45" fmla="*/ 333970 w 672029"/>
              <a:gd name="csY45" fmla="*/ 401169 h 671948"/>
              <a:gd name="csX46" fmla="*/ 333282 w 672029"/>
              <a:gd name="csY46" fmla="*/ 400521 h 671948"/>
              <a:gd name="csX47" fmla="*/ 326036 w 672029"/>
              <a:gd name="csY47" fmla="*/ 359959 h 671948"/>
              <a:gd name="csX48" fmla="*/ 292234 w 672029"/>
              <a:gd name="csY48" fmla="*/ 383519 h 671948"/>
              <a:gd name="csX49" fmla="*/ 291303 w 672029"/>
              <a:gd name="csY49" fmla="*/ 383519 h 671948"/>
              <a:gd name="csX50" fmla="*/ 147271 w 672029"/>
              <a:gd name="csY50" fmla="*/ 527552 h 671948"/>
              <a:gd name="csX51" fmla="*/ 155732 w 672029"/>
              <a:gd name="csY51" fmla="*/ 549816 h 671948"/>
              <a:gd name="csX52" fmla="*/ 122132 w 672029"/>
              <a:gd name="csY52" fmla="*/ 583416 h 671948"/>
              <a:gd name="csX53" fmla="*/ 88532 w 672029"/>
              <a:gd name="csY53" fmla="*/ 549816 h 671948"/>
              <a:gd name="csX54" fmla="*/ 122132 w 672029"/>
              <a:gd name="csY54" fmla="*/ 516217 h 671948"/>
              <a:gd name="csX55" fmla="*/ 144397 w 672029"/>
              <a:gd name="csY55" fmla="*/ 524677 h 671948"/>
              <a:gd name="csX56" fmla="*/ 288429 w 672029"/>
              <a:gd name="csY56" fmla="*/ 380645 h 671948"/>
              <a:gd name="csX57" fmla="*/ 288429 w 672029"/>
              <a:gd name="csY57" fmla="*/ 379714 h 671948"/>
              <a:gd name="csX58" fmla="*/ 311989 w 672029"/>
              <a:gd name="csY58" fmla="*/ 345912 h 671948"/>
              <a:gd name="csX59" fmla="*/ 271427 w 672029"/>
              <a:gd name="csY59" fmla="*/ 338706 h 671948"/>
              <a:gd name="csX60" fmla="*/ 270779 w 672029"/>
              <a:gd name="csY60" fmla="*/ 338059 h 671948"/>
              <a:gd name="csX61" fmla="*/ 67118 w 672029"/>
              <a:gd name="csY61" fmla="*/ 338059 h 671948"/>
              <a:gd name="csX62" fmla="*/ 33599 w 672029"/>
              <a:gd name="csY62" fmla="*/ 369634 h 671948"/>
              <a:gd name="csX63" fmla="*/ 0 w 672029"/>
              <a:gd name="csY63" fmla="*/ 336035 h 671948"/>
              <a:gd name="csX64" fmla="*/ 33599 w 672029"/>
              <a:gd name="csY64" fmla="*/ 302435 h 671948"/>
              <a:gd name="csX65" fmla="*/ 67118 w 672029"/>
              <a:gd name="csY65" fmla="*/ 334011 h 671948"/>
              <a:gd name="csX66" fmla="*/ 270779 w 672029"/>
              <a:gd name="csY66" fmla="*/ 334011 h 671948"/>
              <a:gd name="csX67" fmla="*/ 271427 w 672029"/>
              <a:gd name="csY67" fmla="*/ 333363 h 671948"/>
              <a:gd name="csX68" fmla="*/ 311989 w 672029"/>
              <a:gd name="csY68" fmla="*/ 326117 h 671948"/>
              <a:gd name="csX69" fmla="*/ 288388 w 672029"/>
              <a:gd name="csY69" fmla="*/ 292315 h 671948"/>
              <a:gd name="csX70" fmla="*/ 288388 w 672029"/>
              <a:gd name="csY70" fmla="*/ 291384 h 671948"/>
              <a:gd name="csX71" fmla="*/ 144356 w 672029"/>
              <a:gd name="csY71" fmla="*/ 147352 h 671948"/>
              <a:gd name="csX72" fmla="*/ 122092 w 672029"/>
              <a:gd name="csY72" fmla="*/ 155812 h 671948"/>
              <a:gd name="csX73" fmla="*/ 88492 w 672029"/>
              <a:gd name="csY73" fmla="*/ 122213 h 671948"/>
              <a:gd name="csX74" fmla="*/ 122092 w 672029"/>
              <a:gd name="csY74" fmla="*/ 88613 h 671948"/>
              <a:gd name="csX75" fmla="*/ 155691 w 672029"/>
              <a:gd name="csY75" fmla="*/ 122213 h 671948"/>
              <a:gd name="csX76" fmla="*/ 147230 w 672029"/>
              <a:gd name="csY76" fmla="*/ 144478 h 671948"/>
              <a:gd name="csX77" fmla="*/ 291222 w 672029"/>
              <a:gd name="csY77" fmla="*/ 288469 h 671948"/>
              <a:gd name="csX78" fmla="*/ 292194 w 672029"/>
              <a:gd name="csY78" fmla="*/ 288469 h 671948"/>
              <a:gd name="csX79" fmla="*/ 325996 w 672029"/>
              <a:gd name="csY79" fmla="*/ 312029 h 671948"/>
              <a:gd name="csX80" fmla="*/ 333201 w 672029"/>
              <a:gd name="csY80" fmla="*/ 271467 h 671948"/>
              <a:gd name="csX81" fmla="*/ 333889 w 672029"/>
              <a:gd name="csY81" fmla="*/ 270779 h 671948"/>
              <a:gd name="csX82" fmla="*/ 333889 w 672029"/>
              <a:gd name="csY82" fmla="*/ 67118 h 671948"/>
              <a:gd name="csX83" fmla="*/ 302314 w 672029"/>
              <a:gd name="csY83" fmla="*/ 33599 h 671948"/>
              <a:gd name="csX84" fmla="*/ 335913 w 672029"/>
              <a:gd name="csY84" fmla="*/ 0 h 6719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Lst>
            <a:rect l="l" t="t" r="r" b="b"/>
            <a:pathLst>
              <a:path w="672029" h="671948">
                <a:moveTo>
                  <a:pt x="336116" y="162"/>
                </a:moveTo>
                <a:cubicBezTo>
                  <a:pt x="354656" y="162"/>
                  <a:pt x="369715" y="15180"/>
                  <a:pt x="369715" y="33761"/>
                </a:cubicBezTo>
                <a:cubicBezTo>
                  <a:pt x="369715" y="52342"/>
                  <a:pt x="355749" y="66227"/>
                  <a:pt x="338140" y="67280"/>
                </a:cubicBezTo>
                <a:lnTo>
                  <a:pt x="338140" y="270941"/>
                </a:lnTo>
                <a:lnTo>
                  <a:pt x="338788" y="271589"/>
                </a:lnTo>
                <a:lnTo>
                  <a:pt x="345993" y="312151"/>
                </a:lnTo>
                <a:lnTo>
                  <a:pt x="379795" y="288550"/>
                </a:lnTo>
                <a:lnTo>
                  <a:pt x="380726" y="288550"/>
                </a:lnTo>
                <a:lnTo>
                  <a:pt x="524718" y="144559"/>
                </a:lnTo>
                <a:cubicBezTo>
                  <a:pt x="519455" y="138648"/>
                  <a:pt x="516258" y="130835"/>
                  <a:pt x="516258" y="122294"/>
                </a:cubicBezTo>
                <a:cubicBezTo>
                  <a:pt x="516258" y="103753"/>
                  <a:pt x="531316" y="88694"/>
                  <a:pt x="549857" y="88694"/>
                </a:cubicBezTo>
                <a:cubicBezTo>
                  <a:pt x="568397" y="88694"/>
                  <a:pt x="583456" y="103713"/>
                  <a:pt x="583456" y="122294"/>
                </a:cubicBezTo>
                <a:cubicBezTo>
                  <a:pt x="583456" y="140875"/>
                  <a:pt x="568438" y="155893"/>
                  <a:pt x="549857" y="155893"/>
                </a:cubicBezTo>
                <a:cubicBezTo>
                  <a:pt x="541315" y="155893"/>
                  <a:pt x="533503" y="152695"/>
                  <a:pt x="527592" y="147433"/>
                </a:cubicBezTo>
                <a:lnTo>
                  <a:pt x="383600" y="291424"/>
                </a:lnTo>
                <a:lnTo>
                  <a:pt x="383600" y="292355"/>
                </a:lnTo>
                <a:lnTo>
                  <a:pt x="360000" y="326157"/>
                </a:lnTo>
                <a:lnTo>
                  <a:pt x="400562" y="333363"/>
                </a:lnTo>
                <a:lnTo>
                  <a:pt x="401250" y="334011"/>
                </a:lnTo>
                <a:lnTo>
                  <a:pt x="604911" y="334011"/>
                </a:lnTo>
                <a:cubicBezTo>
                  <a:pt x="605964" y="316401"/>
                  <a:pt x="620578" y="302435"/>
                  <a:pt x="638430" y="302435"/>
                </a:cubicBezTo>
                <a:cubicBezTo>
                  <a:pt x="656282" y="302435"/>
                  <a:pt x="672029" y="317494"/>
                  <a:pt x="672029" y="336035"/>
                </a:cubicBezTo>
                <a:cubicBezTo>
                  <a:pt x="672029" y="354575"/>
                  <a:pt x="657011" y="369634"/>
                  <a:pt x="638430" y="369634"/>
                </a:cubicBezTo>
                <a:cubicBezTo>
                  <a:pt x="619849" y="369634"/>
                  <a:pt x="605964" y="355668"/>
                  <a:pt x="604911" y="338059"/>
                </a:cubicBezTo>
                <a:lnTo>
                  <a:pt x="401250" y="338059"/>
                </a:lnTo>
                <a:lnTo>
                  <a:pt x="400562" y="338706"/>
                </a:lnTo>
                <a:lnTo>
                  <a:pt x="360000" y="345912"/>
                </a:lnTo>
                <a:lnTo>
                  <a:pt x="383560" y="379714"/>
                </a:lnTo>
                <a:lnTo>
                  <a:pt x="383560" y="380686"/>
                </a:lnTo>
                <a:lnTo>
                  <a:pt x="527552" y="524677"/>
                </a:lnTo>
                <a:cubicBezTo>
                  <a:pt x="533462" y="519415"/>
                  <a:pt x="541275" y="516217"/>
                  <a:pt x="549816" y="516217"/>
                </a:cubicBezTo>
                <a:cubicBezTo>
                  <a:pt x="568357" y="516217"/>
                  <a:pt x="583416" y="531235"/>
                  <a:pt x="583416" y="549816"/>
                </a:cubicBezTo>
                <a:cubicBezTo>
                  <a:pt x="583416" y="568397"/>
                  <a:pt x="568397" y="583416"/>
                  <a:pt x="549816" y="583416"/>
                </a:cubicBezTo>
                <a:cubicBezTo>
                  <a:pt x="531235" y="583416"/>
                  <a:pt x="516217" y="568397"/>
                  <a:pt x="516217" y="549816"/>
                </a:cubicBezTo>
                <a:cubicBezTo>
                  <a:pt x="516217" y="541275"/>
                  <a:pt x="519415" y="533462"/>
                  <a:pt x="524677" y="527552"/>
                </a:cubicBezTo>
                <a:lnTo>
                  <a:pt x="380645" y="383519"/>
                </a:lnTo>
                <a:lnTo>
                  <a:pt x="379714" y="383519"/>
                </a:lnTo>
                <a:lnTo>
                  <a:pt x="345912" y="359919"/>
                </a:lnTo>
                <a:lnTo>
                  <a:pt x="338666" y="400521"/>
                </a:lnTo>
                <a:lnTo>
                  <a:pt x="338018" y="401169"/>
                </a:lnTo>
                <a:lnTo>
                  <a:pt x="338018" y="604830"/>
                </a:lnTo>
                <a:cubicBezTo>
                  <a:pt x="355628" y="605883"/>
                  <a:pt x="369594" y="620497"/>
                  <a:pt x="369594" y="638349"/>
                </a:cubicBezTo>
                <a:cubicBezTo>
                  <a:pt x="369594" y="656201"/>
                  <a:pt x="354535" y="671948"/>
                  <a:pt x="335994" y="671948"/>
                </a:cubicBezTo>
                <a:cubicBezTo>
                  <a:pt x="317454" y="671948"/>
                  <a:pt x="302395" y="656930"/>
                  <a:pt x="302395" y="638349"/>
                </a:cubicBezTo>
                <a:cubicBezTo>
                  <a:pt x="302395" y="619768"/>
                  <a:pt x="316361" y="605883"/>
                  <a:pt x="333970" y="604830"/>
                </a:cubicBezTo>
                <a:lnTo>
                  <a:pt x="333970" y="401169"/>
                </a:lnTo>
                <a:lnTo>
                  <a:pt x="333282" y="400521"/>
                </a:lnTo>
                <a:lnTo>
                  <a:pt x="326036" y="359959"/>
                </a:lnTo>
                <a:lnTo>
                  <a:pt x="292234" y="383519"/>
                </a:lnTo>
                <a:lnTo>
                  <a:pt x="291303" y="383519"/>
                </a:lnTo>
                <a:lnTo>
                  <a:pt x="147271" y="527552"/>
                </a:lnTo>
                <a:cubicBezTo>
                  <a:pt x="152533" y="533462"/>
                  <a:pt x="155732" y="541275"/>
                  <a:pt x="155732" y="549816"/>
                </a:cubicBezTo>
                <a:cubicBezTo>
                  <a:pt x="155732" y="568357"/>
                  <a:pt x="140713" y="583416"/>
                  <a:pt x="122132" y="583416"/>
                </a:cubicBezTo>
                <a:cubicBezTo>
                  <a:pt x="103551" y="583416"/>
                  <a:pt x="88532" y="568397"/>
                  <a:pt x="88532" y="549816"/>
                </a:cubicBezTo>
                <a:cubicBezTo>
                  <a:pt x="88532" y="531235"/>
                  <a:pt x="103551" y="516217"/>
                  <a:pt x="122132" y="516217"/>
                </a:cubicBezTo>
                <a:cubicBezTo>
                  <a:pt x="130674" y="516217"/>
                  <a:pt x="138486" y="519415"/>
                  <a:pt x="144397" y="524677"/>
                </a:cubicBezTo>
                <a:lnTo>
                  <a:pt x="288429" y="380645"/>
                </a:lnTo>
                <a:lnTo>
                  <a:pt x="288429" y="379714"/>
                </a:lnTo>
                <a:lnTo>
                  <a:pt x="311989" y="345912"/>
                </a:lnTo>
                <a:lnTo>
                  <a:pt x="271427" y="338706"/>
                </a:lnTo>
                <a:lnTo>
                  <a:pt x="270779" y="338059"/>
                </a:lnTo>
                <a:lnTo>
                  <a:pt x="67118" y="338059"/>
                </a:lnTo>
                <a:cubicBezTo>
                  <a:pt x="66065" y="355668"/>
                  <a:pt x="51452" y="369634"/>
                  <a:pt x="33599" y="369634"/>
                </a:cubicBezTo>
                <a:cubicBezTo>
                  <a:pt x="15747" y="369634"/>
                  <a:pt x="0" y="354616"/>
                  <a:pt x="0" y="336035"/>
                </a:cubicBezTo>
                <a:cubicBezTo>
                  <a:pt x="0" y="317454"/>
                  <a:pt x="15019" y="302435"/>
                  <a:pt x="33599" y="302435"/>
                </a:cubicBezTo>
                <a:cubicBezTo>
                  <a:pt x="51492" y="302435"/>
                  <a:pt x="66065" y="316401"/>
                  <a:pt x="67118" y="334011"/>
                </a:cubicBezTo>
                <a:lnTo>
                  <a:pt x="270779" y="334011"/>
                </a:lnTo>
                <a:lnTo>
                  <a:pt x="271427" y="333363"/>
                </a:lnTo>
                <a:lnTo>
                  <a:pt x="311989" y="326117"/>
                </a:lnTo>
                <a:lnTo>
                  <a:pt x="288388" y="292315"/>
                </a:lnTo>
                <a:lnTo>
                  <a:pt x="288388" y="291384"/>
                </a:lnTo>
                <a:lnTo>
                  <a:pt x="144356" y="147352"/>
                </a:lnTo>
                <a:cubicBezTo>
                  <a:pt x="138446" y="152614"/>
                  <a:pt x="130633" y="155812"/>
                  <a:pt x="122092" y="155812"/>
                </a:cubicBezTo>
                <a:cubicBezTo>
                  <a:pt x="103551" y="155812"/>
                  <a:pt x="88492" y="140753"/>
                  <a:pt x="88492" y="122213"/>
                </a:cubicBezTo>
                <a:cubicBezTo>
                  <a:pt x="88492" y="103672"/>
                  <a:pt x="103511" y="88613"/>
                  <a:pt x="122092" y="88613"/>
                </a:cubicBezTo>
                <a:cubicBezTo>
                  <a:pt x="140672" y="88613"/>
                  <a:pt x="155691" y="103632"/>
                  <a:pt x="155691" y="122213"/>
                </a:cubicBezTo>
                <a:cubicBezTo>
                  <a:pt x="155691" y="130754"/>
                  <a:pt x="152493" y="138567"/>
                  <a:pt x="147230" y="144478"/>
                </a:cubicBezTo>
                <a:lnTo>
                  <a:pt x="291222" y="288469"/>
                </a:lnTo>
                <a:lnTo>
                  <a:pt x="292194" y="288469"/>
                </a:lnTo>
                <a:lnTo>
                  <a:pt x="325996" y="312029"/>
                </a:lnTo>
                <a:lnTo>
                  <a:pt x="333201" y="271467"/>
                </a:lnTo>
                <a:lnTo>
                  <a:pt x="333889" y="270779"/>
                </a:lnTo>
                <a:lnTo>
                  <a:pt x="333889" y="67118"/>
                </a:lnTo>
                <a:cubicBezTo>
                  <a:pt x="316280" y="66065"/>
                  <a:pt x="302314" y="51452"/>
                  <a:pt x="302314" y="33599"/>
                </a:cubicBezTo>
                <a:cubicBezTo>
                  <a:pt x="302314" y="15747"/>
                  <a:pt x="317373" y="0"/>
                  <a:pt x="335913" y="0"/>
                </a:cubicBezTo>
                <a:close/>
              </a:path>
            </a:pathLst>
          </a:custGeom>
          <a:solidFill>
            <a:schemeClr val="tx1"/>
          </a:solidFill>
          <a:ln w="4048" cap="flat">
            <a:noFill/>
            <a:prstDash val="solid"/>
            <a:miter/>
          </a:ln>
        </p:spPr>
        <p:txBody>
          <a:bodyPr/>
          <a:lstStyle/>
          <a:p>
            <a:endParaRPr lang="en-US" sz="1801" b="0" i="0">
              <a:latin typeface="+mn-lt"/>
            </a:endParaRPr>
          </a:p>
        </p:txBody>
      </p:sp>
      <p:sp>
        <p:nvSpPr>
          <p:cNvPr id="29" name="Large icon-5">
            <a:extLst>
              <a:ext uri="{FF2B5EF4-FFF2-40B4-BE49-F238E27FC236}">
                <a16:creationId xmlns:a16="http://schemas.microsoft.com/office/drawing/2014/main" id="{AA8EF32C-69A3-2A2A-DFAF-A16598C53007}"/>
              </a:ext>
            </a:extLst>
          </p:cNvPr>
          <p:cNvSpPr/>
          <p:nvPr userDrawn="1"/>
        </p:nvSpPr>
        <p:spPr>
          <a:xfrm>
            <a:off x="6486291" y="3121295"/>
            <a:ext cx="1282054" cy="1284629"/>
          </a:xfrm>
          <a:custGeom>
            <a:avLst/>
            <a:gdLst>
              <a:gd name="csX0" fmla="*/ 187874 w 606166"/>
              <a:gd name="csY0" fmla="*/ 184999 h 607542"/>
              <a:gd name="csX1" fmla="*/ 194512 w 606166"/>
              <a:gd name="csY1" fmla="*/ 184999 h 607542"/>
              <a:gd name="csX2" fmla="*/ 337411 w 606166"/>
              <a:gd name="csY2" fmla="*/ 296647 h 607542"/>
              <a:gd name="csX3" fmla="*/ 337411 w 606166"/>
              <a:gd name="csY3" fmla="*/ 310896 h 607542"/>
              <a:gd name="csX4" fmla="*/ 194512 w 606166"/>
              <a:gd name="csY4" fmla="*/ 422543 h 607542"/>
              <a:gd name="csX5" fmla="*/ 187874 w 606166"/>
              <a:gd name="csY5" fmla="*/ 422543 h 607542"/>
              <a:gd name="csX6" fmla="*/ 2874 w 606166"/>
              <a:gd name="csY6" fmla="*/ 607542 h 607542"/>
              <a:gd name="csX7" fmla="*/ 0 w 606166"/>
              <a:gd name="csY7" fmla="*/ 604668 h 607542"/>
              <a:gd name="csX8" fmla="*/ 184999 w 606166"/>
              <a:gd name="csY8" fmla="*/ 419669 h 607542"/>
              <a:gd name="csX9" fmla="*/ 184999 w 606166"/>
              <a:gd name="csY9" fmla="*/ 413030 h 607542"/>
              <a:gd name="csX10" fmla="*/ 256287 w 606166"/>
              <a:gd name="csY10" fmla="*/ 310896 h 607542"/>
              <a:gd name="csX11" fmla="*/ 256287 w 606166"/>
              <a:gd name="csY11" fmla="*/ 296647 h 607542"/>
              <a:gd name="csX12" fmla="*/ 184999 w 606166"/>
              <a:gd name="csY12" fmla="*/ 194512 h 607542"/>
              <a:gd name="csX13" fmla="*/ 184999 w 606166"/>
              <a:gd name="csY13" fmla="*/ 187873 h 607542"/>
              <a:gd name="csX14" fmla="*/ 0 w 606166"/>
              <a:gd name="csY14" fmla="*/ 2874 h 607542"/>
              <a:gd name="csX15" fmla="*/ 2874 w 606166"/>
              <a:gd name="csY15" fmla="*/ 0 h 607542"/>
              <a:gd name="csX16" fmla="*/ 187874 w 606166"/>
              <a:gd name="csY16" fmla="*/ 184999 h 607542"/>
              <a:gd name="csX17" fmla="*/ 456628 w 606166"/>
              <a:gd name="csY17" fmla="*/ 184999 h 607542"/>
              <a:gd name="csX18" fmla="*/ 463267 w 606166"/>
              <a:gd name="csY18" fmla="*/ 184999 h 607542"/>
              <a:gd name="csX19" fmla="*/ 606166 w 606166"/>
              <a:gd name="csY19" fmla="*/ 296647 h 607542"/>
              <a:gd name="csX20" fmla="*/ 606166 w 606166"/>
              <a:gd name="csY20" fmla="*/ 310896 h 607542"/>
              <a:gd name="csX21" fmla="*/ 463267 w 606166"/>
              <a:gd name="csY21" fmla="*/ 422543 h 607542"/>
              <a:gd name="csX22" fmla="*/ 456628 w 606166"/>
              <a:gd name="csY22" fmla="*/ 422543 h 607542"/>
              <a:gd name="csX23" fmla="*/ 271629 w 606166"/>
              <a:gd name="csY23" fmla="*/ 607542 h 607542"/>
              <a:gd name="csX24" fmla="*/ 268755 w 606166"/>
              <a:gd name="csY24" fmla="*/ 604668 h 607542"/>
              <a:gd name="csX25" fmla="*/ 453754 w 606166"/>
              <a:gd name="csY25" fmla="*/ 419669 h 607542"/>
              <a:gd name="csX26" fmla="*/ 453754 w 606166"/>
              <a:gd name="csY26" fmla="*/ 413030 h 607542"/>
              <a:gd name="csX27" fmla="*/ 525042 w 606166"/>
              <a:gd name="csY27" fmla="*/ 310896 h 607542"/>
              <a:gd name="csX28" fmla="*/ 525042 w 606166"/>
              <a:gd name="csY28" fmla="*/ 296647 h 607542"/>
              <a:gd name="csX29" fmla="*/ 453754 w 606166"/>
              <a:gd name="csY29" fmla="*/ 194512 h 607542"/>
              <a:gd name="csX30" fmla="*/ 453754 w 606166"/>
              <a:gd name="csY30" fmla="*/ 187873 h 607542"/>
              <a:gd name="csX31" fmla="*/ 268755 w 606166"/>
              <a:gd name="csY31" fmla="*/ 2874 h 607542"/>
              <a:gd name="csX32" fmla="*/ 271629 w 606166"/>
              <a:gd name="csY32" fmla="*/ 0 h 607542"/>
              <a:gd name="csX33" fmla="*/ 456628 w 606166"/>
              <a:gd name="csY33" fmla="*/ 184999 h 607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606166" h="607542">
                <a:moveTo>
                  <a:pt x="187874" y="184999"/>
                </a:moveTo>
                <a:lnTo>
                  <a:pt x="194512" y="184999"/>
                </a:lnTo>
                <a:lnTo>
                  <a:pt x="337411" y="296647"/>
                </a:lnTo>
                <a:lnTo>
                  <a:pt x="337411" y="310896"/>
                </a:lnTo>
                <a:lnTo>
                  <a:pt x="194512" y="422543"/>
                </a:lnTo>
                <a:lnTo>
                  <a:pt x="187874" y="422543"/>
                </a:lnTo>
                <a:lnTo>
                  <a:pt x="2874" y="607542"/>
                </a:lnTo>
                <a:lnTo>
                  <a:pt x="0" y="604668"/>
                </a:lnTo>
                <a:lnTo>
                  <a:pt x="184999" y="419669"/>
                </a:lnTo>
                <a:lnTo>
                  <a:pt x="184999" y="413030"/>
                </a:lnTo>
                <a:lnTo>
                  <a:pt x="256287" y="310896"/>
                </a:lnTo>
                <a:lnTo>
                  <a:pt x="256287" y="296647"/>
                </a:lnTo>
                <a:lnTo>
                  <a:pt x="184999" y="194512"/>
                </a:lnTo>
                <a:lnTo>
                  <a:pt x="184999" y="187873"/>
                </a:lnTo>
                <a:lnTo>
                  <a:pt x="0" y="2874"/>
                </a:lnTo>
                <a:lnTo>
                  <a:pt x="2874" y="0"/>
                </a:lnTo>
                <a:lnTo>
                  <a:pt x="187874" y="184999"/>
                </a:lnTo>
                <a:close/>
                <a:moveTo>
                  <a:pt x="456628" y="184999"/>
                </a:moveTo>
                <a:lnTo>
                  <a:pt x="463267" y="184999"/>
                </a:lnTo>
                <a:lnTo>
                  <a:pt x="606166" y="296647"/>
                </a:lnTo>
                <a:lnTo>
                  <a:pt x="606166" y="310896"/>
                </a:lnTo>
                <a:lnTo>
                  <a:pt x="463267" y="422543"/>
                </a:lnTo>
                <a:lnTo>
                  <a:pt x="456628" y="422543"/>
                </a:lnTo>
                <a:lnTo>
                  <a:pt x="271629" y="607542"/>
                </a:lnTo>
                <a:lnTo>
                  <a:pt x="268755" y="604668"/>
                </a:lnTo>
                <a:lnTo>
                  <a:pt x="453754" y="419669"/>
                </a:lnTo>
                <a:lnTo>
                  <a:pt x="453754" y="413030"/>
                </a:lnTo>
                <a:lnTo>
                  <a:pt x="525042" y="310896"/>
                </a:lnTo>
                <a:lnTo>
                  <a:pt x="525042" y="296647"/>
                </a:lnTo>
                <a:lnTo>
                  <a:pt x="453754" y="194512"/>
                </a:lnTo>
                <a:lnTo>
                  <a:pt x="453754" y="187873"/>
                </a:lnTo>
                <a:lnTo>
                  <a:pt x="268755" y="2874"/>
                </a:lnTo>
                <a:lnTo>
                  <a:pt x="271629" y="0"/>
                </a:lnTo>
                <a:lnTo>
                  <a:pt x="456628" y="184999"/>
                </a:lnTo>
                <a:close/>
              </a:path>
            </a:pathLst>
          </a:custGeom>
          <a:solidFill>
            <a:schemeClr val="tx1"/>
          </a:solidFill>
          <a:ln w="4048" cap="flat">
            <a:noFill/>
            <a:prstDash val="solid"/>
            <a:miter/>
          </a:ln>
        </p:spPr>
        <p:txBody>
          <a:bodyPr/>
          <a:lstStyle/>
          <a:p>
            <a:endParaRPr lang="en-US" sz="1801" b="0" i="0">
              <a:latin typeface="+mn-lt"/>
            </a:endParaRPr>
          </a:p>
        </p:txBody>
      </p:sp>
      <p:sp>
        <p:nvSpPr>
          <p:cNvPr id="3" name="Large icon-4">
            <a:extLst>
              <a:ext uri="{FF2B5EF4-FFF2-40B4-BE49-F238E27FC236}">
                <a16:creationId xmlns:a16="http://schemas.microsoft.com/office/drawing/2014/main" id="{18E6A9D6-54CA-274F-5336-4360B0E7CDF9}"/>
              </a:ext>
            </a:extLst>
          </p:cNvPr>
          <p:cNvSpPr/>
          <p:nvPr userDrawn="1"/>
        </p:nvSpPr>
        <p:spPr>
          <a:xfrm>
            <a:off x="6426488" y="1319441"/>
            <a:ext cx="1401662" cy="1405577"/>
          </a:xfrm>
          <a:custGeom>
            <a:avLst/>
            <a:gdLst>
              <a:gd name="csX0" fmla="*/ 660694 w 662718"/>
              <a:gd name="csY0" fmla="*/ 2874 h 664742"/>
              <a:gd name="csX1" fmla="*/ 449504 w 662718"/>
              <a:gd name="csY1" fmla="*/ 214713 h 664742"/>
              <a:gd name="csX2" fmla="*/ 449504 w 662718"/>
              <a:gd name="csY2" fmla="*/ 223497 h 664742"/>
              <a:gd name="csX3" fmla="*/ 378257 w 662718"/>
              <a:gd name="csY3" fmla="*/ 325631 h 664742"/>
              <a:gd name="csX4" fmla="*/ 378257 w 662718"/>
              <a:gd name="csY4" fmla="*/ 339881 h 664742"/>
              <a:gd name="csX5" fmla="*/ 449504 w 662718"/>
              <a:gd name="csY5" fmla="*/ 442015 h 664742"/>
              <a:gd name="csX6" fmla="*/ 449504 w 662718"/>
              <a:gd name="csY6" fmla="*/ 448654 h 664742"/>
              <a:gd name="csX7" fmla="*/ 662718 w 662718"/>
              <a:gd name="csY7" fmla="*/ 661868 h 664742"/>
              <a:gd name="csX8" fmla="*/ 659844 w 662718"/>
              <a:gd name="csY8" fmla="*/ 664743 h 664742"/>
              <a:gd name="csX9" fmla="*/ 446629 w 662718"/>
              <a:gd name="csY9" fmla="*/ 451528 h 664742"/>
              <a:gd name="csX10" fmla="*/ 439991 w 662718"/>
              <a:gd name="csY10" fmla="*/ 451528 h 664742"/>
              <a:gd name="csX11" fmla="*/ 337856 w 662718"/>
              <a:gd name="csY11" fmla="*/ 380240 h 664742"/>
              <a:gd name="csX12" fmla="*/ 323607 w 662718"/>
              <a:gd name="csY12" fmla="*/ 380240 h 664742"/>
              <a:gd name="csX13" fmla="*/ 221473 w 662718"/>
              <a:gd name="csY13" fmla="*/ 451528 h 664742"/>
              <a:gd name="csX14" fmla="*/ 213417 w 662718"/>
              <a:gd name="csY14" fmla="*/ 451528 h 664742"/>
              <a:gd name="csX15" fmla="*/ 2874 w 662718"/>
              <a:gd name="csY15" fmla="*/ 662718 h 664742"/>
              <a:gd name="csX16" fmla="*/ 0 w 662718"/>
              <a:gd name="csY16" fmla="*/ 659844 h 664742"/>
              <a:gd name="csX17" fmla="*/ 211919 w 662718"/>
              <a:gd name="csY17" fmla="*/ 447237 h 664742"/>
              <a:gd name="csX18" fmla="*/ 211919 w 662718"/>
              <a:gd name="csY18" fmla="*/ 441974 h 664742"/>
              <a:gd name="csX19" fmla="*/ 283207 w 662718"/>
              <a:gd name="csY19" fmla="*/ 339840 h 664742"/>
              <a:gd name="csX20" fmla="*/ 283207 w 662718"/>
              <a:gd name="csY20" fmla="*/ 325591 h 664742"/>
              <a:gd name="csX21" fmla="*/ 211919 w 662718"/>
              <a:gd name="csY21" fmla="*/ 223456 h 664742"/>
              <a:gd name="csX22" fmla="*/ 211919 w 662718"/>
              <a:gd name="csY22" fmla="*/ 216818 h 664742"/>
              <a:gd name="csX23" fmla="*/ 0 w 662718"/>
              <a:gd name="csY23" fmla="*/ 4898 h 664742"/>
              <a:gd name="csX24" fmla="*/ 2874 w 662718"/>
              <a:gd name="csY24" fmla="*/ 2024 h 664742"/>
              <a:gd name="csX25" fmla="*/ 214794 w 662718"/>
              <a:gd name="csY25" fmla="*/ 213943 h 664742"/>
              <a:gd name="csX26" fmla="*/ 221432 w 662718"/>
              <a:gd name="csY26" fmla="*/ 213943 h 664742"/>
              <a:gd name="csX27" fmla="*/ 323567 w 662718"/>
              <a:gd name="csY27" fmla="*/ 285231 h 664742"/>
              <a:gd name="csX28" fmla="*/ 337816 w 662718"/>
              <a:gd name="csY28" fmla="*/ 285231 h 664742"/>
              <a:gd name="csX29" fmla="*/ 439950 w 662718"/>
              <a:gd name="csY29" fmla="*/ 213943 h 664742"/>
              <a:gd name="csX30" fmla="*/ 444484 w 662718"/>
              <a:gd name="csY30" fmla="*/ 213943 h 664742"/>
              <a:gd name="csX31" fmla="*/ 657780 w 662718"/>
              <a:gd name="csY31" fmla="*/ 0 h 664742"/>
              <a:gd name="csX32" fmla="*/ 660654 w 662718"/>
              <a:gd name="csY32" fmla="*/ 2874 h 6647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662718" h="664742">
                <a:moveTo>
                  <a:pt x="660694" y="2874"/>
                </a:moveTo>
                <a:lnTo>
                  <a:pt x="449504" y="214713"/>
                </a:lnTo>
                <a:lnTo>
                  <a:pt x="449504" y="223497"/>
                </a:lnTo>
                <a:lnTo>
                  <a:pt x="378257" y="325631"/>
                </a:lnTo>
                <a:lnTo>
                  <a:pt x="378257" y="339881"/>
                </a:lnTo>
                <a:lnTo>
                  <a:pt x="449504" y="442015"/>
                </a:lnTo>
                <a:lnTo>
                  <a:pt x="449504" y="448654"/>
                </a:lnTo>
                <a:lnTo>
                  <a:pt x="662718" y="661868"/>
                </a:lnTo>
                <a:lnTo>
                  <a:pt x="659844" y="664743"/>
                </a:lnTo>
                <a:lnTo>
                  <a:pt x="446629" y="451528"/>
                </a:lnTo>
                <a:lnTo>
                  <a:pt x="439991" y="451528"/>
                </a:lnTo>
                <a:lnTo>
                  <a:pt x="337856" y="380240"/>
                </a:lnTo>
                <a:lnTo>
                  <a:pt x="323607" y="380240"/>
                </a:lnTo>
                <a:lnTo>
                  <a:pt x="221473" y="451528"/>
                </a:lnTo>
                <a:lnTo>
                  <a:pt x="213417" y="451528"/>
                </a:lnTo>
                <a:lnTo>
                  <a:pt x="2874" y="662718"/>
                </a:lnTo>
                <a:lnTo>
                  <a:pt x="0" y="659844"/>
                </a:lnTo>
                <a:lnTo>
                  <a:pt x="211919" y="447237"/>
                </a:lnTo>
                <a:lnTo>
                  <a:pt x="211919" y="441974"/>
                </a:lnTo>
                <a:lnTo>
                  <a:pt x="283207" y="339840"/>
                </a:lnTo>
                <a:lnTo>
                  <a:pt x="283207" y="325591"/>
                </a:lnTo>
                <a:lnTo>
                  <a:pt x="211919" y="223456"/>
                </a:lnTo>
                <a:lnTo>
                  <a:pt x="211919" y="216818"/>
                </a:lnTo>
                <a:lnTo>
                  <a:pt x="0" y="4898"/>
                </a:lnTo>
                <a:lnTo>
                  <a:pt x="2874" y="2024"/>
                </a:lnTo>
                <a:lnTo>
                  <a:pt x="214794" y="213943"/>
                </a:lnTo>
                <a:lnTo>
                  <a:pt x="221432" y="213943"/>
                </a:lnTo>
                <a:lnTo>
                  <a:pt x="323567" y="285231"/>
                </a:lnTo>
                <a:lnTo>
                  <a:pt x="337816" y="285231"/>
                </a:lnTo>
                <a:lnTo>
                  <a:pt x="439950" y="213943"/>
                </a:lnTo>
                <a:lnTo>
                  <a:pt x="444484" y="213943"/>
                </a:lnTo>
                <a:lnTo>
                  <a:pt x="657780" y="0"/>
                </a:lnTo>
                <a:lnTo>
                  <a:pt x="660654" y="2874"/>
                </a:lnTo>
                <a:close/>
              </a:path>
            </a:pathLst>
          </a:custGeom>
          <a:solidFill>
            <a:schemeClr val="tx1"/>
          </a:solidFill>
          <a:ln w="4048" cap="flat">
            <a:noFill/>
            <a:prstDash val="solid"/>
            <a:miter/>
          </a:ln>
        </p:spPr>
        <p:txBody>
          <a:bodyPr/>
          <a:lstStyle/>
          <a:p>
            <a:endParaRPr lang="en-US" sz="1801" b="0" i="0">
              <a:latin typeface="+mn-lt"/>
            </a:endParaRPr>
          </a:p>
        </p:txBody>
      </p:sp>
      <p:sp>
        <p:nvSpPr>
          <p:cNvPr id="32" name="Large icon-3">
            <a:extLst>
              <a:ext uri="{FF2B5EF4-FFF2-40B4-BE49-F238E27FC236}">
                <a16:creationId xmlns:a16="http://schemas.microsoft.com/office/drawing/2014/main" id="{3891C816-7F98-7217-0DF8-B5CFF4E0F355}"/>
              </a:ext>
            </a:extLst>
          </p:cNvPr>
          <p:cNvSpPr/>
          <p:nvPr userDrawn="1"/>
        </p:nvSpPr>
        <p:spPr>
          <a:xfrm>
            <a:off x="3610432" y="4873839"/>
            <a:ext cx="1393100" cy="1392823"/>
          </a:xfrm>
          <a:custGeom>
            <a:avLst/>
            <a:gdLst>
              <a:gd name="csX0" fmla="*/ 290210 w 658670"/>
              <a:gd name="csY0" fmla="*/ 0 h 658710"/>
              <a:gd name="csX1" fmla="*/ 580461 w 658670"/>
              <a:gd name="csY1" fmla="*/ 290251 h 658710"/>
              <a:gd name="csX2" fmla="*/ 575198 w 658670"/>
              <a:gd name="csY2" fmla="*/ 345629 h 658710"/>
              <a:gd name="csX3" fmla="*/ 577303 w 658670"/>
              <a:gd name="csY3" fmla="*/ 350730 h 658710"/>
              <a:gd name="csX4" fmla="*/ 547347 w 658670"/>
              <a:gd name="csY4" fmla="*/ 486990 h 658710"/>
              <a:gd name="csX5" fmla="*/ 554107 w 658670"/>
              <a:gd name="csY5" fmla="*/ 516298 h 658710"/>
              <a:gd name="csX6" fmla="*/ 620092 w 658670"/>
              <a:gd name="csY6" fmla="*/ 610862 h 658710"/>
              <a:gd name="csX7" fmla="*/ 620092 w 658670"/>
              <a:gd name="csY7" fmla="*/ 617258 h 658710"/>
              <a:gd name="csX8" fmla="*/ 658671 w 658670"/>
              <a:gd name="csY8" fmla="*/ 655837 h 658710"/>
              <a:gd name="csX9" fmla="*/ 655796 w 658670"/>
              <a:gd name="csY9" fmla="*/ 658711 h 658710"/>
              <a:gd name="csX10" fmla="*/ 617218 w 658670"/>
              <a:gd name="csY10" fmla="*/ 620132 h 658710"/>
              <a:gd name="csX11" fmla="*/ 610822 w 658670"/>
              <a:gd name="csY11" fmla="*/ 620132 h 658710"/>
              <a:gd name="csX12" fmla="*/ 516257 w 658670"/>
              <a:gd name="csY12" fmla="*/ 554148 h 658710"/>
              <a:gd name="csX13" fmla="*/ 486949 w 658670"/>
              <a:gd name="csY13" fmla="*/ 547387 h 658710"/>
              <a:gd name="csX14" fmla="*/ 350689 w 658670"/>
              <a:gd name="csY14" fmla="*/ 577343 h 658710"/>
              <a:gd name="csX15" fmla="*/ 345588 w 658670"/>
              <a:gd name="csY15" fmla="*/ 575239 h 658710"/>
              <a:gd name="csX16" fmla="*/ 290251 w 658670"/>
              <a:gd name="csY16" fmla="*/ 580501 h 658710"/>
              <a:gd name="csX17" fmla="*/ 0 w 658670"/>
              <a:gd name="csY17" fmla="*/ 290251 h 658710"/>
              <a:gd name="csX18" fmla="*/ 290251 w 658670"/>
              <a:gd name="csY18" fmla="*/ 0 h 658710"/>
              <a:gd name="csX19" fmla="*/ 290210 w 658670"/>
              <a:gd name="csY19" fmla="*/ 4048 h 658710"/>
              <a:gd name="csX20" fmla="*/ 4008 w 658670"/>
              <a:gd name="csY20" fmla="*/ 290251 h 658710"/>
              <a:gd name="csX21" fmla="*/ 290210 w 658670"/>
              <a:gd name="csY21" fmla="*/ 576453 h 658710"/>
              <a:gd name="csX22" fmla="*/ 342998 w 658670"/>
              <a:gd name="csY22" fmla="*/ 571595 h 658710"/>
              <a:gd name="csX23" fmla="*/ 345629 w 658670"/>
              <a:gd name="csY23" fmla="*/ 565240 h 658710"/>
              <a:gd name="csX24" fmla="*/ 453876 w 658670"/>
              <a:gd name="csY24" fmla="*/ 496057 h 658710"/>
              <a:gd name="csX25" fmla="*/ 496017 w 658670"/>
              <a:gd name="csY25" fmla="*/ 453916 h 658710"/>
              <a:gd name="csX26" fmla="*/ 565199 w 658670"/>
              <a:gd name="csY26" fmla="*/ 345710 h 658710"/>
              <a:gd name="csX27" fmla="*/ 571555 w 658670"/>
              <a:gd name="csY27" fmla="*/ 343079 h 658710"/>
              <a:gd name="csX28" fmla="*/ 576413 w 658670"/>
              <a:gd name="csY28" fmla="*/ 290291 h 658710"/>
              <a:gd name="csX29" fmla="*/ 290210 w 658670"/>
              <a:gd name="csY29" fmla="*/ 4089 h 6587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658670" h="658710">
                <a:moveTo>
                  <a:pt x="290210" y="0"/>
                </a:moveTo>
                <a:cubicBezTo>
                  <a:pt x="450516" y="0"/>
                  <a:pt x="580461" y="129945"/>
                  <a:pt x="580461" y="290251"/>
                </a:cubicBezTo>
                <a:cubicBezTo>
                  <a:pt x="580461" y="309196"/>
                  <a:pt x="578639" y="327696"/>
                  <a:pt x="575198" y="345629"/>
                </a:cubicBezTo>
                <a:lnTo>
                  <a:pt x="577303" y="350730"/>
                </a:lnTo>
                <a:lnTo>
                  <a:pt x="547347" y="486990"/>
                </a:lnTo>
                <a:lnTo>
                  <a:pt x="554107" y="516298"/>
                </a:lnTo>
                <a:lnTo>
                  <a:pt x="620092" y="610862"/>
                </a:lnTo>
                <a:lnTo>
                  <a:pt x="620092" y="617258"/>
                </a:lnTo>
                <a:lnTo>
                  <a:pt x="658671" y="655837"/>
                </a:lnTo>
                <a:lnTo>
                  <a:pt x="655796" y="658711"/>
                </a:lnTo>
                <a:lnTo>
                  <a:pt x="617218" y="620132"/>
                </a:lnTo>
                <a:lnTo>
                  <a:pt x="610822" y="620132"/>
                </a:lnTo>
                <a:lnTo>
                  <a:pt x="516257" y="554148"/>
                </a:lnTo>
                <a:lnTo>
                  <a:pt x="486949" y="547387"/>
                </a:lnTo>
                <a:lnTo>
                  <a:pt x="350689" y="577343"/>
                </a:lnTo>
                <a:lnTo>
                  <a:pt x="345588" y="575239"/>
                </a:lnTo>
                <a:cubicBezTo>
                  <a:pt x="327696" y="578679"/>
                  <a:pt x="309196" y="580501"/>
                  <a:pt x="290251" y="580501"/>
                </a:cubicBezTo>
                <a:cubicBezTo>
                  <a:pt x="129945" y="580501"/>
                  <a:pt x="0" y="450556"/>
                  <a:pt x="0" y="290251"/>
                </a:cubicBezTo>
                <a:cubicBezTo>
                  <a:pt x="0" y="129945"/>
                  <a:pt x="129945" y="0"/>
                  <a:pt x="290251" y="0"/>
                </a:cubicBezTo>
                <a:close/>
                <a:moveTo>
                  <a:pt x="290210" y="4048"/>
                </a:moveTo>
                <a:cubicBezTo>
                  <a:pt x="132131" y="4048"/>
                  <a:pt x="4008" y="132171"/>
                  <a:pt x="4008" y="290251"/>
                </a:cubicBezTo>
                <a:cubicBezTo>
                  <a:pt x="4008" y="448330"/>
                  <a:pt x="132131" y="576453"/>
                  <a:pt x="290210" y="576453"/>
                </a:cubicBezTo>
                <a:cubicBezTo>
                  <a:pt x="308265" y="576453"/>
                  <a:pt x="325874" y="574753"/>
                  <a:pt x="342998" y="571595"/>
                </a:cubicBezTo>
                <a:lnTo>
                  <a:pt x="345629" y="565240"/>
                </a:lnTo>
                <a:lnTo>
                  <a:pt x="453876" y="496057"/>
                </a:lnTo>
                <a:lnTo>
                  <a:pt x="496017" y="453916"/>
                </a:lnTo>
                <a:lnTo>
                  <a:pt x="565199" y="345710"/>
                </a:lnTo>
                <a:lnTo>
                  <a:pt x="571555" y="343079"/>
                </a:lnTo>
                <a:cubicBezTo>
                  <a:pt x="574753" y="325955"/>
                  <a:pt x="576413" y="308305"/>
                  <a:pt x="576413" y="290291"/>
                </a:cubicBezTo>
                <a:cubicBezTo>
                  <a:pt x="576413" y="132212"/>
                  <a:pt x="448289" y="4089"/>
                  <a:pt x="290210" y="4089"/>
                </a:cubicBezTo>
                <a:close/>
              </a:path>
            </a:pathLst>
          </a:custGeom>
          <a:solidFill>
            <a:schemeClr val="tx1"/>
          </a:solidFill>
          <a:ln w="4048" cap="flat">
            <a:noFill/>
            <a:prstDash val="solid"/>
            <a:miter/>
          </a:ln>
        </p:spPr>
        <p:txBody>
          <a:bodyPr/>
          <a:lstStyle/>
          <a:p>
            <a:endParaRPr lang="en-US" sz="1801" b="0" i="0">
              <a:latin typeface="+mn-lt"/>
            </a:endParaRPr>
          </a:p>
        </p:txBody>
      </p:sp>
      <p:sp>
        <p:nvSpPr>
          <p:cNvPr id="33" name="Large icon-2">
            <a:extLst>
              <a:ext uri="{FF2B5EF4-FFF2-40B4-BE49-F238E27FC236}">
                <a16:creationId xmlns:a16="http://schemas.microsoft.com/office/drawing/2014/main" id="{C60DB8A6-ABFB-6BC5-B023-A11BFCEB347C}"/>
              </a:ext>
            </a:extLst>
          </p:cNvPr>
          <p:cNvSpPr/>
          <p:nvPr userDrawn="1"/>
        </p:nvSpPr>
        <p:spPr>
          <a:xfrm>
            <a:off x="3680295" y="3261955"/>
            <a:ext cx="1253372" cy="1250049"/>
          </a:xfrm>
          <a:custGeom>
            <a:avLst/>
            <a:gdLst>
              <a:gd name="csX0" fmla="*/ 412140 w 592605"/>
              <a:gd name="csY0" fmla="*/ 401452 h 591187"/>
              <a:gd name="csX1" fmla="*/ 412140 w 592605"/>
              <a:gd name="csY1" fmla="*/ 407849 h 591187"/>
              <a:gd name="csX2" fmla="*/ 592605 w 592605"/>
              <a:gd name="csY2" fmla="*/ 588314 h 591187"/>
              <a:gd name="csX3" fmla="*/ 589731 w 592605"/>
              <a:gd name="csY3" fmla="*/ 591188 h 591187"/>
              <a:gd name="csX4" fmla="*/ 409265 w 592605"/>
              <a:gd name="csY4" fmla="*/ 410723 h 591187"/>
              <a:gd name="csX5" fmla="*/ 402869 w 592605"/>
              <a:gd name="csY5" fmla="*/ 410723 h 591187"/>
              <a:gd name="csX6" fmla="*/ 303245 w 592605"/>
              <a:gd name="csY6" fmla="*/ 341216 h 591187"/>
              <a:gd name="csX7" fmla="*/ 289360 w 592605"/>
              <a:gd name="csY7" fmla="*/ 341216 h 591187"/>
              <a:gd name="csX8" fmla="*/ 189736 w 592605"/>
              <a:gd name="csY8" fmla="*/ 410723 h 591187"/>
              <a:gd name="csX9" fmla="*/ 183340 w 592605"/>
              <a:gd name="csY9" fmla="*/ 410723 h 591187"/>
              <a:gd name="csX10" fmla="*/ 2874 w 592605"/>
              <a:gd name="csY10" fmla="*/ 591188 h 591187"/>
              <a:gd name="csX11" fmla="*/ 0 w 592605"/>
              <a:gd name="csY11" fmla="*/ 588314 h 591187"/>
              <a:gd name="csX12" fmla="*/ 180465 w 592605"/>
              <a:gd name="csY12" fmla="*/ 407849 h 591187"/>
              <a:gd name="csX13" fmla="*/ 180465 w 592605"/>
              <a:gd name="csY13" fmla="*/ 401452 h 591187"/>
              <a:gd name="csX14" fmla="*/ 289360 w 592605"/>
              <a:gd name="csY14" fmla="*/ 262116 h 591187"/>
              <a:gd name="csX15" fmla="*/ 303245 w 592605"/>
              <a:gd name="csY15" fmla="*/ 262116 h 591187"/>
              <a:gd name="csX16" fmla="*/ 412140 w 592605"/>
              <a:gd name="csY16" fmla="*/ 401452 h 591187"/>
              <a:gd name="csX17" fmla="*/ 412140 w 592605"/>
              <a:gd name="csY17" fmla="*/ 139336 h 591187"/>
              <a:gd name="csX18" fmla="*/ 412140 w 592605"/>
              <a:gd name="csY18" fmla="*/ 145732 h 591187"/>
              <a:gd name="csX19" fmla="*/ 592605 w 592605"/>
              <a:gd name="csY19" fmla="*/ 326198 h 591187"/>
              <a:gd name="csX20" fmla="*/ 589731 w 592605"/>
              <a:gd name="csY20" fmla="*/ 329072 h 591187"/>
              <a:gd name="csX21" fmla="*/ 409265 w 592605"/>
              <a:gd name="csY21" fmla="*/ 148607 h 591187"/>
              <a:gd name="csX22" fmla="*/ 402869 w 592605"/>
              <a:gd name="csY22" fmla="*/ 148607 h 591187"/>
              <a:gd name="csX23" fmla="*/ 303245 w 592605"/>
              <a:gd name="csY23" fmla="*/ 79100 h 591187"/>
              <a:gd name="csX24" fmla="*/ 289360 w 592605"/>
              <a:gd name="csY24" fmla="*/ 79100 h 591187"/>
              <a:gd name="csX25" fmla="*/ 189736 w 592605"/>
              <a:gd name="csY25" fmla="*/ 148607 h 591187"/>
              <a:gd name="csX26" fmla="*/ 183340 w 592605"/>
              <a:gd name="csY26" fmla="*/ 148607 h 591187"/>
              <a:gd name="csX27" fmla="*/ 2874 w 592605"/>
              <a:gd name="csY27" fmla="*/ 329072 h 591187"/>
              <a:gd name="csX28" fmla="*/ 0 w 592605"/>
              <a:gd name="csY28" fmla="*/ 326198 h 591187"/>
              <a:gd name="csX29" fmla="*/ 180465 w 592605"/>
              <a:gd name="csY29" fmla="*/ 145732 h 591187"/>
              <a:gd name="csX30" fmla="*/ 180465 w 592605"/>
              <a:gd name="csY30" fmla="*/ 139336 h 591187"/>
              <a:gd name="csX31" fmla="*/ 289360 w 592605"/>
              <a:gd name="csY31" fmla="*/ 0 h 591187"/>
              <a:gd name="csX32" fmla="*/ 303245 w 592605"/>
              <a:gd name="csY32" fmla="*/ 0 h 591187"/>
              <a:gd name="csX33" fmla="*/ 412140 w 592605"/>
              <a:gd name="csY33" fmla="*/ 139336 h 5911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592605" h="591187">
                <a:moveTo>
                  <a:pt x="412140" y="401452"/>
                </a:moveTo>
                <a:lnTo>
                  <a:pt x="412140" y="407849"/>
                </a:lnTo>
                <a:lnTo>
                  <a:pt x="592605" y="588314"/>
                </a:lnTo>
                <a:lnTo>
                  <a:pt x="589731" y="591188"/>
                </a:lnTo>
                <a:lnTo>
                  <a:pt x="409265" y="410723"/>
                </a:lnTo>
                <a:lnTo>
                  <a:pt x="402869" y="410723"/>
                </a:lnTo>
                <a:lnTo>
                  <a:pt x="303245" y="341216"/>
                </a:lnTo>
                <a:lnTo>
                  <a:pt x="289360" y="341216"/>
                </a:lnTo>
                <a:lnTo>
                  <a:pt x="189736" y="410723"/>
                </a:lnTo>
                <a:lnTo>
                  <a:pt x="183340" y="410723"/>
                </a:lnTo>
                <a:lnTo>
                  <a:pt x="2874" y="591188"/>
                </a:lnTo>
                <a:lnTo>
                  <a:pt x="0" y="588314"/>
                </a:lnTo>
                <a:lnTo>
                  <a:pt x="180465" y="407849"/>
                </a:lnTo>
                <a:lnTo>
                  <a:pt x="180465" y="401452"/>
                </a:lnTo>
                <a:lnTo>
                  <a:pt x="289360" y="262116"/>
                </a:lnTo>
                <a:lnTo>
                  <a:pt x="303245" y="262116"/>
                </a:lnTo>
                <a:lnTo>
                  <a:pt x="412140" y="401452"/>
                </a:lnTo>
                <a:close/>
                <a:moveTo>
                  <a:pt x="412140" y="139336"/>
                </a:moveTo>
                <a:lnTo>
                  <a:pt x="412140" y="145732"/>
                </a:lnTo>
                <a:lnTo>
                  <a:pt x="592605" y="326198"/>
                </a:lnTo>
                <a:lnTo>
                  <a:pt x="589731" y="329072"/>
                </a:lnTo>
                <a:lnTo>
                  <a:pt x="409265" y="148607"/>
                </a:lnTo>
                <a:lnTo>
                  <a:pt x="402869" y="148607"/>
                </a:lnTo>
                <a:lnTo>
                  <a:pt x="303245" y="79100"/>
                </a:lnTo>
                <a:lnTo>
                  <a:pt x="289360" y="79100"/>
                </a:lnTo>
                <a:lnTo>
                  <a:pt x="189736" y="148607"/>
                </a:lnTo>
                <a:lnTo>
                  <a:pt x="183340" y="148607"/>
                </a:lnTo>
                <a:lnTo>
                  <a:pt x="2874" y="329072"/>
                </a:lnTo>
                <a:lnTo>
                  <a:pt x="0" y="326198"/>
                </a:lnTo>
                <a:lnTo>
                  <a:pt x="180465" y="145732"/>
                </a:lnTo>
                <a:lnTo>
                  <a:pt x="180465" y="139336"/>
                </a:lnTo>
                <a:lnTo>
                  <a:pt x="289360" y="0"/>
                </a:lnTo>
                <a:lnTo>
                  <a:pt x="303245" y="0"/>
                </a:lnTo>
                <a:lnTo>
                  <a:pt x="412140" y="139336"/>
                </a:lnTo>
                <a:close/>
              </a:path>
            </a:pathLst>
          </a:custGeom>
          <a:solidFill>
            <a:schemeClr val="tx1"/>
          </a:solidFill>
          <a:ln w="4048" cap="flat">
            <a:noFill/>
            <a:prstDash val="solid"/>
            <a:miter/>
          </a:ln>
        </p:spPr>
        <p:txBody>
          <a:bodyPr/>
          <a:lstStyle/>
          <a:p>
            <a:endParaRPr lang="en-US" sz="1801" b="0" i="0">
              <a:latin typeface="+mn-lt"/>
            </a:endParaRPr>
          </a:p>
        </p:txBody>
      </p:sp>
      <p:sp>
        <p:nvSpPr>
          <p:cNvPr id="6" name="Large icon-1">
            <a:extLst>
              <a:ext uri="{FF2B5EF4-FFF2-40B4-BE49-F238E27FC236}">
                <a16:creationId xmlns:a16="http://schemas.microsoft.com/office/drawing/2014/main" id="{2F83363D-4B76-ED44-A262-3AB3A59CFC57}"/>
              </a:ext>
            </a:extLst>
          </p:cNvPr>
          <p:cNvSpPr/>
          <p:nvPr userDrawn="1"/>
        </p:nvSpPr>
        <p:spPr>
          <a:xfrm>
            <a:off x="3475454" y="1190918"/>
            <a:ext cx="1663056" cy="1662623"/>
          </a:xfrm>
          <a:custGeom>
            <a:avLst/>
            <a:gdLst>
              <a:gd name="csX0" fmla="*/ 395178 w 786307"/>
              <a:gd name="csY0" fmla="*/ 231350 h 786307"/>
              <a:gd name="csX1" fmla="*/ 399712 w 786307"/>
              <a:gd name="csY1" fmla="*/ 235884 h 786307"/>
              <a:gd name="csX2" fmla="*/ 421005 w 786307"/>
              <a:gd name="csY2" fmla="*/ 355466 h 786307"/>
              <a:gd name="csX3" fmla="*/ 430842 w 786307"/>
              <a:gd name="csY3" fmla="*/ 365303 h 786307"/>
              <a:gd name="csX4" fmla="*/ 550424 w 786307"/>
              <a:gd name="csY4" fmla="*/ 386596 h 786307"/>
              <a:gd name="csX5" fmla="*/ 554957 w 786307"/>
              <a:gd name="csY5" fmla="*/ 391130 h 786307"/>
              <a:gd name="csX6" fmla="*/ 786308 w 786307"/>
              <a:gd name="csY6" fmla="*/ 391130 h 786307"/>
              <a:gd name="csX7" fmla="*/ 786308 w 786307"/>
              <a:gd name="csY7" fmla="*/ 395178 h 786307"/>
              <a:gd name="csX8" fmla="*/ 554957 w 786307"/>
              <a:gd name="csY8" fmla="*/ 395178 h 786307"/>
              <a:gd name="csX9" fmla="*/ 550424 w 786307"/>
              <a:gd name="csY9" fmla="*/ 399712 h 786307"/>
              <a:gd name="csX10" fmla="*/ 430842 w 786307"/>
              <a:gd name="csY10" fmla="*/ 421005 h 786307"/>
              <a:gd name="csX11" fmla="*/ 421005 w 786307"/>
              <a:gd name="csY11" fmla="*/ 430842 h 786307"/>
              <a:gd name="csX12" fmla="*/ 399712 w 786307"/>
              <a:gd name="csY12" fmla="*/ 550423 h 786307"/>
              <a:gd name="csX13" fmla="*/ 395178 w 786307"/>
              <a:gd name="csY13" fmla="*/ 554957 h 786307"/>
              <a:gd name="csX14" fmla="*/ 395178 w 786307"/>
              <a:gd name="csY14" fmla="*/ 786308 h 786307"/>
              <a:gd name="csX15" fmla="*/ 391130 w 786307"/>
              <a:gd name="csY15" fmla="*/ 786308 h 786307"/>
              <a:gd name="csX16" fmla="*/ 391130 w 786307"/>
              <a:gd name="csY16" fmla="*/ 554957 h 786307"/>
              <a:gd name="csX17" fmla="*/ 386596 w 786307"/>
              <a:gd name="csY17" fmla="*/ 550423 h 786307"/>
              <a:gd name="csX18" fmla="*/ 365303 w 786307"/>
              <a:gd name="csY18" fmla="*/ 430842 h 786307"/>
              <a:gd name="csX19" fmla="*/ 355466 w 786307"/>
              <a:gd name="csY19" fmla="*/ 421005 h 786307"/>
              <a:gd name="csX20" fmla="*/ 235884 w 786307"/>
              <a:gd name="csY20" fmla="*/ 399712 h 786307"/>
              <a:gd name="csX21" fmla="*/ 231350 w 786307"/>
              <a:gd name="csY21" fmla="*/ 395178 h 786307"/>
              <a:gd name="csX22" fmla="*/ 0 w 786307"/>
              <a:gd name="csY22" fmla="*/ 395178 h 786307"/>
              <a:gd name="csX23" fmla="*/ 0 w 786307"/>
              <a:gd name="csY23" fmla="*/ 391130 h 786307"/>
              <a:gd name="csX24" fmla="*/ 231350 w 786307"/>
              <a:gd name="csY24" fmla="*/ 391130 h 786307"/>
              <a:gd name="csX25" fmla="*/ 235884 w 786307"/>
              <a:gd name="csY25" fmla="*/ 386596 h 786307"/>
              <a:gd name="csX26" fmla="*/ 355466 w 786307"/>
              <a:gd name="csY26" fmla="*/ 365303 h 786307"/>
              <a:gd name="csX27" fmla="*/ 365303 w 786307"/>
              <a:gd name="csY27" fmla="*/ 355466 h 786307"/>
              <a:gd name="csX28" fmla="*/ 386596 w 786307"/>
              <a:gd name="csY28" fmla="*/ 235884 h 786307"/>
              <a:gd name="csX29" fmla="*/ 391130 w 786307"/>
              <a:gd name="csY29" fmla="*/ 231350 h 786307"/>
              <a:gd name="csX30" fmla="*/ 391130 w 786307"/>
              <a:gd name="csY30" fmla="*/ 0 h 786307"/>
              <a:gd name="csX31" fmla="*/ 395178 w 786307"/>
              <a:gd name="csY31" fmla="*/ 0 h 786307"/>
              <a:gd name="csX32" fmla="*/ 395178 w 786307"/>
              <a:gd name="csY32" fmla="*/ 231350 h 7863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786307" h="786307">
                <a:moveTo>
                  <a:pt x="395178" y="231350"/>
                </a:moveTo>
                <a:lnTo>
                  <a:pt x="399712" y="235884"/>
                </a:lnTo>
                <a:lnTo>
                  <a:pt x="421005" y="355466"/>
                </a:lnTo>
                <a:lnTo>
                  <a:pt x="430842" y="365303"/>
                </a:lnTo>
                <a:lnTo>
                  <a:pt x="550424" y="386596"/>
                </a:lnTo>
                <a:lnTo>
                  <a:pt x="554957" y="391130"/>
                </a:lnTo>
                <a:lnTo>
                  <a:pt x="786308" y="391130"/>
                </a:lnTo>
                <a:lnTo>
                  <a:pt x="786308" y="395178"/>
                </a:lnTo>
                <a:lnTo>
                  <a:pt x="554957" y="395178"/>
                </a:lnTo>
                <a:lnTo>
                  <a:pt x="550424" y="399712"/>
                </a:lnTo>
                <a:lnTo>
                  <a:pt x="430842" y="421005"/>
                </a:lnTo>
                <a:lnTo>
                  <a:pt x="421005" y="430842"/>
                </a:lnTo>
                <a:lnTo>
                  <a:pt x="399712" y="550423"/>
                </a:lnTo>
                <a:lnTo>
                  <a:pt x="395178" y="554957"/>
                </a:lnTo>
                <a:lnTo>
                  <a:pt x="395178" y="786308"/>
                </a:lnTo>
                <a:lnTo>
                  <a:pt x="391130" y="786308"/>
                </a:lnTo>
                <a:lnTo>
                  <a:pt x="391130" y="554957"/>
                </a:lnTo>
                <a:lnTo>
                  <a:pt x="386596" y="550423"/>
                </a:lnTo>
                <a:lnTo>
                  <a:pt x="365303" y="430842"/>
                </a:lnTo>
                <a:lnTo>
                  <a:pt x="355466" y="421005"/>
                </a:lnTo>
                <a:lnTo>
                  <a:pt x="235884" y="399712"/>
                </a:lnTo>
                <a:lnTo>
                  <a:pt x="231350" y="395178"/>
                </a:lnTo>
                <a:lnTo>
                  <a:pt x="0" y="395178"/>
                </a:lnTo>
                <a:lnTo>
                  <a:pt x="0" y="391130"/>
                </a:lnTo>
                <a:lnTo>
                  <a:pt x="231350" y="391130"/>
                </a:lnTo>
                <a:lnTo>
                  <a:pt x="235884" y="386596"/>
                </a:lnTo>
                <a:lnTo>
                  <a:pt x="355466" y="365303"/>
                </a:lnTo>
                <a:lnTo>
                  <a:pt x="365303" y="355466"/>
                </a:lnTo>
                <a:lnTo>
                  <a:pt x="386596" y="235884"/>
                </a:lnTo>
                <a:lnTo>
                  <a:pt x="391130" y="231350"/>
                </a:lnTo>
                <a:lnTo>
                  <a:pt x="391130" y="0"/>
                </a:lnTo>
                <a:lnTo>
                  <a:pt x="395178" y="0"/>
                </a:lnTo>
                <a:lnTo>
                  <a:pt x="395178" y="231350"/>
                </a:lnTo>
                <a:close/>
              </a:path>
            </a:pathLst>
          </a:custGeom>
          <a:solidFill>
            <a:schemeClr val="tx1"/>
          </a:solidFill>
          <a:ln w="4048" cap="flat">
            <a:noFill/>
            <a:prstDash val="solid"/>
            <a:miter/>
          </a:ln>
        </p:spPr>
        <p:txBody>
          <a:bodyPr/>
          <a:lstStyle/>
          <a:p>
            <a:endParaRPr lang="en-US" sz="1801" b="0" i="0">
              <a:latin typeface="+mn-lt"/>
            </a:endParaRPr>
          </a:p>
        </p:txBody>
      </p:sp>
      <p:sp>
        <p:nvSpPr>
          <p:cNvPr id="193" name="Text Placeholder 10">
            <a:extLst>
              <a:ext uri="{FF2B5EF4-FFF2-40B4-BE49-F238E27FC236}">
                <a16:creationId xmlns:a16="http://schemas.microsoft.com/office/drawing/2014/main" id="{36CEBC0C-B23D-0D93-0B0D-C4400F8BA56E}"/>
              </a:ext>
            </a:extLst>
          </p:cNvPr>
          <p:cNvSpPr>
            <a:spLocks noGrp="1"/>
          </p:cNvSpPr>
          <p:nvPr>
            <p:ph type="body" sz="quarter" idx="21" hasCustomPrompt="1"/>
          </p:nvPr>
        </p:nvSpPr>
        <p:spPr>
          <a:xfrm>
            <a:off x="342900" y="2737600"/>
            <a:ext cx="3132554" cy="1529600"/>
          </a:xfrm>
          <a:prstGeom prst="rect">
            <a:avLst/>
          </a:prstGeom>
        </p:spPr>
        <p:txBody>
          <a:bodyPr>
            <a:noAutofit/>
          </a:bodyPr>
          <a:lstStyle>
            <a:lvl1pPr marL="9528" indent="-9528">
              <a:lnSpc>
                <a:spcPct val="100000"/>
              </a:lnSpc>
              <a:spcBef>
                <a:spcPts val="0"/>
              </a:spcBef>
              <a:spcAft>
                <a:spcPts val="600"/>
              </a:spcAft>
              <a:buNone/>
              <a:tabLst/>
              <a:defRPr sz="1400" b="0" i="0">
                <a:latin typeface="+mn-lt"/>
              </a:defRPr>
            </a:lvl1pPr>
            <a:lvl2pPr>
              <a:buNone/>
              <a:defRPr sz="1100"/>
            </a:lvl2pPr>
            <a:lvl3pPr>
              <a:buNone/>
              <a:defRPr sz="1100"/>
            </a:lvl3pPr>
            <a:lvl4pPr>
              <a:buNone/>
              <a:defRPr sz="1100"/>
            </a:lvl4pPr>
            <a:lvl5pPr>
              <a:buNone/>
              <a:defRPr sz="1100"/>
            </a:lvl5pPr>
          </a:lstStyle>
          <a:p>
            <a:r>
              <a:rPr lang="en-US" dirty="0"/>
              <a:t>Use these large illustrative icons to highlight information, or infographics.</a:t>
            </a:r>
          </a:p>
          <a:p>
            <a:r>
              <a:rPr lang="en-US" dirty="0"/>
              <a:t>The color could be changed to dark orange, dark blue, or black.</a:t>
            </a:r>
          </a:p>
        </p:txBody>
      </p:sp>
      <p:sp>
        <p:nvSpPr>
          <p:cNvPr id="2" name="Title 1"/>
          <p:cNvSpPr>
            <a:spLocks noGrp="1"/>
          </p:cNvSpPr>
          <p:nvPr>
            <p:ph type="title" hasCustomPrompt="1"/>
          </p:nvPr>
        </p:nvSpPr>
        <p:spPr>
          <a:xfrm>
            <a:off x="342900" y="1132785"/>
            <a:ext cx="2830236" cy="1247926"/>
          </a:xfrm>
        </p:spPr>
        <p:txBody>
          <a:bodyPr anchor="t">
            <a:noAutofit/>
          </a:bodyPr>
          <a:lstStyle>
            <a:lvl1pPr>
              <a:defRPr cap="all" baseline="0"/>
            </a:lvl1pPr>
          </a:lstStyle>
          <a:p>
            <a:r>
              <a:rPr lang="en-US" dirty="0"/>
              <a:t>Large Illustrative Icons</a:t>
            </a:r>
          </a:p>
        </p:txBody>
      </p:sp>
      <p:sp>
        <p:nvSpPr>
          <p:cNvPr id="8" name="Text Placeholder 11">
            <a:extLst>
              <a:ext uri="{FF2B5EF4-FFF2-40B4-BE49-F238E27FC236}">
                <a16:creationId xmlns:a16="http://schemas.microsoft.com/office/drawing/2014/main" id="{B3525485-CFFC-7951-77A5-1AC64E18D711}"/>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9" name="Slide Number Placeholder 9">
            <a:extLst>
              <a:ext uri="{FF2B5EF4-FFF2-40B4-BE49-F238E27FC236}">
                <a16:creationId xmlns:a16="http://schemas.microsoft.com/office/drawing/2014/main" id="{FA806A6D-C996-3234-1221-D9AB6AC1251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4254317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Map">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72DB45C-7013-5F7E-B0E1-452A7203134D}"/>
              </a:ext>
            </a:extLst>
          </p:cNvPr>
          <p:cNvSpPr/>
          <p:nvPr userDrawn="1"/>
        </p:nvSpPr>
        <p:spPr>
          <a:xfrm>
            <a:off x="134471" y="779929"/>
            <a:ext cx="11763980" cy="228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b="0" i="0">
              <a:latin typeface="Replica LL TT" panose="020B0504010101010104" pitchFamily="34" charset="77"/>
            </a:endParaRPr>
          </a:p>
        </p:txBody>
      </p:sp>
      <p:sp>
        <p:nvSpPr>
          <p:cNvPr id="2" name="Title 1"/>
          <p:cNvSpPr>
            <a:spLocks noGrp="1"/>
          </p:cNvSpPr>
          <p:nvPr>
            <p:ph type="title" hasCustomPrompt="1"/>
          </p:nvPr>
        </p:nvSpPr>
        <p:spPr>
          <a:xfrm>
            <a:off x="342899" y="1132788"/>
            <a:ext cx="5654675" cy="977009"/>
          </a:xfrm>
        </p:spPr>
        <p:txBody>
          <a:bodyPr anchor="t">
            <a:noAutofit/>
          </a:bodyPr>
          <a:lstStyle>
            <a:lvl1pPr>
              <a:defRPr cap="none" baseline="0">
                <a:latin typeface="+mj-lt"/>
              </a:defRPr>
            </a:lvl1pPr>
          </a:lstStyle>
          <a:p>
            <a:r>
              <a:rPr lang="en-US" dirty="0"/>
              <a:t>Click to edit master title style</a:t>
            </a:r>
          </a:p>
        </p:txBody>
      </p:sp>
      <p:sp>
        <p:nvSpPr>
          <p:cNvPr id="4" name="Text Placeholder 11">
            <a:extLst>
              <a:ext uri="{FF2B5EF4-FFF2-40B4-BE49-F238E27FC236}">
                <a16:creationId xmlns:a16="http://schemas.microsoft.com/office/drawing/2014/main" id="{8438A901-B219-6A84-9B6C-411EC8359088}"/>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DA4452C4-12D4-F6EE-F7F3-2691E42E805D}"/>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53206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ShortTitle-Empty">
    <p:spTree>
      <p:nvGrpSpPr>
        <p:cNvPr id="1" name=""/>
        <p:cNvGrpSpPr/>
        <p:nvPr/>
      </p:nvGrpSpPr>
      <p:grpSpPr>
        <a:xfrm>
          <a:off x="0" y="0"/>
          <a:ext cx="0" cy="0"/>
          <a:chOff x="0" y="0"/>
          <a:chExt cx="0" cy="0"/>
        </a:xfrm>
      </p:grpSpPr>
      <p:sp>
        <p:nvSpPr>
          <p:cNvPr id="3" name="Text Placeholder 11">
            <a:extLst>
              <a:ext uri="{FF2B5EF4-FFF2-40B4-BE49-F238E27FC236}">
                <a16:creationId xmlns:a16="http://schemas.microsoft.com/office/drawing/2014/main" id="{3AC25AD0-87EF-EB35-E1D8-20889164CBFA}"/>
              </a:ext>
            </a:extLst>
          </p:cNvPr>
          <p:cNvSpPr>
            <a:spLocks noGrp="1"/>
          </p:cNvSpPr>
          <p:nvPr>
            <p:ph type="body" sz="quarter" idx="34" hasCustomPrompt="1"/>
          </p:nvPr>
        </p:nvSpPr>
        <p:spPr>
          <a:xfrm>
            <a:off x="6208861" y="279562"/>
            <a:ext cx="5007413" cy="206660"/>
          </a:xfrm>
          <a:prstGeom prst="rect">
            <a:avLst/>
          </a:prstGeom>
        </p:spPr>
        <p:txBody>
          <a:bodyPr>
            <a:noAutofit/>
          </a:bodyPr>
          <a:lstStyle>
            <a:lvl1pPr marL="0" indent="0">
              <a:lnSpc>
                <a:spcPct val="100000"/>
              </a:lnSpc>
              <a:spcBef>
                <a:spcPts val="0"/>
              </a:spcBef>
              <a:buNone/>
              <a:tabLst/>
              <a:defRPr sz="800" b="0" i="0" cap="none" baseline="0">
                <a:solidFill>
                  <a:schemeClr val="tx2">
                    <a:lumMod val="90000"/>
                    <a:lumOff val="10000"/>
                  </a:schemeClr>
                </a:solidFill>
                <a:latin typeface="Roboto Mono" pitchFamily="49" charset="0"/>
                <a:ea typeface="Roboto Mono" pitchFamily="49" charset="0"/>
              </a:defRPr>
            </a:lvl1pPr>
            <a:lvl2pPr>
              <a:buNone/>
              <a:defRPr/>
            </a:lvl2pPr>
            <a:lvl3pPr>
              <a:buNone/>
              <a:defRPr/>
            </a:lvl3pPr>
            <a:lvl4pPr>
              <a:buNone/>
              <a:defRPr/>
            </a:lvl4pPr>
            <a:lvl5pPr>
              <a:buNone/>
              <a:defRPr/>
            </a:lvl5pPr>
          </a:lstStyle>
          <a:p>
            <a:pPr lvl="0"/>
            <a:r>
              <a:rPr lang="en-US"/>
              <a:t>Presentation or Section name</a:t>
            </a:r>
          </a:p>
        </p:txBody>
      </p:sp>
      <p:sp>
        <p:nvSpPr>
          <p:cNvPr id="5" name="Slide Number Placeholder 9">
            <a:extLst>
              <a:ext uri="{FF2B5EF4-FFF2-40B4-BE49-F238E27FC236}">
                <a16:creationId xmlns:a16="http://schemas.microsoft.com/office/drawing/2014/main" id="{4ED57E8D-88D6-936F-6570-5A132EA813A2}"/>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sp>
        <p:nvSpPr>
          <p:cNvPr id="6" name="Title 1">
            <a:extLst>
              <a:ext uri="{FF2B5EF4-FFF2-40B4-BE49-F238E27FC236}">
                <a16:creationId xmlns:a16="http://schemas.microsoft.com/office/drawing/2014/main" id="{C9746501-0CB2-61AC-6256-95B1C52216A9}"/>
              </a:ext>
            </a:extLst>
          </p:cNvPr>
          <p:cNvSpPr>
            <a:spLocks noGrp="1"/>
          </p:cNvSpPr>
          <p:nvPr>
            <p:ph type="title" hasCustomPrompt="1"/>
          </p:nvPr>
        </p:nvSpPr>
        <p:spPr>
          <a:xfrm>
            <a:off x="342899" y="1081986"/>
            <a:ext cx="4194175" cy="850567"/>
          </a:xfrm>
          <a:prstGeom prst="rect">
            <a:avLst/>
          </a:prstGeom>
        </p:spPr>
        <p:txBody>
          <a:bodyPr anchor="t">
            <a:noAutofit/>
          </a:bodyPr>
          <a:lstStyle>
            <a:lvl1pPr>
              <a:lnSpc>
                <a:spcPct val="80000"/>
              </a:lnSpc>
              <a:defRPr sz="3001" b="0" i="0" cap="all" baseline="0">
                <a:latin typeface="+mn-lt"/>
              </a:defRPr>
            </a:lvl1pPr>
          </a:lstStyle>
          <a:p>
            <a:r>
              <a:rPr lang="en-US" dirty="0"/>
              <a:t>CLICK TO EDIT MASTER TITLE STYLE</a:t>
            </a:r>
          </a:p>
        </p:txBody>
      </p:sp>
    </p:spTree>
    <p:extLst>
      <p:ext uri="{BB962C8B-B14F-4D97-AF65-F5344CB8AC3E}">
        <p14:creationId xmlns:p14="http://schemas.microsoft.com/office/powerpoint/2010/main" val="157511639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Empty">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677824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lose">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11D4EF-5B33-2B04-34CA-6C6E644979E9}"/>
              </a:ext>
            </a:extLst>
          </p:cNvPr>
          <p:cNvPicPr>
            <a:picLocks noChangeAspect="1"/>
          </p:cNvPicPr>
          <p:nvPr userDrawn="1"/>
        </p:nvPicPr>
        <p:blipFill>
          <a:blip r:embed="rId2" cstate="screen">
            <a:extLst>
              <a:ext uri="{28A0092B-C50C-407E-A947-70E740481C1C}">
                <a14:useLocalDpi xmlns:a14="http://schemas.microsoft.com/office/drawing/2010/main"/>
              </a:ext>
            </a:extLst>
          </a:blip>
          <a:srcRect l="-37883"/>
          <a:stretch>
            <a:fillRect/>
          </a:stretch>
        </p:blipFill>
        <p:spPr>
          <a:xfrm>
            <a:off x="1650490" y="-13097"/>
            <a:ext cx="10541511" cy="6871097"/>
          </a:xfrm>
          <a:prstGeom prst="rect">
            <a:avLst/>
          </a:prstGeom>
        </p:spPr>
      </p:pic>
      <p:sp>
        <p:nvSpPr>
          <p:cNvPr id="5" name="Image 2" descr=" ">
            <a:extLst>
              <a:ext uri="{FF2B5EF4-FFF2-40B4-BE49-F238E27FC236}">
                <a16:creationId xmlns:a16="http://schemas.microsoft.com/office/drawing/2014/main" id="{FC1B8265-943B-8222-7F5B-0CAAB2ED9B0F}"/>
              </a:ext>
            </a:extLst>
          </p:cNvPr>
          <p:cNvSpPr/>
          <p:nvPr userDrawn="1"/>
        </p:nvSpPr>
        <p:spPr>
          <a:xfrm>
            <a:off x="-15473" y="-13096"/>
            <a:ext cx="7766586" cy="6917749"/>
          </a:xfrm>
          <a:custGeom>
            <a:avLst/>
            <a:gdLst>
              <a:gd name="csX0" fmla="*/ 0 w 7694156"/>
              <a:gd name="csY0" fmla="*/ 0 h 6890232"/>
              <a:gd name="csX1" fmla="*/ 7694156 w 7694156"/>
              <a:gd name="csY1" fmla="*/ 0 h 6890232"/>
              <a:gd name="csX2" fmla="*/ 4478735 w 7694156"/>
              <a:gd name="csY2" fmla="*/ 6890233 h 6890232"/>
              <a:gd name="csX3" fmla="*/ 0 w 7694156"/>
              <a:gd name="csY3" fmla="*/ 6890233 h 6890232"/>
              <a:gd name="csX4" fmla="*/ 0 w 7694156"/>
              <a:gd name="csY4" fmla="*/ 0 h 6890232"/>
              <a:gd name="csX0" fmla="*/ 0 w 7694156"/>
              <a:gd name="csY0" fmla="*/ 0 h 6890233"/>
              <a:gd name="csX1" fmla="*/ 7694156 w 7694156"/>
              <a:gd name="csY1" fmla="*/ 0 h 6890233"/>
              <a:gd name="csX2" fmla="*/ 4493644 w 7694156"/>
              <a:gd name="csY2" fmla="*/ 6855446 h 6890233"/>
              <a:gd name="csX3" fmla="*/ 0 w 7694156"/>
              <a:gd name="csY3" fmla="*/ 6890233 h 6890233"/>
              <a:gd name="csX4" fmla="*/ 0 w 7694156"/>
              <a:gd name="csY4" fmla="*/ 0 h 6890233"/>
              <a:gd name="csX0" fmla="*/ 0 w 7694156"/>
              <a:gd name="csY0" fmla="*/ 0 h 6855446"/>
              <a:gd name="csX1" fmla="*/ 7694156 w 7694156"/>
              <a:gd name="csY1" fmla="*/ 0 h 6855446"/>
              <a:gd name="csX2" fmla="*/ 4493644 w 7694156"/>
              <a:gd name="csY2" fmla="*/ 6855446 h 6855446"/>
              <a:gd name="csX3" fmla="*/ 9939 w 7694156"/>
              <a:gd name="csY3" fmla="*/ 6825628 h 6855446"/>
              <a:gd name="csX4" fmla="*/ 0 w 7694156"/>
              <a:gd name="csY4" fmla="*/ 0 h 6855446"/>
              <a:gd name="csX0" fmla="*/ 0 w 7694156"/>
              <a:gd name="csY0" fmla="*/ 0 h 6855446"/>
              <a:gd name="csX1" fmla="*/ 7694156 w 7694156"/>
              <a:gd name="csY1" fmla="*/ 0 h 6855446"/>
              <a:gd name="csX2" fmla="*/ 4493644 w 7694156"/>
              <a:gd name="csY2" fmla="*/ 6855446 h 6855446"/>
              <a:gd name="csX3" fmla="*/ 4970 w 7694156"/>
              <a:gd name="csY3" fmla="*/ 6855445 h 6855446"/>
              <a:gd name="csX4" fmla="*/ 0 w 7694156"/>
              <a:gd name="csY4" fmla="*/ 0 h 6855446"/>
              <a:gd name="csX0" fmla="*/ 477 w 7694633"/>
              <a:gd name="csY0" fmla="*/ 0 h 6855446"/>
              <a:gd name="csX1" fmla="*/ 7694633 w 7694633"/>
              <a:gd name="csY1" fmla="*/ 0 h 6855446"/>
              <a:gd name="csX2" fmla="*/ 4494121 w 7694633"/>
              <a:gd name="csY2" fmla="*/ 6855446 h 6855446"/>
              <a:gd name="csX3" fmla="*/ 478 w 7694633"/>
              <a:gd name="csY3" fmla="*/ 6850475 h 6855446"/>
              <a:gd name="csX4" fmla="*/ 477 w 7694633"/>
              <a:gd name="csY4" fmla="*/ 0 h 6855446"/>
            </a:gdLst>
            <a:ahLst/>
            <a:cxnLst>
              <a:cxn ang="0">
                <a:pos x="csX0" y="csY0"/>
              </a:cxn>
              <a:cxn ang="0">
                <a:pos x="csX1" y="csY1"/>
              </a:cxn>
              <a:cxn ang="0">
                <a:pos x="csX2" y="csY2"/>
              </a:cxn>
              <a:cxn ang="0">
                <a:pos x="csX3" y="csY3"/>
              </a:cxn>
              <a:cxn ang="0">
                <a:pos x="csX4" y="csY4"/>
              </a:cxn>
            </a:cxnLst>
            <a:rect l="l" t="t" r="r" b="b"/>
            <a:pathLst>
              <a:path w="7694633" h="6855446">
                <a:moveTo>
                  <a:pt x="477" y="0"/>
                </a:moveTo>
                <a:lnTo>
                  <a:pt x="7694633" y="0"/>
                </a:lnTo>
                <a:lnTo>
                  <a:pt x="4494121" y="6855446"/>
                </a:lnTo>
                <a:lnTo>
                  <a:pt x="478" y="6850475"/>
                </a:lnTo>
                <a:cubicBezTo>
                  <a:pt x="-1179" y="4565327"/>
                  <a:pt x="2134" y="2285148"/>
                  <a:pt x="477" y="0"/>
                </a:cubicBezTo>
                <a:close/>
              </a:path>
            </a:pathLst>
          </a:custGeom>
          <a:blipFill>
            <a:blip>
              <a:extLst>
                <a:ext uri="{96DAC541-7B7A-43D3-8B79-37D633B846F1}">
                  <asvg:svgBlip xmlns:asvg="http://schemas.microsoft.com/office/drawing/2016/SVG/main" r:embed="rId3"/>
                </a:ext>
              </a:extLst>
            </a:blip>
            <a:stretch>
              <a:fillRect b="385"/>
            </a:stretch>
          </a:blipFill>
          <a:ln w="6342" cap="flat">
            <a:noFill/>
            <a:prstDash val="solid"/>
            <a:miter/>
          </a:ln>
        </p:spPr>
        <p:txBody>
          <a:bodyPr/>
          <a:lstStyle/>
          <a:p>
            <a:endParaRPr lang="en-US" sz="1801" b="0" i="0">
              <a:latin typeface="Replica LL TT" panose="020B0504010101010104" pitchFamily="34" charset="77"/>
            </a:endParaRPr>
          </a:p>
        </p:txBody>
      </p:sp>
      <p:cxnSp>
        <p:nvCxnSpPr>
          <p:cNvPr id="2" name="Straight Connector 1">
            <a:extLst>
              <a:ext uri="{FF2B5EF4-FFF2-40B4-BE49-F238E27FC236}">
                <a16:creationId xmlns:a16="http://schemas.microsoft.com/office/drawing/2014/main" id="{4221B8F4-2557-C92A-F72E-56F73ABFCEBD}"/>
              </a:ext>
            </a:extLst>
          </p:cNvPr>
          <p:cNvCxnSpPr>
            <a:cxnSpLocks/>
          </p:cNvCxnSpPr>
          <p:nvPr userDrawn="1"/>
        </p:nvCxnSpPr>
        <p:spPr>
          <a:xfrm flipH="1">
            <a:off x="4536702" y="-13098"/>
            <a:ext cx="3214411" cy="687109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Logo">
            <a:extLst>
              <a:ext uri="{FF2B5EF4-FFF2-40B4-BE49-F238E27FC236}">
                <a16:creationId xmlns:a16="http://schemas.microsoft.com/office/drawing/2014/main" id="{14EB26AF-4085-566B-40DB-612F0654CDA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8600" y="215030"/>
            <a:ext cx="2154887" cy="638319"/>
          </a:xfrm>
          <a:prstGeom prst="rect">
            <a:avLst/>
          </a:prstGeom>
        </p:spPr>
      </p:pic>
      <p:sp>
        <p:nvSpPr>
          <p:cNvPr id="3" name="Text 0">
            <a:extLst>
              <a:ext uri="{FF2B5EF4-FFF2-40B4-BE49-F238E27FC236}">
                <a16:creationId xmlns:a16="http://schemas.microsoft.com/office/drawing/2014/main" id="{EA79BB15-3A19-63A3-FFE0-50E87366B595}"/>
              </a:ext>
            </a:extLst>
          </p:cNvPr>
          <p:cNvSpPr/>
          <p:nvPr/>
        </p:nvSpPr>
        <p:spPr>
          <a:xfrm>
            <a:off x="333323" y="6364976"/>
            <a:ext cx="3204394" cy="241858"/>
          </a:xfrm>
          <a:prstGeom prst="rect">
            <a:avLst/>
          </a:prstGeom>
          <a:noFill/>
          <a:ln/>
        </p:spPr>
        <p:txBody>
          <a:bodyPr wrap="square" lIns="0" tIns="0" rIns="0" bIns="0" rtlCol="0" anchor="t"/>
          <a:lstStyle/>
          <a:p>
            <a:pPr>
              <a:lnSpc>
                <a:spcPts val="1539"/>
              </a:lnSpc>
            </a:pPr>
            <a:r>
              <a:rPr lang="en-US" sz="1399" b="0" u="none">
                <a:solidFill>
                  <a:schemeClr val="tx2">
                    <a:lumMod val="25000"/>
                    <a:lumOff val="75000"/>
                  </a:schemeClr>
                </a:solidFill>
                <a:latin typeface="Roboto Mono Light" pitchFamily="34" charset="0"/>
                <a:ea typeface="Roboto Mono Light" pitchFamily="34" charset="-122"/>
                <a:cs typeface="Roboto Mono Light" pitchFamily="34" charset="-120"/>
              </a:rPr>
              <a:t>SOFTSERVEINC.COM</a:t>
            </a:r>
            <a:endParaRPr lang="en-US" sz="1399" b="0" i="0" u="none">
              <a:solidFill>
                <a:schemeClr val="tx2">
                  <a:lumMod val="25000"/>
                  <a:lumOff val="75000"/>
                </a:schemeClr>
              </a:solidFill>
              <a:latin typeface="Replica LL TT" panose="020B0504010101010104" pitchFamily="34" charset="77"/>
            </a:endParaRPr>
          </a:p>
        </p:txBody>
      </p:sp>
      <p:sp>
        <p:nvSpPr>
          <p:cNvPr id="11" name="Text Placeholder 2">
            <a:extLst>
              <a:ext uri="{FF2B5EF4-FFF2-40B4-BE49-F238E27FC236}">
                <a16:creationId xmlns:a16="http://schemas.microsoft.com/office/drawing/2014/main" id="{43E023D7-8157-6D10-8C5E-90ACE80EDF97}"/>
              </a:ext>
            </a:extLst>
          </p:cNvPr>
          <p:cNvSpPr>
            <a:spLocks noGrp="1"/>
          </p:cNvSpPr>
          <p:nvPr>
            <p:ph type="body" sz="quarter" idx="12"/>
          </p:nvPr>
        </p:nvSpPr>
        <p:spPr>
          <a:xfrm>
            <a:off x="333323" y="3877732"/>
            <a:ext cx="3409918" cy="706438"/>
          </a:xfrm>
          <a:prstGeom prst="rect">
            <a:avLst/>
          </a:prstGeom>
        </p:spPr>
        <p:txBody>
          <a:bodyPr>
            <a:noAutofit/>
          </a:bodyPr>
          <a:lstStyle>
            <a:lvl1pPr marL="0" indent="0">
              <a:lnSpc>
                <a:spcPct val="100000"/>
              </a:lnSpc>
              <a:spcBef>
                <a:spcPts val="0"/>
              </a:spcBef>
              <a:buNone/>
              <a:defRPr sz="1400" b="0" i="0" kern="1200" cap="none" baseline="0">
                <a:solidFill>
                  <a:schemeClr val="tx2">
                    <a:lumMod val="25000"/>
                    <a:lumOff val="75000"/>
                  </a:schemeClr>
                </a:solidFill>
                <a:latin typeface="Replica LL TT" panose="020B0504010101010104" pitchFamily="34" charset="77"/>
                <a:ea typeface="Roboto Mono Medium" pitchFamily="2" charset="0"/>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en-US"/>
              <a:t>Click to edit Master text styles</a:t>
            </a:r>
          </a:p>
        </p:txBody>
      </p:sp>
      <p:sp>
        <p:nvSpPr>
          <p:cNvPr id="30" name="Title 1">
            <a:extLst>
              <a:ext uri="{FF2B5EF4-FFF2-40B4-BE49-F238E27FC236}">
                <a16:creationId xmlns:a16="http://schemas.microsoft.com/office/drawing/2014/main" id="{8BD96DD4-365F-A03F-DAD0-60B96CEF38E4}"/>
              </a:ext>
            </a:extLst>
          </p:cNvPr>
          <p:cNvSpPr>
            <a:spLocks noGrp="1"/>
          </p:cNvSpPr>
          <p:nvPr>
            <p:ph type="body" sz="quarter" idx="10" hasCustomPrompt="1"/>
          </p:nvPr>
        </p:nvSpPr>
        <p:spPr>
          <a:xfrm>
            <a:off x="342900" y="1774706"/>
            <a:ext cx="5654675" cy="1671072"/>
          </a:xfrm>
          <a:prstGeom prst="rect">
            <a:avLst/>
          </a:prstGeom>
        </p:spPr>
        <p:txBody>
          <a:bodyPr>
            <a:noAutofit/>
          </a:bodyPr>
          <a:lstStyle>
            <a:lvl1pPr marL="0" indent="0">
              <a:spcBef>
                <a:spcPts val="0"/>
              </a:spcBef>
              <a:buNone/>
              <a:tabLst/>
              <a:defRPr sz="4400">
                <a:solidFill>
                  <a:schemeClr val="bg1"/>
                </a:solidFill>
                <a:latin typeface="+mj-lt"/>
              </a:defRPr>
            </a:lvl1pPr>
            <a:lvl2pPr>
              <a:buNone/>
              <a:defRPr>
                <a:solidFill>
                  <a:schemeClr val="bg1"/>
                </a:solidFill>
                <a:latin typeface="+mj-lt"/>
              </a:defRPr>
            </a:lvl2pPr>
            <a:lvl3pPr>
              <a:buNone/>
              <a:defRPr>
                <a:solidFill>
                  <a:schemeClr val="bg1"/>
                </a:solidFill>
                <a:latin typeface="+mj-lt"/>
              </a:defRPr>
            </a:lvl3pPr>
            <a:lvl4pPr>
              <a:buNone/>
              <a:defRPr>
                <a:solidFill>
                  <a:schemeClr val="bg1"/>
                </a:solidFill>
                <a:latin typeface="+mj-lt"/>
              </a:defRPr>
            </a:lvl4pPr>
            <a:lvl5pPr>
              <a:buNone/>
              <a:defRPr>
                <a:solidFill>
                  <a:schemeClr val="bg1"/>
                </a:solidFill>
                <a:latin typeface="+mj-lt"/>
              </a:defRPr>
            </a:lvl5pPr>
          </a:lstStyle>
          <a:p>
            <a:pPr lvl="0"/>
            <a:r>
              <a:rPr lang="en-US"/>
              <a:t>Click to edit Master</a:t>
            </a:r>
            <a:br>
              <a:rPr lang="en-US"/>
            </a:br>
            <a:r>
              <a:rPr lang="en-US"/>
              <a:t>text</a:t>
            </a:r>
          </a:p>
        </p:txBody>
      </p:sp>
    </p:spTree>
    <p:extLst>
      <p:ext uri="{BB962C8B-B14F-4D97-AF65-F5344CB8AC3E}">
        <p14:creationId xmlns:p14="http://schemas.microsoft.com/office/powerpoint/2010/main" val="28366438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 Id="rId57"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 name="Slide Number Placeholder 9">
            <a:extLst>
              <a:ext uri="{FF2B5EF4-FFF2-40B4-BE49-F238E27FC236}">
                <a16:creationId xmlns:a16="http://schemas.microsoft.com/office/drawing/2014/main" id="{CC28ACB6-8CB3-E190-AAA3-6747DFFE1573}"/>
              </a:ext>
            </a:extLst>
          </p:cNvPr>
          <p:cNvSpPr>
            <a:spLocks noGrp="1"/>
          </p:cNvSpPr>
          <p:nvPr>
            <p:ph type="sldNum" sz="quarter" idx="4"/>
          </p:nvPr>
        </p:nvSpPr>
        <p:spPr>
          <a:xfrm>
            <a:off x="11273337" y="197826"/>
            <a:ext cx="575826" cy="365125"/>
          </a:xfrm>
          <a:prstGeom prst="rect">
            <a:avLst/>
          </a:prstGeom>
        </p:spPr>
        <p:txBody>
          <a:bodyPr vert="horz" lIns="0" tIns="45720" rIns="0" bIns="45720" rtlCol="0" anchor="ctr"/>
          <a:lstStyle>
            <a:lvl1pPr algn="r">
              <a:defRPr sz="800" b="0" i="0">
                <a:solidFill>
                  <a:schemeClr val="tx2">
                    <a:lumMod val="50000"/>
                    <a:lumOff val="50000"/>
                  </a:schemeClr>
                </a:solidFill>
                <a:latin typeface="Roboto Mono Medium" pitchFamily="49" charset="0"/>
                <a:ea typeface="Roboto Mono Medium" pitchFamily="49" charset="0"/>
                <a:cs typeface="Replica LL TT" panose="020B0504010101010104" pitchFamily="34" charset="77"/>
              </a:defRPr>
            </a:lvl1pPr>
          </a:lstStyle>
          <a:p>
            <a:fld id="{48F63A3B-78C7-47BE-AE5E-E10140E04643}" type="slidenum">
              <a:rPr lang="en-US" smtClean="0"/>
              <a:pPr/>
              <a:t>‹#›</a:t>
            </a:fld>
            <a:endParaRPr lang="en-US"/>
          </a:p>
        </p:txBody>
      </p:sp>
      <p:cxnSp>
        <p:nvCxnSpPr>
          <p:cNvPr id="34" name="Straight Connector 33">
            <a:extLst>
              <a:ext uri="{FF2B5EF4-FFF2-40B4-BE49-F238E27FC236}">
                <a16:creationId xmlns:a16="http://schemas.microsoft.com/office/drawing/2014/main" id="{AE0F829B-1468-26F9-C19B-985741973859}"/>
              </a:ext>
            </a:extLst>
          </p:cNvPr>
          <p:cNvCxnSpPr>
            <a:cxnSpLocks/>
          </p:cNvCxnSpPr>
          <p:nvPr userDrawn="1"/>
        </p:nvCxnSpPr>
        <p:spPr>
          <a:xfrm>
            <a:off x="342900" y="65151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DB45FEAE-7A79-66BA-FD94-F1B2ECDB8469}"/>
              </a:ext>
            </a:extLst>
          </p:cNvPr>
          <p:cNvSpPr>
            <a:spLocks noGrp="1"/>
          </p:cNvSpPr>
          <p:nvPr>
            <p:ph type="body" idx="1"/>
          </p:nvPr>
        </p:nvSpPr>
        <p:spPr>
          <a:xfrm>
            <a:off x="342900" y="2448909"/>
            <a:ext cx="11468102" cy="3728053"/>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1">
            <a:extLst>
              <a:ext uri="{FF2B5EF4-FFF2-40B4-BE49-F238E27FC236}">
                <a16:creationId xmlns:a16="http://schemas.microsoft.com/office/drawing/2014/main" id="{24F31599-6B9F-8BB9-66CC-7517887D07EB}"/>
              </a:ext>
            </a:extLst>
          </p:cNvPr>
          <p:cNvSpPr>
            <a:spLocks noGrp="1"/>
          </p:cNvSpPr>
          <p:nvPr>
            <p:ph type="title"/>
          </p:nvPr>
        </p:nvSpPr>
        <p:spPr>
          <a:xfrm>
            <a:off x="342900" y="920338"/>
            <a:ext cx="5220104" cy="1325563"/>
          </a:xfrm>
          <a:prstGeom prst="rect">
            <a:avLst/>
          </a:prstGeom>
        </p:spPr>
        <p:txBody>
          <a:bodyPr vert="horz" lIns="0" tIns="45720" rIns="0" bIns="45720" rtlCol="0" anchor="ctr">
            <a:noAutofit/>
          </a:bodyPr>
          <a:lstStyle/>
          <a:p>
            <a:r>
              <a:rPr lang="en-US"/>
              <a:t>Click to edit Master title style</a:t>
            </a:r>
            <a:endParaRPr lang="en-US" dirty="0"/>
          </a:p>
        </p:txBody>
      </p:sp>
      <p:sp>
        <p:nvSpPr>
          <p:cNvPr id="11" name="Text Placeholder 28">
            <a:extLst>
              <a:ext uri="{FF2B5EF4-FFF2-40B4-BE49-F238E27FC236}">
                <a16:creationId xmlns:a16="http://schemas.microsoft.com/office/drawing/2014/main" id="{85B0EE91-61D1-8D52-0B58-F63F4033609B}"/>
              </a:ext>
            </a:extLst>
          </p:cNvPr>
          <p:cNvSpPr txBox="1">
            <a:spLocks/>
          </p:cNvSpPr>
          <p:nvPr userDrawn="1"/>
        </p:nvSpPr>
        <p:spPr>
          <a:xfrm>
            <a:off x="3270250" y="302793"/>
            <a:ext cx="2742327" cy="257175"/>
          </a:xfrm>
          <a:prstGeom prst="rect">
            <a:avLst/>
          </a:prstGeom>
        </p:spPr>
        <p:txBody>
          <a:bodyPr lIns="0" rIns="0"/>
          <a:lst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rgbClr val="26292B"/>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pPr marL="0" indent="0" defTabSz="457337">
              <a:lnSpc>
                <a:spcPts val="800"/>
              </a:lnSpc>
              <a:spcBef>
                <a:spcPts val="0"/>
              </a:spcBef>
              <a:buFontTx/>
              <a:buNone/>
              <a:defRPr/>
            </a:pPr>
            <a:r>
              <a:rPr lang="en-US" sz="800">
                <a:solidFill>
                  <a:schemeClr val="tx2">
                    <a:lumMod val="90000"/>
                    <a:lumOff val="10000"/>
                  </a:schemeClr>
                </a:solidFill>
                <a:latin typeface="Roboto Mono Regular" pitchFamily="34" charset="0"/>
                <a:ea typeface="Roboto Mono Regular" pitchFamily="34" charset="-122"/>
                <a:cs typeface="Roboto Mono Regular" pitchFamily="34" charset="-120"/>
              </a:rPr>
              <a:t>SoftServe</a:t>
            </a:r>
            <a:endParaRPr lang="en-US" sz="800" b="0" i="0">
              <a:solidFill>
                <a:schemeClr val="tx2">
                  <a:lumMod val="90000"/>
                  <a:lumOff val="10000"/>
                </a:schemeClr>
              </a:solidFill>
              <a:latin typeface="Replica LL TT" panose="020B0504010101010104" pitchFamily="34" charset="77"/>
            </a:endParaRPr>
          </a:p>
        </p:txBody>
      </p:sp>
      <p:pic>
        <p:nvPicPr>
          <p:cNvPr id="13" name="Image 1" descr=" ">
            <a:extLst>
              <a:ext uri="{FF2B5EF4-FFF2-40B4-BE49-F238E27FC236}">
                <a16:creationId xmlns:a16="http://schemas.microsoft.com/office/drawing/2014/main" id="{A85A963D-3698-3156-78F6-92AE46B28801}"/>
              </a:ext>
            </a:extLst>
          </p:cNvPr>
          <p:cNvPicPr>
            <a:picLocks noChangeAspect="1"/>
          </p:cNvPicPr>
          <p:nvPr userDrawn="1"/>
        </p:nvPicPr>
        <p:blipFill>
          <a:blip>
            <a:extLst>
              <a:ext uri="{96DAC541-7B7A-43D3-8B79-37D633B846F1}">
                <asvg:svgBlip xmlns:asvg="http://schemas.microsoft.com/office/drawing/2016/SVG/main" r:embed="rId57"/>
              </a:ext>
            </a:extLst>
          </a:blip>
          <a:stretch>
            <a:fillRect/>
          </a:stretch>
        </p:blipFill>
        <p:spPr>
          <a:xfrm>
            <a:off x="342900" y="204509"/>
            <a:ext cx="317498" cy="361809"/>
          </a:xfrm>
          <a:prstGeom prst="rect">
            <a:avLst/>
          </a:prstGeom>
        </p:spPr>
      </p:pic>
      <p:cxnSp>
        <p:nvCxnSpPr>
          <p:cNvPr id="26" name="Straight Connector 25">
            <a:extLst>
              <a:ext uri="{FF2B5EF4-FFF2-40B4-BE49-F238E27FC236}">
                <a16:creationId xmlns:a16="http://schemas.microsoft.com/office/drawing/2014/main" id="{6781D3F8-2806-623C-E4A5-125725F3FCAF}"/>
              </a:ext>
            </a:extLst>
          </p:cNvPr>
          <p:cNvCxnSpPr>
            <a:cxnSpLocks/>
          </p:cNvCxnSpPr>
          <p:nvPr userDrawn="1"/>
        </p:nvCxnSpPr>
        <p:spPr>
          <a:xfrm>
            <a:off x="342900" y="876300"/>
            <a:ext cx="11506200" cy="0"/>
          </a:xfrm>
          <a:prstGeom prst="line">
            <a:avLst/>
          </a:prstGeom>
          <a:ln w="12700">
            <a:solidFill>
              <a:schemeClr val="tx2">
                <a:lumMod val="90000"/>
                <a:lumOff val="1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6666381"/>
      </p:ext>
    </p:extLst>
  </p:cSld>
  <p:clrMap bg1="lt1" tx1="dk1" bg2="lt2" tx2="dk2" accent1="accent1" accent2="accent2" accent3="accent3" accent4="accent4" accent5="accent5" accent6="accent6" hlink="hlink" folHlink="folHlink"/>
  <p:sldLayoutIdLst>
    <p:sldLayoutId id="2147483664" r:id="rId1"/>
    <p:sldLayoutId id="2147483779" r:id="rId2"/>
    <p:sldLayoutId id="2147483778" r:id="rId3"/>
    <p:sldLayoutId id="2147483700" r:id="rId4"/>
    <p:sldLayoutId id="2147483678" r:id="rId5"/>
    <p:sldLayoutId id="2147483668" r:id="rId6"/>
    <p:sldLayoutId id="2147483780" r:id="rId7"/>
    <p:sldLayoutId id="2147483665" r:id="rId8"/>
    <p:sldLayoutId id="2147483701" r:id="rId9"/>
    <p:sldLayoutId id="2147483702" r:id="rId10"/>
    <p:sldLayoutId id="2147483687" r:id="rId11"/>
    <p:sldLayoutId id="2147483781" r:id="rId12"/>
    <p:sldLayoutId id="2147483689" r:id="rId13"/>
    <p:sldLayoutId id="2147483667" r:id="rId14"/>
    <p:sldLayoutId id="2147483686" r:id="rId15"/>
    <p:sldLayoutId id="2147483690" r:id="rId16"/>
    <p:sldLayoutId id="2147483683" r:id="rId17"/>
    <p:sldLayoutId id="2147483685" r:id="rId18"/>
    <p:sldLayoutId id="2147483669" r:id="rId19"/>
    <p:sldLayoutId id="2147483671" r:id="rId20"/>
    <p:sldLayoutId id="2147483714" r:id="rId21"/>
    <p:sldLayoutId id="2147483681" r:id="rId22"/>
    <p:sldLayoutId id="2147483670" r:id="rId23"/>
    <p:sldLayoutId id="2147483703" r:id="rId24"/>
    <p:sldLayoutId id="2147483706" r:id="rId25"/>
    <p:sldLayoutId id="2147483705" r:id="rId26"/>
    <p:sldLayoutId id="2147483719" r:id="rId27"/>
    <p:sldLayoutId id="2147483672" r:id="rId28"/>
    <p:sldLayoutId id="2147483715" r:id="rId29"/>
    <p:sldLayoutId id="2147483682" r:id="rId30"/>
    <p:sldLayoutId id="2147483679" r:id="rId31"/>
    <p:sldLayoutId id="2147483680" r:id="rId32"/>
    <p:sldLayoutId id="2147483711" r:id="rId33"/>
    <p:sldLayoutId id="2147483712" r:id="rId34"/>
    <p:sldLayoutId id="2147483710" r:id="rId35"/>
    <p:sldLayoutId id="2147483713" r:id="rId36"/>
    <p:sldLayoutId id="2147483717" r:id="rId37"/>
    <p:sldLayoutId id="2147483673" r:id="rId38"/>
    <p:sldLayoutId id="2147483674" r:id="rId39"/>
    <p:sldLayoutId id="2147483708" r:id="rId40"/>
    <p:sldLayoutId id="2147483709" r:id="rId41"/>
    <p:sldLayoutId id="2147483718" r:id="rId42"/>
    <p:sldLayoutId id="2147483693" r:id="rId43"/>
    <p:sldLayoutId id="2147483692" r:id="rId44"/>
    <p:sldLayoutId id="2147483707" r:id="rId45"/>
    <p:sldLayoutId id="2147483691" r:id="rId46"/>
    <p:sldLayoutId id="2147483697" r:id="rId47"/>
    <p:sldLayoutId id="2147483696" r:id="rId48"/>
    <p:sldLayoutId id="2147483695" r:id="rId49"/>
    <p:sldLayoutId id="2147483716" r:id="rId50"/>
    <p:sldLayoutId id="2147483720" r:id="rId51"/>
    <p:sldLayoutId id="2147483694" r:id="rId52"/>
    <p:sldLayoutId id="2147483677" r:id="rId53"/>
    <p:sldLayoutId id="2147483684" r:id="rId54"/>
    <p:sldLayoutId id="2147483675" r:id="rId55"/>
  </p:sldLayoutIdLst>
  <p:hf hdr="0" ftr="0" dt="0"/>
  <p:txStyles>
    <p:titleStyle>
      <a:lvl1pPr algn="l" defTabSz="914400" rtl="0" eaLnBrk="1" latinLnBrk="0" hangingPunct="1">
        <a:lnSpc>
          <a:spcPct val="90000"/>
        </a:lnSpc>
        <a:spcBef>
          <a:spcPct val="0"/>
        </a:spcBef>
        <a:buNone/>
        <a:defRPr sz="3001" b="0" i="0" kern="1200">
          <a:solidFill>
            <a:schemeClr val="tx1"/>
          </a:solidFill>
          <a:latin typeface="+mn-lt"/>
          <a:ea typeface="+mj-ea"/>
          <a:cs typeface="+mj-cs"/>
        </a:defRPr>
      </a:lvl1pPr>
    </p:titleStyle>
    <p:bodyStyle>
      <a:lvl1pPr marL="236538" indent="-236538" algn="l" defTabSz="914400" rtl="0" eaLnBrk="1" latinLnBrk="0" hangingPunct="1">
        <a:lnSpc>
          <a:spcPct val="100000"/>
        </a:lnSpc>
        <a:spcBef>
          <a:spcPts val="1000"/>
        </a:spcBef>
        <a:buFont typeface="Arial" panose="020B0604020202020204" pitchFamily="34" charset="0"/>
        <a:buChar char="•"/>
        <a:tabLst/>
        <a:defRPr sz="1400" b="0" i="0" kern="1200" baseline="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1200" b="0" i="0" kern="1200" baseline="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1100" b="0" i="0" kern="1200" baseline="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050" b="0" i="0" kern="1200" baseline="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000" b="0" i="0" kern="1200" baseline="0">
          <a:solidFill>
            <a:schemeClr val="tx1"/>
          </a:solidFill>
          <a:latin typeface="+mn-lt"/>
          <a:ea typeface="+mn-ea"/>
          <a:cs typeface="+mn-cs"/>
        </a:defRPr>
      </a:lvl5pPr>
      <a:lvl6pPr marL="2514600" indent="-228600" algn="l" defTabSz="914400" rtl="0" eaLnBrk="1" latinLnBrk="0" hangingPunct="1">
        <a:lnSpc>
          <a:spcPct val="100000"/>
        </a:lnSpc>
        <a:spcBef>
          <a:spcPts val="500"/>
        </a:spcBef>
        <a:buFont typeface="Arial" panose="020B0604020202020204" pitchFamily="34" charset="0"/>
        <a:buChar char="•"/>
        <a:defRPr sz="900" kern="1200">
          <a:solidFill>
            <a:schemeClr val="tx1"/>
          </a:solidFill>
          <a:latin typeface="+mn-lt"/>
          <a:ea typeface="+mn-ea"/>
          <a:cs typeface="+mn-cs"/>
        </a:defRPr>
      </a:lvl6pPr>
      <a:lvl7pPr marL="2971799" indent="-228600" algn="l" defTabSz="914400" rtl="0" eaLnBrk="1" latinLnBrk="0" hangingPunct="1">
        <a:lnSpc>
          <a:spcPct val="100000"/>
        </a:lnSpc>
        <a:spcBef>
          <a:spcPts val="500"/>
        </a:spcBef>
        <a:buFont typeface="Arial" panose="020B0604020202020204" pitchFamily="34" charset="0"/>
        <a:buChar char="•"/>
        <a:defRPr sz="800" kern="1200">
          <a:solidFill>
            <a:schemeClr val="tx1"/>
          </a:solidFill>
          <a:latin typeface="+mn-lt"/>
          <a:ea typeface="+mn-ea"/>
          <a:cs typeface="+mn-cs"/>
        </a:defRPr>
      </a:lvl7pPr>
      <a:lvl8pPr marL="3428999" indent="-228600" algn="l" defTabSz="914400" rtl="0" eaLnBrk="1" latinLnBrk="0" hangingPunct="1">
        <a:lnSpc>
          <a:spcPct val="100000"/>
        </a:lnSpc>
        <a:spcBef>
          <a:spcPts val="500"/>
        </a:spcBef>
        <a:buFont typeface="Arial" panose="020B0604020202020204" pitchFamily="34" charset="0"/>
        <a:buChar char="•"/>
        <a:defRPr sz="700" kern="1200">
          <a:solidFill>
            <a:schemeClr val="tx1"/>
          </a:solidFill>
          <a:latin typeface="+mn-lt"/>
          <a:ea typeface="+mn-ea"/>
          <a:cs typeface="+mn-cs"/>
        </a:defRPr>
      </a:lvl8pPr>
      <a:lvl9pPr marL="3886200" indent="-228600" algn="l" defTabSz="914400" rtl="0" eaLnBrk="1" latinLnBrk="0" hangingPunct="1">
        <a:lnSpc>
          <a:spcPct val="100000"/>
        </a:lnSpc>
        <a:spcBef>
          <a:spcPts val="500"/>
        </a:spcBef>
        <a:buFont typeface="Arial" panose="020B0604020202020204" pitchFamily="34" charset="0"/>
        <a:buChar char="•"/>
        <a:defRPr sz="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799"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4" userDrawn="1">
          <p15:clr>
            <a:srgbClr val="F26B43"/>
          </p15:clr>
        </p15:guide>
        <p15:guide id="2" pos="3778" userDrawn="1">
          <p15:clr>
            <a:srgbClr val="F26B43"/>
          </p15:clr>
        </p15:guide>
        <p15:guide id="3" pos="216" userDrawn="1">
          <p15:clr>
            <a:srgbClr val="F26B43"/>
          </p15:clr>
        </p15:guide>
        <p15:guide id="4" pos="1011" userDrawn="1">
          <p15:clr>
            <a:srgbClr val="F26B43"/>
          </p15:clr>
        </p15:guide>
        <p15:guide id="5" pos="1135" userDrawn="1">
          <p15:clr>
            <a:srgbClr val="F26B43"/>
          </p15:clr>
        </p15:guide>
        <p15:guide id="6" pos="2060" userDrawn="1">
          <p15:clr>
            <a:srgbClr val="F26B43"/>
          </p15:clr>
        </p15:guide>
        <p15:guide id="7" pos="1936" userDrawn="1">
          <p15:clr>
            <a:srgbClr val="F26B43"/>
          </p15:clr>
        </p15:guide>
        <p15:guide id="8" pos="2858" userDrawn="1">
          <p15:clr>
            <a:srgbClr val="F26B43"/>
          </p15:clr>
        </p15:guide>
        <p15:guide id="9" pos="2982" userDrawn="1">
          <p15:clr>
            <a:srgbClr val="F26B43"/>
          </p15:clr>
        </p15:guide>
        <p15:guide id="10" pos="3904" userDrawn="1">
          <p15:clr>
            <a:srgbClr val="F26B43"/>
          </p15:clr>
        </p15:guide>
        <p15:guide id="11" pos="4700" userDrawn="1">
          <p15:clr>
            <a:srgbClr val="F26B43"/>
          </p15:clr>
        </p15:guide>
        <p15:guide id="12" pos="4826" userDrawn="1">
          <p15:clr>
            <a:srgbClr val="F26B43"/>
          </p15:clr>
        </p15:guide>
        <p15:guide id="13" pos="5620" userDrawn="1">
          <p15:clr>
            <a:srgbClr val="F26B43"/>
          </p15:clr>
        </p15:guide>
        <p15:guide id="14" pos="5748" userDrawn="1">
          <p15:clr>
            <a:srgbClr val="F26B43"/>
          </p15:clr>
        </p15:guide>
        <p15:guide id="15" pos="6544" userDrawn="1">
          <p15:clr>
            <a:srgbClr val="F26B43"/>
          </p15:clr>
        </p15:guide>
        <p15:guide id="16" pos="6670" userDrawn="1">
          <p15:clr>
            <a:srgbClr val="F26B43"/>
          </p15:clr>
        </p15:guide>
        <p15:guide id="17" pos="7464" userDrawn="1">
          <p15:clr>
            <a:srgbClr val="F26B43"/>
          </p15:clr>
        </p15:guide>
        <p15:guide id="18" orient="horz" pos="4104" userDrawn="1">
          <p15:clr>
            <a:srgbClr val="F26B43"/>
          </p15:clr>
        </p15:guide>
        <p15:guide id="19" orient="horz" pos="5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image" Target="../media/image25.png"/><Relationship Id="rId3" Type="http://schemas.openxmlformats.org/officeDocument/2006/relationships/image" Target="../media/image26.jpeg"/><Relationship Id="rId4" Type="http://schemas.openxmlformats.org/officeDocument/2006/relationships/image" Target="../media/image27.jpeg"/><Relationship Id="rId5" Type="http://schemas.openxmlformats.org/officeDocument/2006/relationships/image" Target="../media/image31.png"/><Relationship Id="rId6" Type="http://schemas.openxmlformats.org/officeDocument/2006/relationships/image" Target="../media/image32.jpg"/><Relationship Id="rId7" Type="http://schemas.openxmlformats.org/officeDocument/2006/relationships/image" Target="../media/image3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2.xml"/><Relationship Id="rId3" Type="http://schemas.openxmlformats.org/officeDocument/2006/relationships/image" Target="../media/image25.png"/><Relationship Id="rId4"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2.xml"/><Relationship Id="rId3"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1737360"/>
            <a:ext cx="10515600" cy="4114800"/>
          </a:xfrm>
          <a:prstGeom prst="rect">
            <a:avLst/>
          </a:prstGeom>
          <a:gradFill>
            <a:gsLst>
              <a:gs pos="0">
                <a:srgbClr val="000000">
                  <a:alpha val="82000"/>
                </a:srgbClr>
              </a:gs>
              <a:gs pos="100">
                <a:srgbClr val="000000">
                  <a:alpha val="34000"/>
                </a:srgbClr>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Placeholder 1"/>
          <p:cNvSpPr>
            <a:spLocks noGrp="1"/>
          </p:cNvSpPr>
          <p:nvPr>
            <p:ph type="body" sz="quarter" idx="12"/>
          </p:nvPr>
        </p:nvSpPr>
        <p:spPr>
          <a:xfrm>
            <a:off x="521207" y="4754880"/>
            <a:ext cx="4203193" cy="731520"/>
          </a:xfrm>
        </p:spPr>
        <p:txBody>
          <a:bodyPr wrap="square"/>
          <a:lstStyle/>
          <a:p>
            <a:pPr>
              <a:lnSpc>
                <a:spcPct val="150000"/>
              </a:lnSpc>
            </a:pPr>
            <a:r>
              <a:rPr sz="1400" b="1" i="0" dirty="0">
                <a:solidFill>
                  <a:schemeClr val="bg1"/>
                </a:solidFill>
                <a:latin typeface="+mj-lt"/>
              </a:rPr>
              <a:t xml:space="preserve">Teams keeping up with the companies they cover — customers, partners, holdings.</a:t>
            </a:r>
          </a:p>
        </p:txBody>
      </p:sp>
      <p:sp>
        <p:nvSpPr>
          <p:cNvPr id="3" name="Text Placeholder 2"/>
          <p:cNvSpPr>
            <a:spLocks noGrp="1"/>
          </p:cNvSpPr>
          <p:nvPr>
            <p:ph type="body" sz="quarter" idx="10"/>
          </p:nvPr>
        </p:nvSpPr>
        <p:spPr>
          <a:xfrm>
            <a:off x="502920" y="2103120"/>
            <a:ext cx="5212080" cy="2148840"/>
          </a:xfrm>
        </p:spPr>
        <p:txBody>
          <a:bodyPr wrap="square"/>
          <a:lstStyle/>
          <a:p>
            <a:r>
              <a:rPr sz="4400" b="0" i="0" dirty="0">
                <a:solidFill>
                  <a:srgbClr val="FFFFFF"/>
                </a:solidFill>
              </a:rPr>
              <a:t xml:space="preserve">Account insights</a:t>
            </a:r>
          </a:p>
          <a:p>
            <a:pPr>
              <a:spcBef>
                <a:spcPts val="400"/>
              </a:spcBef>
            </a:pPr>
            <a:r>
              <a:rPr sz="2500" b="0" i="0" dirty="0">
                <a:solidFill>
                  <a:srgbClr val="FFFFFF"/>
                </a:solidFill>
              </a:rPr>
              <a:t xml:space="preserve">More opportunities from the companies you already track — found in the news, filings and updates on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600" b="1" i="0">
                <a:solidFill>
                  <a:srgbClr val="26282B"/>
                </a:solidFill>
                <a:latin typeface="Replica LL TT"/>
              </a:rPr>
              <a:t xml:space="preserve">USE CASE</a:t>
            </a:r>
          </a:p>
        </p:txBody>
      </p:sp>
      <p:sp>
        <p:nvSpPr>
          <p:cNvPr id="6" name="Rounded Rectangle 5"/>
          <p:cNvSpPr/>
          <p:nvPr/>
        </p:nvSpPr>
        <p:spPr>
          <a:xfrm>
            <a:off x="384048" y="1752600"/>
            <a:ext cx="5504688" cy="3368040"/>
          </a:xfrm>
          <a:prstGeom prst="roundRect">
            <a:avLst>
              <a:gd name="adj" fmla="val 4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84048" y="1752600"/>
            <a:ext cx="91440" cy="336804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1462" y="1915668"/>
            <a:ext cx="4937760" cy="365760"/>
          </a:xfrm>
          <a:prstGeom prst="rect">
            <a:avLst/>
          </a:prstGeom>
          <a:noFill/>
        </p:spPr>
        <p:txBody>
          <a:bodyPr wrap="square" lIns="0" tIns="0" rIns="0" bIns="0" anchor="t">
            <a:spAutoFit/>
          </a:bodyPr>
          <a:lstStyle/>
          <a:p>
            <a:pPr algn="l"/>
            <a:r>
              <a:rPr sz="1400" b="1" i="0" dirty="0">
                <a:solidFill>
                  <a:srgbClr val="26282B"/>
                </a:solidFill>
                <a:latin typeface="Replica LL TT"/>
              </a:rPr>
              <a:t>PROBLEM</a:t>
            </a:r>
          </a:p>
        </p:txBody>
      </p:sp>
      <p:sp>
        <p:nvSpPr>
          <p:cNvPr id="9" name="TextBox 8"/>
          <p:cNvSpPr txBox="1"/>
          <p:nvPr/>
        </p:nvSpPr>
        <p:spPr>
          <a:xfrm>
            <a:off x="693163" y="2281428"/>
            <a:ext cx="4937760" cy="2870658"/>
          </a:xfrm>
          <a:prstGeom prst="rect">
            <a:avLst/>
          </a:prstGeom>
          <a:noFill/>
        </p:spPr>
        <p:txBody>
          <a:bodyPr wrap="square" lIns="0" tIns="0" rIns="0" bIns="0" anchor="t">
            <a:spAutoFit/>
          </a:bodyPr>
          <a:lstStyle/>
          <a:p>
            <a:pPr algn="l">
              <a:lnSpc>
                <a:spcPct val="106000"/>
              </a:lnSpc>
            </a:pPr>
            <a:r>
              <a:rPr sz="1200" b="1" i="0" dirty="0">
                <a:latin typeface="Replica LL TT"/>
              </a:rPr>
              <a:t xml:space="preserve">An account manager, a partnerships lead or a portfolio manager each covers dozens of companies and cannot keep up with the news, filings and updates landing on all of them.</a:t>
            </a:r>
          </a:p>
          <a:p>
            <a:pPr algn="l">
              <a:lnSpc>
                <a:spcPct val="106000"/>
              </a:lnSpc>
            </a:pPr>
            <a:r>
              <a:t xml:space="preserve"/>
            </a:r>
          </a:p>
          <a:p>
            <a:pPr algn="l">
              <a:lnSpc>
                <a:spcPct val="106000"/>
              </a:lnSpc>
              <a:spcAft>
                <a:spcPts val="600"/>
              </a:spcAft>
            </a:pPr>
            <a:r>
              <a:rPr lang="en-US" sz="1200" dirty="0">
                <a:solidFill>
                  <a:srgbClr val="6B7076"/>
                </a:solidFill>
                <a:latin typeface="Replica LL TT"/>
              </a:rPr>
              <a:t xml:space="preserve">This leads to the following challenges:</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Too much to keep up with</a:t>
            </a:r>
            <a:r>
              <a:rPr lang="en-US" sz="1200" dirty="0">
                <a:solidFill>
                  <a:srgbClr val="6B7076"/>
                </a:solidFill>
                <a:latin typeface="Replica LL TT"/>
              </a:rPr>
              <a:t xml:space="preserve">: dozens of companies, hundreds of sources, one person</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Found out too late</a:t>
            </a:r>
            <a:r>
              <a:rPr lang="en-US" sz="1200" dirty="0">
                <a:solidFill>
                  <a:srgbClr val="6B7076"/>
                </a:solidFill>
                <a:latin typeface="Replica LL TT"/>
              </a:rPr>
              <a:t xml:space="preserve">: the update surfaces after the company has already decided</a:t>
            </a:r>
          </a:p>
          <a:p>
            <a:pPr marL="285750" indent="-285750" algn="l">
              <a:lnSpc>
                <a:spcPct val="106000"/>
              </a:lnSpc>
              <a:spcAft>
                <a:spcPts val="600"/>
              </a:spcAft>
              <a:buFont typeface="Arial" panose="020B0604020202020204" pitchFamily="34" charset="0"/>
              <a:buChar char="•"/>
            </a:pPr>
            <a:r>
              <a:rPr lang="en-US" sz="1200" b="1" dirty="0">
                <a:latin typeface="Replica LL TT"/>
              </a:rPr>
              <a:t xml:space="preserve">Only the company in the headline</a:t>
            </a:r>
            <a:r>
              <a:rPr lang="en-US" sz="1200" dirty="0">
                <a:solidFill>
                  <a:srgbClr val="6B7076"/>
                </a:solidFill>
                <a:latin typeface="Replica LL TT"/>
              </a:rPr>
              <a:t xml:space="preserve">: what it means for its suppliers, customers, competitors or sister holdings is never worked out</a:t>
            </a:r>
          </a:p>
        </p:txBody>
      </p:sp>
      <p:sp>
        <p:nvSpPr>
          <p:cNvPr id="10" name="Rounded Rectangle 9"/>
          <p:cNvSpPr/>
          <p:nvPr/>
        </p:nvSpPr>
        <p:spPr>
          <a:xfrm>
            <a:off x="6300216" y="1752600"/>
            <a:ext cx="5504688" cy="3368040"/>
          </a:xfrm>
          <a:prstGeom prst="roundRect">
            <a:avLst>
              <a:gd name="adj" fmla="val 4000"/>
            </a:avLst>
          </a:prstGeom>
          <a:solidFill>
            <a:srgbClr val="EC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00216" y="1752600"/>
            <a:ext cx="91440" cy="336804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17630" y="1915668"/>
            <a:ext cx="4937760" cy="365760"/>
          </a:xfrm>
          <a:prstGeom prst="rect">
            <a:avLst/>
          </a:prstGeom>
          <a:noFill/>
        </p:spPr>
        <p:txBody>
          <a:bodyPr wrap="square" lIns="0" tIns="0" rIns="0" bIns="0" anchor="t">
            <a:spAutoFit/>
          </a:bodyPr>
          <a:lstStyle/>
          <a:p>
            <a:pPr algn="l"/>
            <a:r>
              <a:rPr sz="1400" b="1" i="0">
                <a:solidFill>
                  <a:srgbClr val="1485C3"/>
                </a:solidFill>
                <a:latin typeface="Replica LL TT"/>
              </a:rPr>
              <a:t>SOLUTION</a:t>
            </a:r>
          </a:p>
        </p:txBody>
      </p:sp>
      <p:sp>
        <p:nvSpPr>
          <p:cNvPr id="13" name="TextBox 12"/>
          <p:cNvSpPr txBox="1"/>
          <p:nvPr/>
        </p:nvSpPr>
        <p:spPr>
          <a:xfrm>
            <a:off x="6629400" y="2615184"/>
            <a:ext cx="4937760" cy="1359859"/>
          </a:xfrm>
          <a:prstGeom prst="rect">
            <a:avLst/>
          </a:prstGeom>
          <a:noFill/>
        </p:spPr>
        <p:txBody>
          <a:bodyPr wrap="square" lIns="0" tIns="0" rIns="0" bIns="0" anchor="t">
            <a:spAutoFit/>
          </a:bodyPr>
          <a:lstStyle/>
          <a:p>
            <a:pPr algn="l">
              <a:lnSpc>
                <a:spcPct val="106000"/>
              </a:lnSpc>
            </a:pPr>
            <a:r>
              <a:rPr sz="1200" b="1" i="0" dirty="0">
                <a:solidFill>
                  <a:srgbClr val="26282B"/>
                </a:solidFill>
                <a:latin typeface="Replica LL TT"/>
              </a:rPr>
              <a:t xml:space="preserve">Review the opportunity, don't research it. </a:t>
            </a:r>
            <a:r>
              <a:rPr sz="1200" b="0" i="0" dirty="0">
                <a:solidFill>
                  <a:srgbClr val="6B7076"/>
                </a:solidFill>
                <a:latin typeface="Replica LL TT"/>
              </a:rPr>
              <a:t xml:space="preserve">Each morning they see the handful of changes that matter across the companies they cover, what each one means and what to do about it, and review that list instead of assembling it.</a:t>
            </a:r>
          </a:p>
        </p:txBody>
      </p:sp>
      <p:sp>
        <p:nvSpPr>
          <p:cNvPr id="14" name="Rounded Rectangle 13"/>
          <p:cNvSpPr/>
          <p:nvPr/>
        </p:nvSpPr>
        <p:spPr>
          <a:xfrm>
            <a:off x="6629400"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29400"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Research time ↓</a:t>
            </a:r>
          </a:p>
        </p:txBody>
      </p:sp>
      <p:sp>
        <p:nvSpPr>
          <p:cNvPr id="16" name="Rounded Rectangle 15"/>
          <p:cNvSpPr/>
          <p:nvPr/>
        </p:nvSpPr>
        <p:spPr>
          <a:xfrm>
            <a:off x="8311896"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11896"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Time to act ↓</a:t>
            </a:r>
          </a:p>
        </p:txBody>
      </p:sp>
      <p:sp>
        <p:nvSpPr>
          <p:cNvPr id="18" name="Rounded Rectangle 17"/>
          <p:cNvSpPr/>
          <p:nvPr/>
        </p:nvSpPr>
        <p:spPr>
          <a:xfrm>
            <a:off x="9994392" y="4617720"/>
            <a:ext cx="1627632" cy="36576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94392" y="4631436"/>
            <a:ext cx="1627632" cy="338328"/>
          </a:xfrm>
          <a:prstGeom prst="rect">
            <a:avLst/>
          </a:prstGeom>
          <a:noFill/>
        </p:spPr>
        <p:txBody>
          <a:bodyPr wrap="square" lIns="0" tIns="0" rIns="0" bIns="0" anchor="ctr">
            <a:spAutoFit/>
          </a:bodyPr>
          <a:lstStyle/>
          <a:p>
            <a:pPr algn="ctr"/>
            <a:r>
              <a:rPr sz="950" b="1" i="0">
                <a:solidFill>
                  <a:srgbClr val="1485C3"/>
                </a:solidFill>
                <a:latin typeface="Replica LL TT"/>
              </a:rPr>
              <a:t xml:space="preserve">Pipeline ↑</a:t>
            </a:r>
          </a:p>
        </p:txBody>
      </p:sp>
      <p:sp>
        <p:nvSpPr>
          <p:cNvPr id="20" name="Rounded Rectangle 19"/>
          <p:cNvSpPr/>
          <p:nvPr/>
        </p:nvSpPr>
        <p:spPr>
          <a:xfrm>
            <a:off x="384048" y="5321808"/>
            <a:ext cx="11420856" cy="566928"/>
          </a:xfrm>
          <a:prstGeom prst="roundRect">
            <a:avLst>
              <a:gd name="adj" fmla="val 12000"/>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13232" y="5516786"/>
            <a:ext cx="10881360" cy="176972"/>
          </a:xfrm>
          <a:prstGeom prst="rect">
            <a:avLst/>
          </a:prstGeom>
          <a:noFill/>
        </p:spPr>
        <p:txBody>
          <a:bodyPr wrap="square" lIns="0" tIns="0" rIns="0" bIns="0" anchor="ctr">
            <a:spAutoFit/>
          </a:bodyPr>
          <a:lstStyle/>
          <a:p>
            <a:pPr algn="l"/>
            <a:r>
              <a:rPr sz="1150" b="1" i="0" dirty="0">
                <a:solidFill>
                  <a:srgbClr val="FFFFFF"/>
                </a:solidFill>
                <a:latin typeface="Replica LL TT"/>
              </a:rPr>
              <a:t xml:space="preserve">Runs on OCI —</a:t>
            </a:r>
            <a:r>
              <a:rPr sz="1150" b="0" i="0" dirty="0">
                <a:solidFill>
                  <a:srgbClr val="FFFFFF"/>
                </a:solidFill>
                <a:latin typeface="Replica LL TT"/>
              </a:rPr>
              <a:t xml:space="preserve"> every run is GPU consumption an Oracle account exec can sell; Oracle CX is the natural system of record.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400" b="1" i="0">
                <a:solidFill>
                  <a:srgbClr val="26282B"/>
                </a:solidFill>
                <a:latin typeface="Replica LL TT"/>
              </a:rPr>
              <a:t xml:space="preserve">VERTICAL APPLICATIONS</a:t>
            </a:r>
          </a:p>
        </p:txBody>
      </p:sp>
      <p:sp>
        <p:nvSpPr>
          <p:cNvPr id="6" name="Rectangle 5"/>
          <p:cNvSpPr/>
          <p:nvPr/>
        </p:nvSpPr>
        <p:spPr>
          <a:xfrm>
            <a:off x="384048" y="2267712"/>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8" name="Rectangle 7"/>
          <p:cNvSpPr/>
          <p:nvPr/>
        </p:nvSpPr>
        <p:spPr>
          <a:xfrm>
            <a:off x="2436876" y="2267712"/>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9" name="TextBox 8"/>
          <p:cNvSpPr txBox="1"/>
          <p:nvPr/>
        </p:nvSpPr>
        <p:spPr>
          <a:xfrm>
            <a:off x="2711196" y="2487168"/>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dirty="0">
                <a:solidFill>
                  <a:srgbClr val="26282B"/>
                </a:solidFill>
                <a:latin typeface="Replica LL TT"/>
              </a:rPr>
              <a:t xml:space="preserve">Logistics &amp; supply chain</a:t>
            </a:r>
          </a:p>
        </p:txBody>
      </p:sp>
      <p:sp>
        <p:nvSpPr>
          <p:cNvPr id="10" name="Rectangle 9"/>
          <p:cNvSpPr/>
          <p:nvPr/>
        </p:nvSpPr>
        <p:spPr>
          <a:xfrm>
            <a:off x="2711196" y="3118104"/>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1" name="TextBox 10"/>
          <p:cNvSpPr txBox="1"/>
          <p:nvPr/>
        </p:nvSpPr>
        <p:spPr>
          <a:xfrm>
            <a:off x="2711196" y="3236976"/>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dirty="0">
                <a:solidFill>
                  <a:srgbClr val="6B7076"/>
                </a:solidFill>
                <a:latin typeface="Replica LL TT"/>
              </a:rPr>
              <a:t xml:space="preserve">A shipper's news — a new plant, a new market, a supplier strike — becomes a forwarding, warehousing or contract-logistics opportunity for the team that serves it.</a:t>
            </a:r>
          </a:p>
        </p:txBody>
      </p:sp>
      <p:sp>
        <p:nvSpPr>
          <p:cNvPr id="12" name="Rectangle 11"/>
          <p:cNvSpPr/>
          <p:nvPr/>
        </p:nvSpPr>
        <p:spPr>
          <a:xfrm>
            <a:off x="6144768" y="2267712"/>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4" name="Rectangle 13"/>
          <p:cNvSpPr/>
          <p:nvPr/>
        </p:nvSpPr>
        <p:spPr>
          <a:xfrm>
            <a:off x="8197596" y="2267712"/>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5" name="TextBox 14"/>
          <p:cNvSpPr txBox="1"/>
          <p:nvPr/>
        </p:nvSpPr>
        <p:spPr>
          <a:xfrm>
            <a:off x="8471916" y="2487168"/>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Financial services &amp; banking</a:t>
            </a:r>
          </a:p>
        </p:txBody>
      </p:sp>
      <p:sp>
        <p:nvSpPr>
          <p:cNvPr id="16" name="Rectangle 15"/>
          <p:cNvSpPr/>
          <p:nvPr/>
        </p:nvSpPr>
        <p:spPr>
          <a:xfrm>
            <a:off x="8471916" y="3118104"/>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7" name="TextBox 16"/>
          <p:cNvSpPr txBox="1"/>
          <p:nvPr/>
        </p:nvSpPr>
        <p:spPr>
          <a:xfrm>
            <a:off x="8471916" y="3236976"/>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a:solidFill>
                  <a:srgbClr val="6B7076"/>
                </a:solidFill>
                <a:latin typeface="Replica LL TT"/>
              </a:rPr>
              <a:t xml:space="preserve">News about a borrower is traced across its group and returns two answers: the deal it opens for the relationship team, and the exposure it puts at risk for credit.</a:t>
            </a:r>
          </a:p>
        </p:txBody>
      </p:sp>
      <p:sp>
        <p:nvSpPr>
          <p:cNvPr id="18" name="Rectangle 17"/>
          <p:cNvSpPr/>
          <p:nvPr/>
        </p:nvSpPr>
        <p:spPr>
          <a:xfrm>
            <a:off x="384048" y="4352544"/>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0" name="Rectangle 19"/>
          <p:cNvSpPr/>
          <p:nvPr/>
        </p:nvSpPr>
        <p:spPr>
          <a:xfrm>
            <a:off x="2436876" y="4352544"/>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1" name="TextBox 20"/>
          <p:cNvSpPr txBox="1"/>
          <p:nvPr/>
        </p:nvSpPr>
        <p:spPr>
          <a:xfrm>
            <a:off x="2711196" y="4572000"/>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Industrial &amp; manufacturing</a:t>
            </a:r>
          </a:p>
        </p:txBody>
      </p:sp>
      <p:sp>
        <p:nvSpPr>
          <p:cNvPr id="22" name="Rectangle 21"/>
          <p:cNvSpPr/>
          <p:nvPr/>
        </p:nvSpPr>
        <p:spPr>
          <a:xfrm>
            <a:off x="2711196" y="5202936"/>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3" name="TextBox 22"/>
          <p:cNvSpPr txBox="1"/>
          <p:nvPr/>
        </p:nvSpPr>
        <p:spPr>
          <a:xfrm>
            <a:off x="2711196" y="5321808"/>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a:solidFill>
                  <a:srgbClr val="6B7076"/>
                </a:solidFill>
                <a:latin typeface="Replica LL TT"/>
              </a:rPr>
              <a:t xml:space="preserve">An event at a supplier or an OEM customer is traced to every affected company on the list, with the supply, reallocation or partnership move it opens for each.</a:t>
            </a:r>
          </a:p>
        </p:txBody>
      </p:sp>
      <p:sp>
        <p:nvSpPr>
          <p:cNvPr id="24" name="Rectangle 23"/>
          <p:cNvSpPr/>
          <p:nvPr/>
        </p:nvSpPr>
        <p:spPr>
          <a:xfrm>
            <a:off x="6144768" y="4352544"/>
            <a:ext cx="5486400" cy="1828800"/>
          </a:xfrm>
          <a:prstGeom prst="rect">
            <a:avLst/>
          </a:prstGeom>
          <a:solidFill>
            <a:srgbClr val="FFFFFF"/>
          </a:solidFill>
          <a:ln w="12700">
            <a:solidFill>
              <a:srgbClr val="D2D8DD"/>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6" name="Rectangle 25"/>
          <p:cNvSpPr/>
          <p:nvPr/>
        </p:nvSpPr>
        <p:spPr>
          <a:xfrm>
            <a:off x="8197596" y="4352544"/>
            <a:ext cx="50292" cy="1828800"/>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7" name="TextBox 26"/>
          <p:cNvSpPr txBox="1"/>
          <p:nvPr/>
        </p:nvSpPr>
        <p:spPr>
          <a:xfrm>
            <a:off x="8471916" y="4572000"/>
            <a:ext cx="2930652" cy="640080"/>
          </a:xfrm>
          <a:prstGeom prst="rect">
            <a:avLst/>
          </a:prstGeom>
          <a:noFill/>
        </p:spPr>
        <p:txBody>
          <a:bodyPr wrap="square" lIns="0" tIns="0" rIns="0" bIns="0" anchor="t">
            <a:noAutofit/>
          </a:bodyPr>
          <a:lstStyle/>
          <a:p>
            <a:pPr algn="l">
              <a:lnSpc>
                <a:spcPct val="100000"/>
              </a:lnSpc>
              <a:spcBef>
                <a:spcPts val="0"/>
              </a:spcBef>
              <a:spcAft>
                <a:spcPts val="200"/>
              </a:spcAft>
            </a:pPr>
            <a:r>
              <a:rPr sz="1450" b="1" i="0">
                <a:solidFill>
                  <a:srgbClr val="26282B"/>
                </a:solidFill>
                <a:latin typeface="Replica LL TT"/>
              </a:rPr>
              <a:t xml:space="preserve">Private equity funds</a:t>
            </a:r>
          </a:p>
        </p:txBody>
      </p:sp>
      <p:sp>
        <p:nvSpPr>
          <p:cNvPr id="28" name="Rectangle 27"/>
          <p:cNvSpPr/>
          <p:nvPr/>
        </p:nvSpPr>
        <p:spPr>
          <a:xfrm>
            <a:off x="8471916" y="5202936"/>
            <a:ext cx="502920" cy="41148"/>
          </a:xfrm>
          <a:prstGeom prst="rect">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9" name="TextBox 28"/>
          <p:cNvSpPr txBox="1"/>
          <p:nvPr/>
        </p:nvSpPr>
        <p:spPr>
          <a:xfrm>
            <a:off x="8471916" y="5321808"/>
            <a:ext cx="2930652" cy="777240"/>
          </a:xfrm>
          <a:prstGeom prst="rect">
            <a:avLst/>
          </a:prstGeom>
          <a:noFill/>
        </p:spPr>
        <p:txBody>
          <a:bodyPr wrap="square" lIns="0" tIns="0" rIns="0" bIns="0" anchor="t">
            <a:noAutofit/>
          </a:bodyPr>
          <a:lstStyle/>
          <a:p>
            <a:pPr algn="l">
              <a:lnSpc>
                <a:spcPct val="104000"/>
              </a:lnSpc>
              <a:spcBef>
                <a:spcPts val="0"/>
              </a:spcBef>
              <a:spcAft>
                <a:spcPts val="200"/>
              </a:spcAft>
            </a:pPr>
            <a:r>
              <a:rPr sz="1100" b="0" i="0" dirty="0">
                <a:solidFill>
                  <a:srgbClr val="6B7076"/>
                </a:solidFill>
                <a:latin typeface="Replica LL TT"/>
              </a:rPr>
              <a:t xml:space="preserve">News about a market, a regulator or a competitor is matched to the portfolio companies it touches and to the levers the fund actually pulls to grow them.</a:t>
            </a:r>
          </a:p>
        </p:txBody>
      </p:sp>
      <p:sp>
        <p:nvSpPr>
          <p:cNvPr id="30" name="Rectangle 29"/>
          <p:cNvSpPr/>
          <p:nvPr/>
        </p:nvSpPr>
        <p:spPr>
          <a:xfrm>
            <a:off x="384048" y="2267712"/>
            <a:ext cx="2052828" cy="182880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appliance.png"/>
          <p:cNvPicPr>
            <a:picLocks noChangeAspect="1"/>
          </p:cNvPicPr>
          <p:nvPr/>
        </p:nvPicPr>
        <p:blipFill>
          <a:blip r:embed="rId6"/>
          <a:stretch>
            <a:fillRect/>
          </a:stretch>
        </p:blipFill>
        <p:spPr>
          <a:xfrm>
            <a:off x="925830" y="2697480"/>
            <a:ext cx="969264" cy="969264"/>
          </a:xfrm>
          <a:prstGeom prst="rect">
            <a:avLst/>
          </a:prstGeom>
        </p:spPr>
      </p:pic>
      <p:sp>
        <p:nvSpPr>
          <p:cNvPr id="32" name="Rectangle 31"/>
          <p:cNvSpPr/>
          <p:nvPr/>
        </p:nvSpPr>
        <p:spPr>
          <a:xfrm>
            <a:off x="6144768" y="2267712"/>
            <a:ext cx="2052828" cy="1828800"/>
          </a:xfrm>
          <a:prstGeom prst="rect">
            <a:avLst/>
          </a:prstGeom>
          <a:solidFill>
            <a:srgbClr val="12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3" name="Picture 32" descr="utilities.png"/>
          <p:cNvPicPr>
            <a:picLocks noChangeAspect="1"/>
          </p:cNvPicPr>
          <p:nvPr/>
        </p:nvPicPr>
        <p:blipFill>
          <a:blip r:embed="rId7"/>
          <a:stretch>
            <a:fillRect/>
          </a:stretch>
        </p:blipFill>
        <p:spPr>
          <a:xfrm>
            <a:off x="6686550" y="2697480"/>
            <a:ext cx="969264" cy="969264"/>
          </a:xfrm>
          <a:prstGeom prst="rect">
            <a:avLst/>
          </a:prstGeom>
        </p:spPr>
      </p:pic>
      <p:sp>
        <p:nvSpPr>
          <p:cNvPr id="34" name="Rectangle 33"/>
          <p:cNvSpPr/>
          <p:nvPr/>
        </p:nvSpPr>
        <p:spPr>
          <a:xfrm>
            <a:off x="384048" y="4352544"/>
            <a:ext cx="2052828" cy="1828800"/>
          </a:xfrm>
          <a:prstGeom prst="rect">
            <a:avLst/>
          </a:prstGeom>
          <a:solidFill>
            <a:srgbClr val="12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telecom.png"/>
          <p:cNvPicPr>
            <a:picLocks noChangeAspect="1"/>
          </p:cNvPicPr>
          <p:nvPr/>
        </p:nvPicPr>
        <p:blipFill>
          <a:blip r:embed="rId8"/>
          <a:stretch>
            <a:fillRect/>
          </a:stretch>
        </p:blipFill>
        <p:spPr>
          <a:xfrm>
            <a:off x="925830" y="4782312"/>
            <a:ext cx="969264" cy="969264"/>
          </a:xfrm>
          <a:prstGeom prst="rect">
            <a:avLst/>
          </a:prstGeom>
        </p:spPr>
      </p:pic>
      <p:sp>
        <p:nvSpPr>
          <p:cNvPr id="36" name="Rectangle 35"/>
          <p:cNvSpPr/>
          <p:nvPr/>
        </p:nvSpPr>
        <p:spPr>
          <a:xfrm>
            <a:off x="6144768" y="4352544"/>
            <a:ext cx="2052828" cy="1828800"/>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equipment.png"/>
          <p:cNvPicPr>
            <a:picLocks noChangeAspect="1"/>
          </p:cNvPicPr>
          <p:nvPr/>
        </p:nvPicPr>
        <p:blipFill>
          <a:blip r:embed="rId5"/>
          <a:stretch>
            <a:fillRect/>
          </a:stretch>
        </p:blipFill>
        <p:spPr>
          <a:xfrm>
            <a:off x="6686550" y="4782312"/>
            <a:ext cx="969264" cy="9692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7" name="TextBox 6"/>
          <p:cNvSpPr txBox="1"/>
          <p:nvPr/>
        </p:nvSpPr>
        <p:spPr>
          <a:xfrm>
            <a:off x="3916751" y="1255847"/>
            <a:ext cx="8275249" cy="359522"/>
          </a:xfrm>
          <a:prstGeom prst="rect">
            <a:avLst/>
          </a:prstGeom>
          <a:noFill/>
        </p:spPr>
        <p:txBody>
          <a:bodyPr wrap="square" lIns="0" tIns="0" rIns="0" bIns="0" anchor="t">
            <a:spAutoFit/>
          </a:bodyPr>
          <a:lstStyle/>
          <a:p>
            <a:pPr algn="l">
              <a:lnSpc>
                <a:spcPct val="102000"/>
              </a:lnSpc>
            </a:pPr>
            <a:r>
              <a:rPr sz="2400" b="1" i="0" dirty="0">
                <a:solidFill>
                  <a:srgbClr val="26282B"/>
                </a:solidFill>
                <a:latin typeface="Replica LL TT"/>
              </a:rPr>
              <a:t xml:space="preserve">What if the team reviewed the list, not built it?</a:t>
            </a:r>
          </a:p>
        </p:txBody>
      </p:sp>
      <p:sp>
        <p:nvSpPr>
          <p:cNvPr id="8" name="TextBox 7"/>
          <p:cNvSpPr txBox="1"/>
          <p:nvPr/>
        </p:nvSpPr>
        <p:spPr>
          <a:xfrm>
            <a:off x="397020" y="1952625"/>
            <a:ext cx="10972800" cy="200055"/>
          </a:xfrm>
          <a:prstGeom prst="rect">
            <a:avLst/>
          </a:prstGeom>
          <a:noFill/>
        </p:spPr>
        <p:txBody>
          <a:bodyPr wrap="square" lIns="0" tIns="0" rIns="0" bIns="0" anchor="t">
            <a:spAutoFit/>
          </a:bodyPr>
          <a:lstStyle/>
          <a:p>
            <a:pPr algn="l"/>
            <a:r>
              <a:rPr sz="1300" b="0" i="0" dirty="0">
                <a:solidFill>
                  <a:srgbClr val="6B7076"/>
                </a:solidFill>
                <a:latin typeface="Replica LL TT"/>
              </a:rPr>
              <a:t xml:space="preserve">More opportunities from the companies you already track — found in the news, filings and updates on them.</a:t>
            </a:r>
          </a:p>
        </p:txBody>
      </p:sp>
      <p:sp>
        <p:nvSpPr>
          <p:cNvPr id="9" name="Rectangle 8"/>
          <p:cNvSpPr/>
          <p:nvPr/>
        </p:nvSpPr>
        <p:spPr>
          <a:xfrm>
            <a:off x="378732" y="2582420"/>
            <a:ext cx="5504688"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78732" y="2600708"/>
            <a:ext cx="5504688" cy="384048"/>
          </a:xfrm>
          <a:prstGeom prst="rect">
            <a:avLst/>
          </a:prstGeom>
          <a:noFill/>
        </p:spPr>
        <p:txBody>
          <a:bodyPr wrap="square" lIns="0" tIns="0" rIns="0" bIns="0" anchor="ctr">
            <a:spAutoFit/>
          </a:bodyPr>
          <a:lstStyle/>
          <a:p>
            <a:pPr algn="ctr"/>
            <a:r>
              <a:rPr sz="1250" b="1" i="0">
                <a:solidFill>
                  <a:srgbClr val="FFFFFF"/>
                </a:solidFill>
                <a:latin typeface="Replica LL TT"/>
              </a:rPr>
              <a:t>TODAY</a:t>
            </a:r>
          </a:p>
        </p:txBody>
      </p:sp>
      <p:sp>
        <p:nvSpPr>
          <p:cNvPr id="11" name="TextBox 10"/>
          <p:cNvSpPr txBox="1"/>
          <p:nvPr/>
        </p:nvSpPr>
        <p:spPr>
          <a:xfrm>
            <a:off x="378732" y="3094484"/>
            <a:ext cx="5504688" cy="519501"/>
          </a:xfrm>
          <a:prstGeom prst="rect">
            <a:avLst/>
          </a:prstGeom>
          <a:noFill/>
        </p:spPr>
        <p:txBody>
          <a:bodyPr wrap="square" lIns="0" tIns="0" rIns="0" bIns="0" anchor="t">
            <a:spAutoFit/>
          </a:bodyPr>
          <a:lstStyle/>
          <a:p>
            <a:pPr algn="l">
              <a:lnSpc>
                <a:spcPct val="104000"/>
              </a:lnSpc>
            </a:pPr>
            <a:r>
              <a:rPr sz="1100" b="0" i="0" dirty="0">
                <a:solidFill>
                  <a:srgbClr val="6B7076"/>
                </a:solidFill>
                <a:latin typeface="Replica LL TT"/>
              </a:rPr>
              <a:t xml:space="preserve">They read what they can, usually the night before a meeting, and only about the company in the headline — what it means for the other companies they cover is never worked out.</a:t>
            </a:r>
          </a:p>
        </p:txBody>
      </p:sp>
      <p:sp>
        <p:nvSpPr>
          <p:cNvPr id="13" name="Rectangle 12"/>
          <p:cNvSpPr/>
          <p:nvPr/>
        </p:nvSpPr>
        <p:spPr>
          <a:xfrm>
            <a:off x="6294900" y="2582420"/>
            <a:ext cx="5504688" cy="420624"/>
          </a:xfrm>
          <a:prstGeom prst="rect">
            <a:avLst/>
          </a:prstGeom>
          <a:solidFill>
            <a:srgbClr val="F36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94900" y="2600708"/>
            <a:ext cx="5504688" cy="384048"/>
          </a:xfrm>
          <a:prstGeom prst="rect">
            <a:avLst/>
          </a:prstGeom>
          <a:noFill/>
        </p:spPr>
        <p:txBody>
          <a:bodyPr wrap="square" lIns="0" tIns="0" rIns="0" bIns="0" anchor="ctr">
            <a:spAutoFit/>
          </a:bodyPr>
          <a:lstStyle/>
          <a:p>
            <a:pPr algn="ctr"/>
            <a:r>
              <a:rPr sz="1250" b="1" i="0">
                <a:solidFill>
                  <a:srgbClr val="FFFFFF"/>
                </a:solidFill>
                <a:latin typeface="Replica LL TT"/>
              </a:rPr>
              <a:t>TOMORROW</a:t>
            </a:r>
          </a:p>
        </p:txBody>
      </p:sp>
      <p:sp>
        <p:nvSpPr>
          <p:cNvPr id="15" name="TextBox 14"/>
          <p:cNvSpPr txBox="1"/>
          <p:nvPr/>
        </p:nvSpPr>
        <p:spPr>
          <a:xfrm>
            <a:off x="6294900" y="3094484"/>
            <a:ext cx="5504688" cy="519501"/>
          </a:xfrm>
          <a:prstGeom prst="rect">
            <a:avLst/>
          </a:prstGeom>
          <a:noFill/>
        </p:spPr>
        <p:txBody>
          <a:bodyPr wrap="square" lIns="0" tIns="0" rIns="0" bIns="0" anchor="t">
            <a:spAutoFit/>
          </a:bodyPr>
          <a:lstStyle/>
          <a:p>
            <a:pPr algn="l">
              <a:lnSpc>
                <a:spcPct val="104000"/>
              </a:lnSpc>
            </a:pPr>
            <a:r>
              <a:rPr sz="1100" b="0" i="0" dirty="0">
                <a:solidFill>
                  <a:srgbClr val="6B7076"/>
                </a:solidFill>
                <a:latin typeface="Replica LL TT"/>
              </a:rPr>
              <a:t xml:space="preserve">Each morning they open a short list: the changes that matter across the companies they cover, what each one means, and the named next move — with the evidence beside it. They approve, reject or comment, and the approved moves go to the system they already work in.</a:t>
            </a:r>
          </a:p>
        </p:txBody>
      </p:sp>
      <p:pic>
        <p:nvPicPr>
          <p:cNvPr id="17" name="Pic">
            <a:extLst>
              <a:ext uri="{FF2B5EF4-FFF2-40B4-BE49-F238E27FC236}">
                <a16:creationId xmlns:a16="http://schemas.microsoft.com/office/drawing/2014/main" id="{FB6BEF3F-34B8-032B-5515-FB80AA77850C}"/>
              </a:ext>
            </a:extLst>
          </p:cNvPr>
          <p:cNvPicPr>
            <a:picLocks noChangeAspect="1"/>
          </p:cNvPicPr>
          <p:nvPr/>
        </p:nvPicPr>
        <p:blipFill>
          <a:blip r:embed="rId5"/>
          <a:stretch>
            <a:fillRect/>
          </a:stretch>
        </p:blipFill>
        <p:spPr>
          <a:xfrm>
            <a:off x="335351" y="1058191"/>
            <a:ext cx="3000000" cy="675000"/>
          </a:xfrm>
          <a:prstGeom prst="rect">
            <a:avLst/>
          </a:prstGeom>
        </p:spPr>
      </p:pic>
      <p:pic>
        <p:nvPicPr>
          <p:cNvPr id="3" name="Picture 2" descr="672 Spreadsheet Stress Royalty-Free Images, Stock Photos &amp; Pictures |  Shutterstock">
            <a:extLst>
              <a:ext uri="{FF2B5EF4-FFF2-40B4-BE49-F238E27FC236}">
                <a16:creationId xmlns:a16="http://schemas.microsoft.com/office/drawing/2014/main" id="{AA4194F6-0D00-5207-5622-3BCDE7FE0734}"/>
              </a:ext>
            </a:extLst>
          </p:cNvPr>
          <p:cNvPicPr>
            <a:picLocks noChangeAspect="1"/>
          </p:cNvPicPr>
          <p:nvPr/>
        </p:nvPicPr>
        <p:blipFill>
          <a:blip r:embed="rId6"/>
          <a:srcRect t="18202" b="18202"/>
          <a:stretch>
            <a:fillRect/>
          </a:stretch>
        </p:blipFill>
        <p:spPr>
          <a:xfrm>
            <a:off x="384048" y="3814571"/>
            <a:ext cx="5504688" cy="2330197"/>
          </a:xfrm>
          <a:prstGeom prst="rect">
            <a:avLst/>
          </a:prstGeom>
        </p:spPr>
      </p:pic>
      <p:pic>
        <p:nvPicPr>
          <p:cNvPr id="4" name="Picture 3" descr="The need to 'work happy' – Computerworld">
            <a:extLst>
              <a:ext uri="{FF2B5EF4-FFF2-40B4-BE49-F238E27FC236}">
                <a16:creationId xmlns:a16="http://schemas.microsoft.com/office/drawing/2014/main" id="{8D6B6E28-AD5F-6464-07FA-AD23FCBFC9C4}"/>
              </a:ext>
            </a:extLst>
          </p:cNvPr>
          <p:cNvPicPr>
            <a:picLocks noChangeAspect="1"/>
          </p:cNvPicPr>
          <p:nvPr/>
        </p:nvPicPr>
        <p:blipFill>
          <a:blip r:embed="rId7"/>
          <a:srcRect t="18252" b="18252"/>
          <a:stretch>
            <a:fillRect/>
          </a:stretch>
        </p:blipFill>
        <p:spPr>
          <a:xfrm>
            <a:off x="6300216" y="3813049"/>
            <a:ext cx="5504688" cy="2330198"/>
          </a:xfrm>
          <a:prstGeom prst="rect">
            <a:avLst/>
          </a:prstGeom>
        </p:spPr>
      </p:pic>
      <p:sp>
        <p:nvSpPr>
          <p:cNvPr id="6" name="TextBox 5">
            <a:extLst>
              <a:ext uri="{FF2B5EF4-FFF2-40B4-BE49-F238E27FC236}">
                <a16:creationId xmlns:a16="http://schemas.microsoft.com/office/drawing/2014/main" id="{C018DC36-E55B-1AFC-5B38-3EF4061512DA}"/>
              </a:ext>
            </a:extLst>
          </p:cNvPr>
          <p:cNvSpPr txBox="1"/>
          <p:nvPr/>
        </p:nvSpPr>
        <p:spPr>
          <a:xfrm>
            <a:off x="332893" y="2178651"/>
            <a:ext cx="6097508" cy="292388"/>
          </a:xfrm>
          <a:prstGeom prst="rect">
            <a:avLst/>
          </a:prstGeom>
          <a:noFill/>
        </p:spPr>
        <p:txBody>
          <a:bodyPr wrap="square">
            <a:spAutoFit/>
          </a:bodyPr>
          <a:lstStyle/>
          <a:p>
            <a:pPr>
              <a:lnSpc>
                <a:spcPct val="100000"/>
              </a:lnSpc>
              <a:spcBef>
                <a:spcPts val="0"/>
              </a:spcBef>
              <a:spcAft>
                <a:spcPts val="200"/>
              </a:spcAft>
            </a:pPr>
            <a:r>
              <a:rPr lang="en-US" sz="1300" dirty="0">
                <a:solidFill>
                  <a:srgbClr val="6B7076"/>
                </a:solidFill>
                <a:latin typeface="Replica LL TT"/>
              </a:rPr>
              <a:t xml:space="preserve">Vertical case: DHL's key-account teams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pic>
        <p:nvPicPr>
          <p:cNvPr id="30" name="Pic">
            <a:extLst>
              <a:ext uri="{FF2B5EF4-FFF2-40B4-BE49-F238E27FC236}">
                <a16:creationId xmlns:a16="http://schemas.microsoft.com/office/drawing/2014/main" id="{EC013DDC-31A8-D33E-C64C-5D78648D996E}"/>
              </a:ext>
            </a:extLst>
          </p:cNvPr>
          <p:cNvPicPr>
            <a:picLocks noChangeAspect="1"/>
          </p:cNvPicPr>
          <p:nvPr/>
        </p:nvPicPr>
        <p:blipFill>
          <a:blip r:embed="rId4"/>
          <a:stretch>
            <a:fillRect/>
          </a:stretch>
        </p:blipFill>
        <p:spPr>
          <a:xfrm>
            <a:off x="335351" y="1058191"/>
            <a:ext cx="3000000" cy="675000"/>
          </a:xfrm>
          <a:prstGeom prst="rect">
            <a:avLst/>
          </a:prstGeom>
        </p:spPr>
      </p:pic>
      <p:sp>
        <p:nvSpPr>
          <p:cNvPr id="31" name="TextBox 30"/>
          <p:cNvSpPr txBox="1"/>
          <p:nvPr/>
        </p:nvSpPr>
        <p:spPr>
          <a:xfrm>
            <a:off x="4648199" y="1065412"/>
            <a:ext cx="6735699" cy="707886"/>
          </a:xfrm>
          <a:prstGeom prst="rect">
            <a:avLst/>
          </a:prstGeom>
          <a:noFill/>
        </p:spPr>
        <p:txBody>
          <a:bodyPr wrap="square" lIns="0" tIns="0" rIns="0" bIns="0" anchor="t">
            <a:spAutoFit/>
          </a:bodyPr>
          <a:lstStyle/>
          <a:p>
            <a:pPr algn="l"/>
            <a:r>
              <a:rPr sz="2300" b="1" i="0" dirty="0">
                <a:solidFill>
                  <a:srgbClr val="26282B"/>
                </a:solidFill>
                <a:latin typeface="Replica LL TT"/>
              </a:rPr>
              <a:t xml:space="preserve">A 12-week proof of value in delivery at DHL — results to follow</a:t>
            </a:r>
          </a:p>
        </p:txBody>
      </p:sp>
      <p:sp>
        <p:nvSpPr>
          <p:cNvPr id="33" name="Rounded Rectangle 32"/>
          <p:cNvSpPr/>
          <p:nvPr/>
        </p:nvSpPr>
        <p:spPr>
          <a:xfrm>
            <a:off x="384048" y="2203385"/>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8640" y="2310522"/>
            <a:ext cx="2498598" cy="292388"/>
          </a:xfrm>
          <a:prstGeom prst="rect">
            <a:avLst/>
          </a:prstGeom>
          <a:noFill/>
        </p:spPr>
        <p:txBody>
          <a:bodyPr wrap="square" lIns="0" tIns="0" rIns="0" bIns="0" anchor="t">
            <a:spAutoFit/>
          </a:bodyPr>
          <a:lstStyle/>
          <a:p>
            <a:pPr algn="l"/>
            <a:r>
              <a:rPr lang="en-US" sz="1900" b="1" i="0" dirty="0">
                <a:solidFill>
                  <a:srgbClr val="1485C3"/>
                </a:solidFill>
                <a:latin typeface="Replica LL TT"/>
              </a:rPr>
              <a:t xml:space="preserve">Research time</a:t>
            </a:r>
          </a:p>
        </p:txBody>
      </p:sp>
      <p:sp>
        <p:nvSpPr>
          <p:cNvPr id="35" name="TextBox 34"/>
          <p:cNvSpPr txBox="1"/>
          <p:nvPr/>
        </p:nvSpPr>
        <p:spPr>
          <a:xfrm>
            <a:off x="548640" y="2639706"/>
            <a:ext cx="3185160" cy="128177"/>
          </a:xfrm>
          <a:prstGeom prst="rect">
            <a:avLst/>
          </a:prstGeom>
          <a:noFill/>
        </p:spPr>
        <p:txBody>
          <a:bodyPr wrap="square" lIns="0" tIns="0" rIns="0" bIns="0" anchor="t">
            <a:spAutoFit/>
          </a:bodyPr>
          <a:lstStyle/>
          <a:p>
            <a:pPr algn="l">
              <a:lnSpc>
                <a:spcPct val="98000"/>
              </a:lnSpc>
            </a:pPr>
            <a:r>
              <a:rPr sz="850" b="0" i="0" dirty="0">
                <a:solidFill>
                  <a:srgbClr val="6B7076"/>
                </a:solidFill>
                <a:latin typeface="Replica LL TT"/>
              </a:rPr>
              <a:t xml:space="preserve">hours an account manager spends preparing a customer conversation — measured in the proof of value</a:t>
            </a:r>
          </a:p>
        </p:txBody>
      </p:sp>
      <p:sp>
        <p:nvSpPr>
          <p:cNvPr id="36" name="Rounded Rectangle 35"/>
          <p:cNvSpPr/>
          <p:nvPr/>
        </p:nvSpPr>
        <p:spPr>
          <a:xfrm>
            <a:off x="4252721"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369307" y="2310522"/>
            <a:ext cx="2498598" cy="292388"/>
          </a:xfrm>
          <a:prstGeom prst="rect">
            <a:avLst/>
          </a:prstGeom>
          <a:noFill/>
        </p:spPr>
        <p:txBody>
          <a:bodyPr wrap="square" lIns="0" tIns="0" rIns="0" bIns="0" anchor="t">
            <a:spAutoFit/>
          </a:bodyPr>
          <a:lstStyle/>
          <a:p>
            <a:pPr algn="l"/>
            <a:r>
              <a:rPr sz="1900" b="1" i="0" dirty="0">
                <a:solidFill>
                  <a:srgbClr val="1485C3"/>
                </a:solidFill>
                <a:latin typeface="Replica LL TT"/>
              </a:rPr>
              <a:t xml:space="preserve">Time to act</a:t>
            </a:r>
          </a:p>
        </p:txBody>
      </p:sp>
      <p:sp>
        <p:nvSpPr>
          <p:cNvPr id="38" name="TextBox 37"/>
          <p:cNvSpPr txBox="1"/>
          <p:nvPr/>
        </p:nvSpPr>
        <p:spPr>
          <a:xfrm>
            <a:off x="4369306" y="2639706"/>
            <a:ext cx="3502154" cy="128177"/>
          </a:xfrm>
          <a:prstGeom prst="rect">
            <a:avLst/>
          </a:prstGeom>
          <a:noFill/>
        </p:spPr>
        <p:txBody>
          <a:bodyPr wrap="square" lIns="0" tIns="0" rIns="0" bIns="0" anchor="t">
            <a:spAutoFit/>
          </a:bodyPr>
          <a:lstStyle/>
          <a:p>
            <a:pPr algn="l">
              <a:lnSpc>
                <a:spcPct val="98000"/>
              </a:lnSpc>
            </a:pPr>
            <a:r>
              <a:rPr lang="en-US" sz="850" b="0" i="0" dirty="0">
                <a:solidFill>
                  <a:srgbClr val="6B7076"/>
                </a:solidFill>
                <a:latin typeface="Replica LL TT"/>
              </a:rPr>
              <a:t xml:space="preserve">from a filing or news item to a reviewed next move in front of the team — measured in the proof of value</a:t>
            </a:r>
          </a:p>
        </p:txBody>
      </p:sp>
      <p:sp>
        <p:nvSpPr>
          <p:cNvPr id="39" name="Rounded Rectangle 38"/>
          <p:cNvSpPr/>
          <p:nvPr/>
        </p:nvSpPr>
        <p:spPr>
          <a:xfrm>
            <a:off x="8186165"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05800" y="2300286"/>
            <a:ext cx="3307080" cy="292388"/>
          </a:xfrm>
          <a:prstGeom prst="rect">
            <a:avLst/>
          </a:prstGeom>
          <a:noFill/>
        </p:spPr>
        <p:txBody>
          <a:bodyPr wrap="square" lIns="0" tIns="0" rIns="0" bIns="0" anchor="t">
            <a:spAutoFit/>
          </a:bodyPr>
          <a:lstStyle/>
          <a:p>
            <a:r>
              <a:rPr lang="en-US" sz="1900" b="1" dirty="0">
                <a:solidFill>
                  <a:srgbClr val="1485C3"/>
                </a:solidFill>
                <a:latin typeface="Replica LL TT"/>
              </a:rPr>
              <a:t xml:space="preserve">Pipeline</a:t>
            </a:r>
          </a:p>
        </p:txBody>
      </p:sp>
      <p:sp>
        <p:nvSpPr>
          <p:cNvPr id="41" name="TextBox 40"/>
          <p:cNvSpPr txBox="1"/>
          <p:nvPr/>
        </p:nvSpPr>
        <p:spPr>
          <a:xfrm>
            <a:off x="8305800" y="2629470"/>
            <a:ext cx="3307080" cy="256352"/>
          </a:xfrm>
          <a:prstGeom prst="rect">
            <a:avLst/>
          </a:prstGeom>
          <a:noFill/>
        </p:spPr>
        <p:txBody>
          <a:bodyPr wrap="square" lIns="0" tIns="0" rIns="0" bIns="0" anchor="t">
            <a:spAutoFit/>
          </a:bodyPr>
          <a:lstStyle/>
          <a:p>
            <a:pPr algn="l">
              <a:lnSpc>
                <a:spcPct val="98000"/>
              </a:lnSpc>
            </a:pPr>
            <a:r>
              <a:rPr lang="en-US" sz="850" dirty="0">
                <a:solidFill>
                  <a:srgbClr val="6B7076"/>
                </a:solidFill>
                <a:latin typeface="Replica LL TT"/>
              </a:rPr>
              <a:t xml:space="preserve">qualified opportunities added to the pipeline from the changes it surfaces — measured in the proof of value</a:t>
            </a:r>
          </a:p>
        </p:txBody>
      </p:sp>
      <p:sp>
        <p:nvSpPr>
          <p:cNvPr id="45" name="Rectangle 44"/>
          <p:cNvSpPr/>
          <p:nvPr/>
        </p:nvSpPr>
        <p:spPr>
          <a:xfrm>
            <a:off x="384048"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0352"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CONTEXT</a:t>
            </a:r>
          </a:p>
        </p:txBody>
      </p:sp>
      <p:sp>
        <p:nvSpPr>
          <p:cNvPr id="47" name="Rectangle 46"/>
          <p:cNvSpPr/>
          <p:nvPr/>
        </p:nvSpPr>
        <p:spPr>
          <a:xfrm>
            <a:off x="384048"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39496" y="3474720"/>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DHL's account teams prepare the briefings on their enterprise customers by hand — company context, strategic and operational signals, and what each one means for DHL's logistics services — and see only the company in the headline.</a:t>
            </a:r>
          </a:p>
        </p:txBody>
      </p:sp>
      <p:sp>
        <p:nvSpPr>
          <p:cNvPr id="49" name="Rectangle 48"/>
          <p:cNvSpPr/>
          <p:nvPr/>
        </p:nvSpPr>
        <p:spPr>
          <a:xfrm>
            <a:off x="6300216"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46520"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SOLUTION</a:t>
            </a:r>
          </a:p>
        </p:txBody>
      </p:sp>
      <p:sp>
        <p:nvSpPr>
          <p:cNvPr id="51" name="Rectangle 50"/>
          <p:cNvSpPr/>
          <p:nvPr/>
        </p:nvSpPr>
        <p:spPr>
          <a:xfrm>
            <a:off x="6300216"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55664" y="3474720"/>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Client Compass reads the news, filings and DHL's own account records for every account in scope and hands each account manager a reviewed list: what changed, what it means for DHL's logistics services, and the next move — scored and cited to source, approved or rejected in a reviewer screen before it goes anywhere.</a:t>
            </a:r>
          </a:p>
        </p:txBody>
      </p:sp>
      <p:sp>
        <p:nvSpPr>
          <p:cNvPr id="53" name="Rectangle 52"/>
          <p:cNvSpPr/>
          <p:nvPr/>
        </p:nvSpPr>
        <p:spPr>
          <a:xfrm>
            <a:off x="384048"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30352" y="4343399"/>
            <a:ext cx="5230368" cy="310896"/>
          </a:xfrm>
          <a:prstGeom prst="rect">
            <a:avLst/>
          </a:prstGeom>
          <a:noFill/>
        </p:spPr>
        <p:txBody>
          <a:bodyPr wrap="square" lIns="0" tIns="0" rIns="0" bIns="0" anchor="ctr">
            <a:spAutoFit/>
          </a:bodyPr>
          <a:lstStyle/>
          <a:p>
            <a:pPr algn="l"/>
            <a:r>
              <a:rPr sz="1100" b="1" i="0" dirty="0">
                <a:solidFill>
                  <a:srgbClr val="FFFFFF"/>
                </a:solidFill>
                <a:latin typeface="Replica LL TT"/>
              </a:rPr>
              <a:t xml:space="preserve">VALUE FOR ORACLE + NVIDIA</a:t>
            </a:r>
          </a:p>
        </p:txBody>
      </p:sp>
      <p:sp>
        <p:nvSpPr>
          <p:cNvPr id="55" name="Rectangle 54"/>
          <p:cNvSpPr/>
          <p:nvPr/>
        </p:nvSpPr>
        <p:spPr>
          <a:xfrm>
            <a:off x="384048"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39496" y="4754879"/>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Attaches recurring OCI GPU consumption — a dedicated AI cluster running NVIDIA AI-Q — to the account, driven by signal volume rather than seats; the reviewed records land in Oracle CX as the system of record, net-new on top of the SaaS seat.</a:t>
            </a:r>
          </a:p>
        </p:txBody>
      </p:sp>
      <p:sp>
        <p:nvSpPr>
          <p:cNvPr id="57" name="Rectangle 56"/>
          <p:cNvSpPr/>
          <p:nvPr/>
        </p:nvSpPr>
        <p:spPr>
          <a:xfrm>
            <a:off x="6300216"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46520" y="434339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VALUE FOR CLIENT</a:t>
            </a:r>
          </a:p>
        </p:txBody>
      </p:sp>
      <p:sp>
        <p:nvSpPr>
          <p:cNvPr id="59" name="Rectangle 58"/>
          <p:cNvSpPr/>
          <p:nvPr/>
        </p:nvSpPr>
        <p:spPr>
          <a:xfrm>
            <a:off x="6300216"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55664" y="4754879"/>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Account managers move from researching their accounts to reviewing a scored, cited list of opportunities and risks per account; the hours they spend preparing, how fast they act on a change and the pipeline they add are measured in the proof of value, and the reviewers' own approve / reject decisions are its acceptance test.</a:t>
            </a:r>
          </a:p>
        </p:txBody>
      </p:sp>
      <p:sp>
        <p:nvSpPr>
          <p:cNvPr id="61" name="Rectangle 60"/>
          <p:cNvSpPr/>
          <p:nvPr/>
        </p:nvSpPr>
        <p:spPr>
          <a:xfrm>
            <a:off x="384048" y="5632703"/>
            <a:ext cx="11420856"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48640" y="5754529"/>
            <a:ext cx="11064240" cy="176972"/>
          </a:xfrm>
          <a:prstGeom prst="rect">
            <a:avLst/>
          </a:prstGeom>
          <a:noFill/>
        </p:spPr>
        <p:txBody>
          <a:bodyPr wrap="square" lIns="0" tIns="0" rIns="0" bIns="0" anchor="ctr">
            <a:spAutoFit/>
          </a:bodyPr>
          <a:lstStyle/>
          <a:p>
            <a:pPr algn="ctr"/>
            <a:r>
              <a:rPr sz="1150" b="1" dirty="0">
                <a:solidFill>
                  <a:srgbClr val="FFFFFF"/>
                </a:solidFill>
                <a:latin typeface="Replica LL TT"/>
              </a:rPr>
              <a:t xml:space="preserve">Runs on OCI —</a:t>
            </a:r>
            <a:r>
              <a:rPr sz="1150" b="1" dirty="0">
                <a:solidFill>
                  <a:schemeClr val="bg1"/>
                </a:solidFill>
                <a:latin typeface="Replica LL TT"/>
              </a:rPr>
              <a:t xml:space="preserve"> every run is GPU consumption an Oracle account exec can sell; Oracle CX is the natural system of record.</a:t>
            </a:r>
          </a:p>
        </p:txBody>
      </p:sp>
      <p:sp>
        <p:nvSpPr>
          <p:cNvPr id="63" name="TextBox 62"/>
          <p:cNvSpPr txBox="1"/>
          <p:nvPr/>
        </p:nvSpPr>
        <p:spPr>
          <a:xfrm>
            <a:off x="384048" y="6089903"/>
            <a:ext cx="11420856" cy="123111"/>
          </a:xfrm>
          <a:prstGeom prst="rect">
            <a:avLst/>
          </a:prstGeom>
          <a:noFill/>
        </p:spPr>
        <p:txBody>
          <a:bodyPr wrap="square" lIns="0" tIns="0" rIns="0" bIns="0" anchor="t">
            <a:spAutoFit/>
          </a:bodyPr>
          <a:lstStyle/>
          <a:p>
            <a:pPr algn="l"/>
            <a:r>
              <a:rPr sz="800" b="0" i="1" dirty="0">
                <a:solidFill>
                  <a:srgbClr val="6B7076"/>
                </a:solidFill>
                <a:latin typeface="Replica LL TT"/>
              </a:rPr>
              <a:t xml:space="preserve">First engagement: proof of value at DHL — contracted, results to follow.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31" name="TextBox 30"/>
          <p:cNvSpPr txBox="1"/>
          <p:nvPr/>
        </p:nvSpPr>
        <p:spPr>
          <a:xfrm>
            <a:off x="384048" y="1065412"/>
            <a:ext cx="10999850" cy="707886"/>
          </a:xfrm>
          <a:prstGeom prst="rect">
            <a:avLst/>
          </a:prstGeom>
          <a:noFill/>
        </p:spPr>
        <p:txBody>
          <a:bodyPr wrap="square" lIns="0" tIns="0" rIns="0" bIns="0" anchor="t">
            <a:spAutoFit/>
          </a:bodyPr>
          <a:lstStyle/>
          <a:p>
            <a:pPr algn="l"/>
            <a:r>
              <a:rPr sz="2300" b="1" i="0" dirty="0">
                <a:solidFill>
                  <a:srgbClr val="26282B"/>
                </a:solidFill>
                <a:latin typeface="Replica LL TT"/>
              </a:rPr>
              <a:t xml:space="preserve">What this pack does for an Oracle account team's number.</a:t>
            </a:r>
          </a:p>
        </p:txBody>
      </p:sp>
      <p:sp>
        <p:nvSpPr>
          <p:cNvPr id="33" name="Rounded Rectangle 32"/>
          <p:cNvSpPr/>
          <p:nvPr/>
        </p:nvSpPr>
        <p:spPr>
          <a:xfrm>
            <a:off x="384048" y="2203385"/>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8640" y="2310522"/>
            <a:ext cx="2498598" cy="292388"/>
          </a:xfrm>
          <a:prstGeom prst="rect">
            <a:avLst/>
          </a:prstGeom>
          <a:noFill/>
        </p:spPr>
        <p:txBody>
          <a:bodyPr wrap="square" lIns="0" tIns="0" rIns="0" bIns="0" anchor="t">
            <a:spAutoFit/>
          </a:bodyPr>
          <a:lstStyle/>
          <a:p>
            <a:pPr algn="l"/>
            <a:r>
              <a:rPr lang="en-US" sz="1900" b="1" i="0" dirty="0">
                <a:solidFill>
                  <a:srgbClr val="1485C3"/>
                </a:solidFill>
                <a:latin typeface="Replica LL TT"/>
              </a:rPr>
              <a:t xml:space="preserve">PoV Jumpstart  ·  S</a:t>
            </a:r>
          </a:p>
        </p:txBody>
      </p:sp>
      <p:sp>
        <p:nvSpPr>
          <p:cNvPr id="35" name="TextBox 34"/>
          <p:cNvSpPr txBox="1"/>
          <p:nvPr/>
        </p:nvSpPr>
        <p:spPr>
          <a:xfrm>
            <a:off x="548640" y="2639706"/>
            <a:ext cx="3185160" cy="128177"/>
          </a:xfrm>
          <a:prstGeom prst="rect">
            <a:avLst/>
          </a:prstGeom>
          <a:noFill/>
        </p:spPr>
        <p:txBody>
          <a:bodyPr wrap="square" lIns="0" tIns="0" rIns="0" bIns="0" anchor="t">
            <a:spAutoFit/>
          </a:bodyPr>
          <a:lstStyle/>
          <a:p>
            <a:pPr algn="l">
              <a:lnSpc>
                <a:spcPct val="98000"/>
              </a:lnSpc>
            </a:pPr>
            <a:r>
              <a:rPr sz="850" b="0" i="0" dirty="0">
                <a:solidFill>
                  <a:srgbClr val="6B7076"/>
                </a:solidFill>
                <a:latin typeface="Replica LL TT"/>
              </a:rPr>
              <a:t xml:space="preserve">One signal set, one segment, files in and out</a:t>
            </a:r>
          </a:p>
        </p:txBody>
      </p:sp>
      <p:sp>
        <p:nvSpPr>
          <p:cNvPr id="36" name="Rounded Rectangle 35"/>
          <p:cNvSpPr/>
          <p:nvPr/>
        </p:nvSpPr>
        <p:spPr>
          <a:xfrm>
            <a:off x="4252721"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369307" y="2310522"/>
            <a:ext cx="2498598" cy="292388"/>
          </a:xfrm>
          <a:prstGeom prst="rect">
            <a:avLst/>
          </a:prstGeom>
          <a:noFill/>
        </p:spPr>
        <p:txBody>
          <a:bodyPr wrap="square" lIns="0" tIns="0" rIns="0" bIns="0" anchor="t">
            <a:spAutoFit/>
          </a:bodyPr>
          <a:lstStyle/>
          <a:p>
            <a:pPr algn="l"/>
            <a:r>
              <a:rPr sz="1900" b="1" i="0" dirty="0">
                <a:solidFill>
                  <a:srgbClr val="1485C3"/>
                </a:solidFill>
                <a:latin typeface="Replica LL TT"/>
              </a:rPr>
              <a:t xml:space="preserve">Integration  ·  M</a:t>
            </a:r>
          </a:p>
        </p:txBody>
      </p:sp>
      <p:sp>
        <p:nvSpPr>
          <p:cNvPr id="38" name="TextBox 37"/>
          <p:cNvSpPr txBox="1"/>
          <p:nvPr/>
        </p:nvSpPr>
        <p:spPr>
          <a:xfrm>
            <a:off x="4369306" y="2639706"/>
            <a:ext cx="3502154" cy="128177"/>
          </a:xfrm>
          <a:prstGeom prst="rect">
            <a:avLst/>
          </a:prstGeom>
          <a:noFill/>
        </p:spPr>
        <p:txBody>
          <a:bodyPr wrap="square" lIns="0" tIns="0" rIns="0" bIns="0" anchor="t">
            <a:spAutoFit/>
          </a:bodyPr>
          <a:lstStyle/>
          <a:p>
            <a:pPr algn="l">
              <a:lnSpc>
                <a:spcPct val="98000"/>
              </a:lnSpc>
            </a:pPr>
            <a:r>
              <a:rPr lang="en-US" sz="850" b="0" i="0" dirty="0">
                <a:solidFill>
                  <a:srgbClr val="6B7076"/>
                </a:solidFill>
                <a:latin typeface="Replica LL TT"/>
              </a:rPr>
              <a:t xml:space="preserve">Wired into the team's day</a:t>
            </a:r>
          </a:p>
        </p:txBody>
      </p:sp>
      <p:sp>
        <p:nvSpPr>
          <p:cNvPr id="39" name="Rounded Rectangle 38"/>
          <p:cNvSpPr/>
          <p:nvPr/>
        </p:nvSpPr>
        <p:spPr>
          <a:xfrm>
            <a:off x="8186165" y="2212769"/>
            <a:ext cx="3618739" cy="676656"/>
          </a:xfrm>
          <a:prstGeom prst="roundRect">
            <a:avLst>
              <a:gd name="adj" fmla="val 10000"/>
            </a:avLst>
          </a:prstGeom>
          <a:solidFill>
            <a:srgbClr val="F4F6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305800" y="2300286"/>
            <a:ext cx="3307080" cy="292388"/>
          </a:xfrm>
          <a:prstGeom prst="rect">
            <a:avLst/>
          </a:prstGeom>
          <a:noFill/>
        </p:spPr>
        <p:txBody>
          <a:bodyPr wrap="square" lIns="0" tIns="0" rIns="0" bIns="0" anchor="t">
            <a:spAutoFit/>
          </a:bodyPr>
          <a:lstStyle/>
          <a:p>
            <a:r>
              <a:rPr lang="en-US" sz="1900" b="1" dirty="0">
                <a:solidFill>
                  <a:srgbClr val="1485C3"/>
                </a:solidFill>
                <a:latin typeface="Replica LL TT"/>
              </a:rPr>
              <a:t xml:space="preserve">Scaling  ·  L</a:t>
            </a:r>
          </a:p>
        </p:txBody>
      </p:sp>
      <p:sp>
        <p:nvSpPr>
          <p:cNvPr id="41" name="TextBox 40"/>
          <p:cNvSpPr txBox="1"/>
          <p:nvPr/>
        </p:nvSpPr>
        <p:spPr>
          <a:xfrm>
            <a:off x="8305800" y="2629470"/>
            <a:ext cx="3307080" cy="256352"/>
          </a:xfrm>
          <a:prstGeom prst="rect">
            <a:avLst/>
          </a:prstGeom>
          <a:noFill/>
        </p:spPr>
        <p:txBody>
          <a:bodyPr wrap="square" lIns="0" tIns="0" rIns="0" bIns="0" anchor="t">
            <a:spAutoFit/>
          </a:bodyPr>
          <a:lstStyle/>
          <a:p>
            <a:pPr algn="l">
              <a:lnSpc>
                <a:spcPct val="98000"/>
              </a:lnSpc>
            </a:pPr>
            <a:r>
              <a:rPr lang="en-US" sz="850" dirty="0">
                <a:solidFill>
                  <a:srgbClr val="6B7076"/>
                </a:solidFill>
                <a:latin typeface="Replica LL TT"/>
              </a:rPr>
              <a:t xml:space="preserve">Make it improve</a:t>
            </a:r>
          </a:p>
        </p:txBody>
      </p:sp>
      <p:sp>
        <p:nvSpPr>
          <p:cNvPr id="45" name="Rectangle 44"/>
          <p:cNvSpPr/>
          <p:nvPr/>
        </p:nvSpPr>
        <p:spPr>
          <a:xfrm>
            <a:off x="384048"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0352"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NET-NEW OCI CONSUMPTION</a:t>
            </a:r>
          </a:p>
        </p:txBody>
      </p:sp>
      <p:sp>
        <p:nvSpPr>
          <p:cNvPr id="47" name="Rectangle 46"/>
          <p:cNvSpPr/>
          <p:nvPr/>
        </p:nvSpPr>
        <p:spPr>
          <a:xfrm>
            <a:off x="384048"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39496" y="3474720"/>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Recurring GPU and inference workloads on dedicated OCI clusters, driven by signal volume rather than seat count</a:t>
            </a:r>
          </a:p>
        </p:txBody>
      </p:sp>
      <p:sp>
        <p:nvSpPr>
          <p:cNvPr id="49" name="Rectangle 48"/>
          <p:cNvSpPr/>
          <p:nvPr/>
        </p:nvSpPr>
        <p:spPr>
          <a:xfrm>
            <a:off x="6300216" y="3054096"/>
            <a:ext cx="5504688" cy="329184"/>
          </a:xfrm>
          <a:prstGeom prst="rect">
            <a:avLst/>
          </a:prstGeom>
          <a:solidFill>
            <a:srgbClr val="1485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46520" y="306323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COMPLEMENTS ORACLE'S OWN ACCOUNT INTELLIGENCE</a:t>
            </a:r>
          </a:p>
        </p:txBody>
      </p:sp>
      <p:sp>
        <p:nvSpPr>
          <p:cNvPr id="51" name="Rectangle 50"/>
          <p:cNvSpPr/>
          <p:nvPr/>
        </p:nvSpPr>
        <p:spPr>
          <a:xfrm>
            <a:off x="6300216" y="3383279"/>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55664" y="3474720"/>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Sales Command Center works on first-party CX data; Account insights brings the external signal and the next move</a:t>
            </a:r>
          </a:p>
        </p:txBody>
      </p:sp>
      <p:sp>
        <p:nvSpPr>
          <p:cNvPr id="53" name="Rectangle 52"/>
          <p:cNvSpPr/>
          <p:nvPr/>
        </p:nvSpPr>
        <p:spPr>
          <a:xfrm>
            <a:off x="384048"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30352" y="4343399"/>
            <a:ext cx="5230368" cy="310896"/>
          </a:xfrm>
          <a:prstGeom prst="rect">
            <a:avLst/>
          </a:prstGeom>
          <a:noFill/>
        </p:spPr>
        <p:txBody>
          <a:bodyPr wrap="square" lIns="0" tIns="0" rIns="0" bIns="0" anchor="ctr">
            <a:spAutoFit/>
          </a:bodyPr>
          <a:lstStyle/>
          <a:p>
            <a:pPr algn="l"/>
            <a:r>
              <a:rPr sz="1100" b="1" i="0" dirty="0">
                <a:solidFill>
                  <a:srgbClr val="FFFFFF"/>
                </a:solidFill>
                <a:latin typeface="Replica LL TT"/>
              </a:rPr>
              <a:t xml:space="preserve">REPEATABLE ACROSS ORACLE CUSTOMERS WITH NAMED ACCOUNTS</a:t>
            </a:r>
          </a:p>
        </p:txBody>
      </p:sp>
      <p:sp>
        <p:nvSpPr>
          <p:cNvPr id="55" name="Rectangle 54"/>
          <p:cNvSpPr/>
          <p:nvPr/>
        </p:nvSpPr>
        <p:spPr>
          <a:xfrm>
            <a:off x="384048"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39496" y="4754879"/>
            <a:ext cx="5193792" cy="589777"/>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Customer accounts in Oracle CX, partners or portfolio holdings, with a real catalog of moves</a:t>
            </a:r>
          </a:p>
        </p:txBody>
      </p:sp>
      <p:sp>
        <p:nvSpPr>
          <p:cNvPr id="57" name="Rectangle 56"/>
          <p:cNvSpPr/>
          <p:nvPr/>
        </p:nvSpPr>
        <p:spPr>
          <a:xfrm>
            <a:off x="6300216" y="4334255"/>
            <a:ext cx="5504688" cy="32918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46520" y="4343399"/>
            <a:ext cx="5230368" cy="310896"/>
          </a:xfrm>
          <a:prstGeom prst="rect">
            <a:avLst/>
          </a:prstGeom>
          <a:noFill/>
        </p:spPr>
        <p:txBody>
          <a:bodyPr wrap="square" lIns="0" tIns="0" rIns="0" bIns="0" anchor="ctr">
            <a:spAutoFit/>
          </a:bodyPr>
          <a:lstStyle/>
          <a:p>
            <a:pPr algn="l"/>
            <a:r>
              <a:rPr sz="1100" b="1" i="0">
                <a:solidFill>
                  <a:srgbClr val="FFFFFF"/>
                </a:solidFill>
                <a:latin typeface="Replica LL TT"/>
              </a:rPr>
              <a:t xml:space="preserve">OCI CONSUMPTION</a:t>
            </a:r>
          </a:p>
        </p:txBody>
      </p:sp>
      <p:sp>
        <p:nvSpPr>
          <p:cNvPr id="59" name="Rectangle 58"/>
          <p:cNvSpPr/>
          <p:nvPr/>
        </p:nvSpPr>
        <p:spPr>
          <a:xfrm>
            <a:off x="6300216" y="4663440"/>
            <a:ext cx="5504688" cy="859536"/>
          </a:xfrm>
          <a:prstGeom prst="rect">
            <a:avLst/>
          </a:prstGeom>
          <a:solidFill>
            <a:srgbClr val="FFFFFF"/>
          </a:solidFill>
          <a:ln w="9525">
            <a:solidFill>
              <a:srgbClr val="DD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55664" y="4754879"/>
            <a:ext cx="5193792" cy="738920"/>
          </a:xfrm>
          <a:prstGeom prst="rect">
            <a:avLst/>
          </a:prstGeom>
          <a:noFill/>
        </p:spPr>
        <p:txBody>
          <a:bodyPr wrap="square" lIns="0" tIns="0" rIns="0" bIns="0" anchor="t">
            <a:spAutoFit/>
          </a:bodyPr>
          <a:lstStyle/>
          <a:p>
            <a:pPr algn="l">
              <a:lnSpc>
                <a:spcPct val="102000"/>
              </a:lnSpc>
            </a:pPr>
            <a:r>
              <a:rPr sz="950" b="0" i="0" dirty="0">
                <a:solidFill>
                  <a:srgbClr val="26282B"/>
                </a:solidFill>
                <a:latin typeface="Replica LL TT"/>
              </a:rPr>
              <a:t xml:space="preserve">To be defined</a:t>
            </a:r>
          </a:p>
        </p:txBody>
      </p:sp>
      <p:sp>
        <p:nvSpPr>
          <p:cNvPr id="61" name="Rectangle 60"/>
          <p:cNvSpPr/>
          <p:nvPr/>
        </p:nvSpPr>
        <p:spPr>
          <a:xfrm>
            <a:off x="384048" y="5632703"/>
            <a:ext cx="11420856" cy="420624"/>
          </a:xfrm>
          <a:prstGeom prst="rect">
            <a:avLst/>
          </a:prstGeom>
          <a:solidFill>
            <a:srgbClr val="26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48640" y="5754529"/>
            <a:ext cx="11064240" cy="176972"/>
          </a:xfrm>
          <a:prstGeom prst="rect">
            <a:avLst/>
          </a:prstGeom>
          <a:noFill/>
        </p:spPr>
        <p:txBody>
          <a:bodyPr wrap="square" lIns="0" tIns="0" rIns="0" bIns="0" anchor="ctr">
            <a:spAutoFit/>
          </a:bodyPr>
          <a:lstStyle/>
          <a:p>
            <a:pPr algn="ctr"/>
            <a:r>
              <a:rPr sz="1150" b="1" dirty="0">
                <a:solidFill>
                  <a:srgbClr val="FFFFFF"/>
                </a:solidFill>
                <a:latin typeface="Replica LL TT"/>
              </a:rPr>
              <a:t xml:space="preserve">Ready to test the fit on one customer's accounts?</a:t>
            </a:r>
            <a:r>
              <a:rPr sz="1150" b="1" dirty="0">
                <a:solidFill>
                  <a:schemeClr val="bg1"/>
                </a:solidFill>
                <a:latin typeface="Replica LL TT"/>
              </a:rPr>
              <a:t xml:space="preserve">   Karsten Tramborg · Alliances &amp; Partnerships Director · ktram@softserveinc.com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p:cNvSpPr>
            <a:spLocks noGrp="1"/>
          </p:cNvSpPr>
          <p:nvPr>
            <p:ph type="title"/>
          </p:nvPr>
        </p:nvSpPr>
        <p:spPr>
          <a:xfrm>
            <a:off x="356616" y="1280160"/>
            <a:ext cx="10789920" cy="868680"/>
          </a:xfrm>
        </p:spPr>
        <p:txBody>
          <a:bodyPr wrap="square">
            <a:noAutofit/>
          </a:bodyPr>
          <a:lstStyle/>
          <a:p>
            <a:r>
              <a:rPr sz="2400" b="1" i="0">
                <a:solidFill>
                  <a:srgbClr val="26282B"/>
                </a:solidFill>
                <a:latin typeface="Replica LL TT"/>
              </a:rPr>
              <a:t xml:space="preserve">TECHNOLOGY STACK</a:t>
            </a:r>
          </a:p>
        </p:txBody>
      </p:sp>
      <p:sp>
        <p:nvSpPr>
          <p:cNvPr id="6" name="TextBox 5"/>
          <p:cNvSpPr txBox="1"/>
          <p:nvPr/>
        </p:nvSpPr>
        <p:spPr>
          <a:xfrm>
            <a:off x="402336" y="2048255"/>
            <a:ext cx="11338560" cy="365760"/>
          </a:xfrm>
          <a:prstGeom prst="rect">
            <a:avLst/>
          </a:prstGeom>
          <a:noFill/>
        </p:spPr>
        <p:txBody>
          <a:bodyPr wrap="square" lIns="0" tIns="0" rIns="0" bIns="0" anchor="t">
            <a:noAutofit/>
          </a:bodyPr>
          <a:lstStyle/>
          <a:p>
            <a:pPr algn="l">
              <a:lnSpc>
                <a:spcPct val="100000"/>
              </a:lnSpc>
              <a:spcBef>
                <a:spcPts val="0"/>
              </a:spcBef>
              <a:spcAft>
                <a:spcPts val="200"/>
              </a:spcAft>
            </a:pPr>
            <a:r>
              <a:rPr sz="1200" b="0" i="1" dirty="0">
                <a:solidFill>
                  <a:srgbClr val="6B7076"/>
                </a:solidFill>
                <a:latin typeface="Replica LL TT"/>
              </a:rPr>
              <a:t xml:space="preserve">How the account-insights accelerator is layered — from the infrastructure up to the tailored service.</a:t>
            </a:r>
          </a:p>
        </p:txBody>
      </p:sp>
      <p:sp>
        <p:nvSpPr>
          <p:cNvPr id="7" name="Rounded Rectangle 6"/>
          <p:cNvSpPr/>
          <p:nvPr/>
        </p:nvSpPr>
        <p:spPr>
          <a:xfrm>
            <a:off x="868680" y="2606039"/>
            <a:ext cx="10469880" cy="1078992"/>
          </a:xfrm>
          <a:prstGeom prst="roundRect">
            <a:avLst>
              <a:gd name="adj" fmla="val 5000"/>
            </a:avLst>
          </a:prstGeom>
          <a:solidFill>
            <a:srgbClr val="1485C3"/>
          </a:solidFill>
          <a:ln w="31750">
            <a:solidFill>
              <a:srgbClr val="0E5E8A"/>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8" name="TextBox 7"/>
          <p:cNvSpPr txBox="1"/>
          <p:nvPr/>
        </p:nvSpPr>
        <p:spPr>
          <a:xfrm>
            <a:off x="1143000" y="2770632"/>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dirty="0">
                <a:solidFill>
                  <a:srgbClr val="FFFFFF"/>
                </a:solidFill>
                <a:latin typeface="Replica LL TT"/>
              </a:rPr>
              <a:t xml:space="preserve">Account insights by SoftServe</a:t>
            </a:r>
          </a:p>
          <a:p>
            <a:pPr algn="l">
              <a:lnSpc>
                <a:spcPct val="100000"/>
              </a:lnSpc>
            </a:pPr>
            <a:r>
              <a:rPr sz="1050" b="0" i="0" dirty="0">
                <a:solidFill>
                  <a:srgbClr val="FFFFFF"/>
                </a:solidFill>
                <a:latin typeface="Replica LL TT"/>
              </a:rPr>
              <a:t xml:space="preserve">Oracle + SoftServe</a:t>
            </a:r>
          </a:p>
        </p:txBody>
      </p:sp>
      <p:sp>
        <p:nvSpPr>
          <p:cNvPr id="9" name="Rectangle 8"/>
          <p:cNvSpPr/>
          <p:nvPr/>
        </p:nvSpPr>
        <p:spPr>
          <a:xfrm>
            <a:off x="4023360" y="2807208"/>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2" name="Rounded Rectangle 11"/>
          <p:cNvSpPr/>
          <p:nvPr/>
        </p:nvSpPr>
        <p:spPr>
          <a:xfrm>
            <a:off x="868680" y="3831335"/>
            <a:ext cx="10469880" cy="1078992"/>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3" name="TextBox 12"/>
          <p:cNvSpPr txBox="1"/>
          <p:nvPr/>
        </p:nvSpPr>
        <p:spPr>
          <a:xfrm>
            <a:off x="1143000" y="3995927"/>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a:solidFill>
                  <a:srgbClr val="FFFFFF"/>
                </a:solidFill>
                <a:latin typeface="Replica LL TT"/>
              </a:rPr>
              <a:t xml:space="preserve">NVIDIA AI-Q agentic engine</a:t>
            </a:r>
          </a:p>
          <a:p>
            <a:pPr algn="l">
              <a:lnSpc>
                <a:spcPct val="100000"/>
              </a:lnSpc>
            </a:pPr>
            <a:r>
              <a:rPr sz="1050" b="0" i="0">
                <a:solidFill>
                  <a:srgbClr val="FFFFFF"/>
                </a:solidFill>
                <a:latin typeface="Replica LL TT"/>
              </a:rPr>
              <a:t xml:space="preserve">NVIDIA</a:t>
            </a:r>
          </a:p>
        </p:txBody>
      </p:sp>
      <p:sp>
        <p:nvSpPr>
          <p:cNvPr id="14" name="Rectangle 13"/>
          <p:cNvSpPr/>
          <p:nvPr/>
        </p:nvSpPr>
        <p:spPr>
          <a:xfrm>
            <a:off x="4023360" y="4032503"/>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5" name="TextBox 14"/>
          <p:cNvSpPr txBox="1"/>
          <p:nvPr/>
        </p:nvSpPr>
        <p:spPr>
          <a:xfrm>
            <a:off x="4297680" y="3977639"/>
            <a:ext cx="4617720" cy="804671"/>
          </a:xfrm>
          <a:prstGeom prst="rect">
            <a:avLst/>
          </a:prstGeom>
          <a:noFill/>
        </p:spPr>
        <p:txBody>
          <a:bodyPr wrap="square" lIns="0" tIns="0" rIns="0" bIns="0" anchor="ctr">
            <a:noAutofit/>
          </a:bodyPr>
          <a:lstStyle/>
          <a:p>
            <a:pPr algn="l">
              <a:lnSpc>
                <a:spcPct val="105000"/>
              </a:lnSpc>
              <a:spcBef>
                <a:spcPts val="0"/>
              </a:spcBef>
              <a:spcAft>
                <a:spcPts val="200"/>
              </a:spcAft>
            </a:pPr>
            <a:r>
              <a:rPr sz="1200" b="0" i="0">
                <a:solidFill>
                  <a:srgbClr val="FFFFFF"/>
                </a:solidFill>
                <a:latin typeface="Replica LL TT"/>
              </a:rPr>
              <a:t xml:space="preserve">Agentic orchestration, retrieval, citation checks</a:t>
            </a:r>
          </a:p>
        </p:txBody>
      </p:sp>
      <p:sp>
        <p:nvSpPr>
          <p:cNvPr id="16" name="Rounded Rectangle 15"/>
          <p:cNvSpPr/>
          <p:nvPr/>
        </p:nvSpPr>
        <p:spPr>
          <a:xfrm>
            <a:off x="9189719" y="4178807"/>
            <a:ext cx="1874519"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noAutofit/>
          </a:bodyPr>
          <a:lstStyle/>
          <a:p>
            <a:pPr algn="ctr">
              <a:lnSpc>
                <a:spcPct val="100000"/>
              </a:lnSpc>
              <a:spcBef>
                <a:spcPts val="0"/>
              </a:spcBef>
              <a:spcAft>
                <a:spcPts val="100"/>
              </a:spcAft>
            </a:pPr>
            <a:r>
              <a:rPr sz="1100" b="1" i="0">
                <a:solidFill>
                  <a:srgbClr val="459FDD"/>
                </a:solidFill>
                <a:latin typeface="Replica LL TT"/>
              </a:rPr>
              <a:t xml:space="preserve">NVIDIA</a:t>
            </a:r>
          </a:p>
        </p:txBody>
      </p:sp>
      <p:sp>
        <p:nvSpPr>
          <p:cNvPr id="17" name="Rounded Rectangle 16"/>
          <p:cNvSpPr/>
          <p:nvPr/>
        </p:nvSpPr>
        <p:spPr>
          <a:xfrm>
            <a:off x="868680" y="5056631"/>
            <a:ext cx="10469880" cy="1078992"/>
          </a:xfrm>
          <a:prstGeom prst="roundRect">
            <a:avLst>
              <a:gd name="adj" fmla="val 5000"/>
            </a:avLst>
          </a:prstGeom>
          <a:solidFill>
            <a:srgbClr val="44515A"/>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18" name="TextBox 17"/>
          <p:cNvSpPr txBox="1"/>
          <p:nvPr/>
        </p:nvSpPr>
        <p:spPr>
          <a:xfrm>
            <a:off x="1143000" y="5221223"/>
            <a:ext cx="2743200" cy="777240"/>
          </a:xfrm>
          <a:prstGeom prst="rect">
            <a:avLst/>
          </a:prstGeom>
          <a:noFill/>
        </p:spPr>
        <p:txBody>
          <a:bodyPr wrap="square" lIns="0" tIns="0" rIns="0" bIns="0" anchor="ctr">
            <a:noAutofit/>
          </a:bodyPr>
          <a:lstStyle/>
          <a:p>
            <a:pPr algn="l">
              <a:lnSpc>
                <a:spcPct val="100000"/>
              </a:lnSpc>
              <a:spcBef>
                <a:spcPts val="0"/>
              </a:spcBef>
              <a:spcAft>
                <a:spcPts val="200"/>
              </a:spcAft>
            </a:pPr>
            <a:r>
              <a:rPr sz="1500" b="1" i="0">
                <a:solidFill>
                  <a:srgbClr val="FFFFFF"/>
                </a:solidFill>
                <a:latin typeface="Replica LL TT"/>
              </a:rPr>
              <a:t xml:space="preserve">Cloud infrastructure and GPUs</a:t>
            </a:r>
          </a:p>
          <a:p>
            <a:pPr algn="l">
              <a:lnSpc>
                <a:spcPct val="100000"/>
              </a:lnSpc>
            </a:pPr>
            <a:r>
              <a:rPr sz="1050" b="0" i="0">
                <a:solidFill>
                  <a:srgbClr val="FFFFFF"/>
                </a:solidFill>
                <a:latin typeface="Replica LL TT"/>
              </a:rPr>
              <a:t xml:space="preserve">Oracle</a:t>
            </a:r>
          </a:p>
        </p:txBody>
      </p:sp>
      <p:sp>
        <p:nvSpPr>
          <p:cNvPr id="19" name="Rectangle 18"/>
          <p:cNvSpPr/>
          <p:nvPr/>
        </p:nvSpPr>
        <p:spPr>
          <a:xfrm>
            <a:off x="4023360" y="5257799"/>
            <a:ext cx="10972" cy="6766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0" name="TextBox 19"/>
          <p:cNvSpPr txBox="1"/>
          <p:nvPr/>
        </p:nvSpPr>
        <p:spPr>
          <a:xfrm>
            <a:off x="4297680" y="5202936"/>
            <a:ext cx="4617720" cy="804671"/>
          </a:xfrm>
          <a:prstGeom prst="rect">
            <a:avLst/>
          </a:prstGeom>
          <a:noFill/>
        </p:spPr>
        <p:txBody>
          <a:bodyPr wrap="square" lIns="0" tIns="0" rIns="0" bIns="0" anchor="ctr">
            <a:noAutofit/>
          </a:bodyPr>
          <a:lstStyle/>
          <a:p>
            <a:pPr algn="l">
              <a:lnSpc>
                <a:spcPct val="105000"/>
              </a:lnSpc>
              <a:spcBef>
                <a:spcPts val="0"/>
              </a:spcBef>
              <a:spcAft>
                <a:spcPts val="200"/>
              </a:spcAft>
            </a:pPr>
            <a:r>
              <a:rPr sz="1200" b="0" i="0">
                <a:solidFill>
                  <a:srgbClr val="FFFFFF"/>
                </a:solidFill>
                <a:latin typeface="Replica LL TT"/>
              </a:rPr>
              <a:t xml:space="preserve">OCI dedicated AI cluster, OKE, Object Storage, Oracle AI Database, API Gateway</a:t>
            </a:r>
          </a:p>
        </p:txBody>
      </p:sp>
      <p:sp>
        <p:nvSpPr>
          <p:cNvPr id="21" name="Rounded Rectangle 20"/>
          <p:cNvSpPr/>
          <p:nvPr/>
        </p:nvSpPr>
        <p:spPr>
          <a:xfrm>
            <a:off x="9189719" y="5404103"/>
            <a:ext cx="1874519"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noAutofit/>
          </a:bodyPr>
          <a:lstStyle/>
          <a:p>
            <a:pPr algn="ctr">
              <a:lnSpc>
                <a:spcPct val="100000"/>
              </a:lnSpc>
              <a:spcBef>
                <a:spcPts val="0"/>
              </a:spcBef>
              <a:spcAft>
                <a:spcPts val="100"/>
              </a:spcAft>
            </a:pPr>
            <a:r>
              <a:rPr sz="1000" b="1" i="0">
                <a:solidFill>
                  <a:srgbClr val="44515A"/>
                </a:solidFill>
                <a:latin typeface="Replica LL TT"/>
              </a:rPr>
              <a:t xml:space="preserve">Oracle</a:t>
            </a:r>
          </a:p>
        </p:txBody>
      </p:sp>
      <p:sp>
        <p:nvSpPr>
          <p:cNvPr id="22" name="TextBox 21"/>
          <p:cNvSpPr txBox="1"/>
          <p:nvPr/>
        </p:nvSpPr>
        <p:spPr>
          <a:xfrm>
            <a:off x="868680" y="2331720"/>
            <a:ext cx="6949440" cy="256032"/>
          </a:xfrm>
          <a:prstGeom prst="rect">
            <a:avLst/>
          </a:prstGeom>
          <a:noFill/>
        </p:spPr>
        <p:txBody>
          <a:bodyPr wrap="square" lIns="0" tIns="0" rIns="0" bIns="0" anchor="t">
            <a:noAutofit/>
          </a:bodyPr>
          <a:lstStyle/>
          <a:p>
            <a:pPr algn="l">
              <a:lnSpc>
                <a:spcPct val="100000"/>
              </a:lnSpc>
              <a:spcBef>
                <a:spcPts val="0"/>
              </a:spcBef>
              <a:spcAft>
                <a:spcPts val="200"/>
              </a:spcAft>
            </a:pPr>
            <a:r>
              <a:rPr sz="1050" b="1" i="0">
                <a:solidFill>
                  <a:srgbClr val="0E5E8A"/>
                </a:solidFill>
                <a:latin typeface="Replica LL TT"/>
              </a:rPr>
              <a:t>▲ business value</a:t>
            </a:r>
          </a:p>
        </p:txBody>
      </p:sp>
      <p:cxnSp>
        <p:nvCxnSpPr>
          <p:cNvPr id="25" name="Straight Arrow Connector 24">
            <a:extLst>
              <a:ext uri="{FF2B5EF4-FFF2-40B4-BE49-F238E27FC236}">
                <a16:creationId xmlns:a16="http://schemas.microsoft.com/office/drawing/2014/main" id="{94211567-61D9-4FB4-EC44-66D87251A2CA}"/>
              </a:ext>
            </a:extLst>
          </p:cNvPr>
          <p:cNvCxnSpPr>
            <a:cxnSpLocks/>
          </p:cNvCxnSpPr>
          <p:nvPr/>
        </p:nvCxnSpPr>
        <p:spPr>
          <a:xfrm flipV="1">
            <a:off x="521208" y="2606039"/>
            <a:ext cx="0" cy="352958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Rounded Rectangle 25"/>
          <p:cNvSpPr/>
          <p:nvPr/>
        </p:nvSpPr>
        <p:spPr>
          <a:xfrm>
            <a:off x="4224528" y="2724910"/>
            <a:ext cx="3401567" cy="841247"/>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389120" y="2816351"/>
            <a:ext cx="3072383" cy="292388"/>
          </a:xfrm>
          <a:prstGeom prst="rect">
            <a:avLst/>
          </a:prstGeom>
          <a:noFill/>
        </p:spPr>
        <p:txBody>
          <a:bodyPr wrap="square" lIns="0" tIns="0" rIns="0" bIns="0" anchor="t">
            <a:spAutoFit/>
          </a:bodyPr>
          <a:lstStyle/>
          <a:p>
            <a:pPr algn="l"/>
            <a:r>
              <a:rPr sz="1150" b="1" i="0" dirty="0">
                <a:solidFill>
                  <a:srgbClr val="1485C3"/>
                </a:solidFill>
                <a:latin typeface="Replica LL TT"/>
              </a:rPr>
              <a:t xml:space="preserve">Oracle AI accelerator</a:t>
            </a:r>
          </a:p>
          <a:p>
            <a:pPr algn="l"/>
            <a:r>
              <a:rPr sz="750" b="1" i="0" dirty="0">
                <a:solidFill>
                  <a:srgbClr val="44515A"/>
                </a:solidFill>
                <a:latin typeface="Replica LL TT"/>
              </a:rPr>
              <a:t xml:space="preserve">ORACLE / SOFTSERVE-ENHANCED</a:t>
            </a:r>
          </a:p>
        </p:txBody>
      </p:sp>
      <p:sp>
        <p:nvSpPr>
          <p:cNvPr id="28" name="TextBox 27"/>
          <p:cNvSpPr txBox="1"/>
          <p:nvPr/>
        </p:nvSpPr>
        <p:spPr>
          <a:xfrm>
            <a:off x="4389120" y="3182110"/>
            <a:ext cx="3236975" cy="278892"/>
          </a:xfrm>
          <a:prstGeom prst="rect">
            <a:avLst/>
          </a:prstGeom>
          <a:noFill/>
        </p:spPr>
        <p:txBody>
          <a:bodyPr wrap="square" lIns="0" tIns="0" rIns="0" bIns="0" anchor="t">
            <a:spAutoFit/>
          </a:bodyPr>
          <a:lstStyle/>
          <a:p>
            <a:pPr algn="l">
              <a:lnSpc>
                <a:spcPct val="100000"/>
              </a:lnSpc>
            </a:pPr>
            <a:r>
              <a:rPr sz="900" b="0" i="0" dirty="0">
                <a:solidFill>
                  <a:srgbClr val="6B7076"/>
                </a:solidFill>
                <a:latin typeface="Replica LL TT"/>
              </a:rPr>
              <a:t xml:space="preserve">Pre-built and reusable: normalize · fan out · reason · map · score · reviewer UI</a:t>
            </a:r>
          </a:p>
        </p:txBody>
      </p:sp>
      <p:sp>
        <p:nvSpPr>
          <p:cNvPr id="29" name="Rounded Rectangle 28"/>
          <p:cNvSpPr/>
          <p:nvPr/>
        </p:nvSpPr>
        <p:spPr>
          <a:xfrm>
            <a:off x="7772400" y="2724910"/>
            <a:ext cx="3401567" cy="841247"/>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936992" y="2816351"/>
            <a:ext cx="3072383" cy="292388"/>
          </a:xfrm>
          <a:prstGeom prst="rect">
            <a:avLst/>
          </a:prstGeom>
          <a:noFill/>
        </p:spPr>
        <p:txBody>
          <a:bodyPr wrap="square" lIns="0" tIns="0" rIns="0" bIns="0" anchor="t">
            <a:spAutoFit/>
          </a:bodyPr>
          <a:lstStyle/>
          <a:p>
            <a:pPr algn="l"/>
            <a:r>
              <a:rPr sz="1150" b="1" i="0" dirty="0">
                <a:solidFill>
                  <a:srgbClr val="1485C3"/>
                </a:solidFill>
                <a:latin typeface="Replica LL TT"/>
              </a:rPr>
              <a:t xml:space="preserve">Tailored solution</a:t>
            </a:r>
          </a:p>
          <a:p>
            <a:pPr algn="l"/>
            <a:r>
              <a:rPr sz="750" b="1" i="0" dirty="0">
                <a:solidFill>
                  <a:srgbClr val="44515A"/>
                </a:solidFill>
                <a:latin typeface="Replica LL TT"/>
              </a:rPr>
              <a:t xml:space="preserve">SOFTSERVE</a:t>
            </a:r>
          </a:p>
        </p:txBody>
      </p:sp>
      <p:sp>
        <p:nvSpPr>
          <p:cNvPr id="4" name="Rounded Rectangle 3">
            <a:extLst>
              <a:ext uri="{FF2B5EF4-FFF2-40B4-BE49-F238E27FC236}">
                <a16:creationId xmlns:a16="http://schemas.microsoft.com/office/drawing/2014/main" id="{75D9975E-978E-C06D-184D-2F528FF3DBC6}"/>
              </a:ext>
            </a:extLst>
          </p:cNvPr>
          <p:cNvSpPr/>
          <p:nvPr/>
        </p:nvSpPr>
        <p:spPr>
          <a:xfrm>
            <a:off x="7897370" y="3132801"/>
            <a:ext cx="1005837" cy="387220"/>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PoV Jumpstart</a:t>
            </a:r>
          </a:p>
          <a:p>
            <a:pPr algn="ctr"/>
            <a:r>
              <a:rPr kumimoji="0" lang="en-US" sz="600" b="0" i="0" u="none" strike="noStrike" kern="1200" cap="none" spc="0" normalizeH="0" baseline="0" noProof="0" dirty="0">
                <a:ln>
                  <a:noFill/>
                </a:ln>
                <a:solidFill>
                  <a:srgbClr val="6B7076"/>
                </a:solidFill>
                <a:effectLst/>
                <a:uLnTx/>
                <a:uFillTx/>
                <a:latin typeface="Replica LL TT"/>
                <a:ea typeface="+mn-ea"/>
                <a:cs typeface="+mn-cs"/>
              </a:rPr>
              <a:t xml:space="preserve">One signal set, one segment</a:t>
            </a:r>
          </a:p>
        </p:txBody>
      </p:sp>
      <p:sp>
        <p:nvSpPr>
          <p:cNvPr id="5" name="Rounded Rectangle 4">
            <a:extLst>
              <a:ext uri="{FF2B5EF4-FFF2-40B4-BE49-F238E27FC236}">
                <a16:creationId xmlns:a16="http://schemas.microsoft.com/office/drawing/2014/main" id="{B6200007-98F6-49D0-7CD4-4CEF2A4766B3}"/>
              </a:ext>
            </a:extLst>
          </p:cNvPr>
          <p:cNvSpPr/>
          <p:nvPr/>
        </p:nvSpPr>
        <p:spPr>
          <a:xfrm>
            <a:off x="8970264" y="3132769"/>
            <a:ext cx="1005837" cy="385044"/>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Integration</a:t>
            </a:r>
          </a:p>
          <a:p>
            <a:pPr algn="ctr"/>
            <a:r>
              <a:rPr lang="en-US" sz="600" dirty="0">
                <a:solidFill>
                  <a:srgbClr val="6B7076"/>
                </a:solidFill>
                <a:latin typeface="Replica LL TT"/>
              </a:rPr>
              <a:t xml:space="preserve">Wired into the team's day</a:t>
            </a:r>
          </a:p>
        </p:txBody>
      </p:sp>
      <p:sp>
        <p:nvSpPr>
          <p:cNvPr id="11" name="Rounded Rectangle 10">
            <a:extLst>
              <a:ext uri="{FF2B5EF4-FFF2-40B4-BE49-F238E27FC236}">
                <a16:creationId xmlns:a16="http://schemas.microsoft.com/office/drawing/2014/main" id="{E65869E3-A820-F86D-0592-23EC195892F7}"/>
              </a:ext>
            </a:extLst>
          </p:cNvPr>
          <p:cNvSpPr/>
          <p:nvPr/>
        </p:nvSpPr>
        <p:spPr>
          <a:xfrm>
            <a:off x="10027194" y="3127026"/>
            <a:ext cx="1088135" cy="385044"/>
          </a:xfrm>
          <a:prstGeom prst="roundRect">
            <a:avLst>
              <a:gd name="adj" fmla="val 8000"/>
            </a:avLst>
          </a:prstGeom>
          <a:solidFill>
            <a:srgbClr val="FFFFFF"/>
          </a:solidFill>
          <a:ln>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800" dirty="0">
                <a:solidFill>
                  <a:srgbClr val="6B7076"/>
                </a:solidFill>
                <a:latin typeface="Replica LL TT"/>
              </a:rPr>
              <a:t xml:space="preserve">Scaling</a:t>
            </a:r>
          </a:p>
          <a:p>
            <a:pPr algn="ctr"/>
            <a:r>
              <a:rPr lang="en-US" sz="600" dirty="0">
                <a:solidFill>
                  <a:srgbClr val="6B7076"/>
                </a:solidFill>
                <a:latin typeface="Replica LL TT"/>
              </a:rPr>
              <a:t xml:space="preserve">Make it improve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514BB-C1A0-050A-C381-C6D43CD2D2A4}"/>
            </a:ext>
          </a:extLst>
        </p:cNvPr>
        <p:cNvGrpSpPr/>
        <p:nvPr/>
      </p:nvGrpSpPr>
      <p:grpSpPr>
        <a:xfrm>
          <a:off x="0" y="0"/>
          <a:ext cx="0" cy="0"/>
          <a:chOff x="0" y="0"/>
          <a:chExt cx="0" cy="0"/>
        </a:xfrm>
      </p:grpSpPr>
      <p:sp>
        <p:nvSpPr>
          <p:cNvPr id="17" name="Rounded Rectangle 16">
            <a:extLst>
              <a:ext uri="{FF2B5EF4-FFF2-40B4-BE49-F238E27FC236}">
                <a16:creationId xmlns:a16="http://schemas.microsoft.com/office/drawing/2014/main" id="{17C21697-D0F8-CCC0-A0FE-B9B39E8FC715}"/>
              </a:ext>
            </a:extLst>
          </p:cNvPr>
          <p:cNvSpPr/>
          <p:nvPr/>
        </p:nvSpPr>
        <p:spPr>
          <a:xfrm>
            <a:off x="3927059" y="2330704"/>
            <a:ext cx="4343400" cy="3249930"/>
          </a:xfrm>
          <a:prstGeom prst="roundRect">
            <a:avLst>
              <a:gd name="adj" fmla="val 5000"/>
            </a:avLst>
          </a:prstGeom>
          <a:noFill/>
          <a:ln>
            <a:solidFill>
              <a:srgbClr val="43515A"/>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a:p>
        </p:txBody>
      </p:sp>
      <p:sp>
        <p:nvSpPr>
          <p:cNvPr id="2" name="Text Placeholder 1">
            <a:extLst>
              <a:ext uri="{FF2B5EF4-FFF2-40B4-BE49-F238E27FC236}">
                <a16:creationId xmlns:a16="http://schemas.microsoft.com/office/drawing/2014/main" id="{FF25BCD8-38FC-42AB-0369-3E640D8EBE51}"/>
              </a:ext>
            </a:extLst>
          </p:cNvPr>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a:extLst>
              <a:ext uri="{FF2B5EF4-FFF2-40B4-BE49-F238E27FC236}">
                <a16:creationId xmlns:a16="http://schemas.microsoft.com/office/drawing/2014/main" id="{2A01132B-2CF0-9CE4-D884-A450DB269054}"/>
              </a:ext>
            </a:extLst>
          </p:cNvPr>
          <p:cNvSpPr>
            <a:spLocks noGrp="1"/>
          </p:cNvSpPr>
          <p:nvPr>
            <p:ph type="title"/>
          </p:nvPr>
        </p:nvSpPr>
        <p:spPr>
          <a:xfrm>
            <a:off x="356616" y="1280160"/>
            <a:ext cx="10789920" cy="868680"/>
          </a:xfrm>
        </p:spPr>
        <p:txBody>
          <a:bodyPr wrap="square">
            <a:noAutofit/>
          </a:bodyPr>
          <a:lstStyle/>
          <a:p>
            <a:r>
              <a:rPr lang="en-US" sz="2400" b="1" i="0" dirty="0">
                <a:solidFill>
                  <a:srgbClr val="26282B"/>
                </a:solidFill>
                <a:latin typeface="Replica LL TT"/>
              </a:rPr>
              <a:t xml:space="preserve">ARCHITECTURE</a:t>
            </a:r>
          </a:p>
        </p:txBody>
      </p:sp>
      <p:grpSp>
        <p:nvGrpSpPr>
          <p:cNvPr id="32" name="Group 31">
            <a:extLst>
              <a:ext uri="{FF2B5EF4-FFF2-40B4-BE49-F238E27FC236}">
                <a16:creationId xmlns:a16="http://schemas.microsoft.com/office/drawing/2014/main" id="{6FF9B387-1DB9-32BF-EDAE-7D7E68EDB466}"/>
              </a:ext>
            </a:extLst>
          </p:cNvPr>
          <p:cNvGrpSpPr/>
          <p:nvPr/>
        </p:nvGrpSpPr>
        <p:grpSpPr>
          <a:xfrm>
            <a:off x="4457506" y="3757446"/>
            <a:ext cx="3527912" cy="779615"/>
            <a:chOff x="3429000" y="4176432"/>
            <a:chExt cx="6419378" cy="779615"/>
          </a:xfrm>
          <a:solidFill>
            <a:schemeClr val="accent6"/>
          </a:solidFill>
        </p:grpSpPr>
        <p:sp>
          <p:nvSpPr>
            <p:cNvPr id="12" name="Rounded Rectangle 11">
              <a:extLst>
                <a:ext uri="{FF2B5EF4-FFF2-40B4-BE49-F238E27FC236}">
                  <a16:creationId xmlns:a16="http://schemas.microsoft.com/office/drawing/2014/main" id="{865D0750-9D8E-047C-4F01-8F585C72CCA8}"/>
                </a:ext>
              </a:extLst>
            </p:cNvPr>
            <p:cNvSpPr/>
            <p:nvPr/>
          </p:nvSpPr>
          <p:spPr>
            <a:xfrm>
              <a:off x="3429000" y="4197096"/>
              <a:ext cx="6419378" cy="758951"/>
            </a:xfrm>
            <a:prstGeom prst="roundRect">
              <a:avLst>
                <a:gd name="adj" fmla="val 5000"/>
              </a:avLst>
            </a:prstGeom>
            <a:grp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ctr"/>
              <a:endParaRPr dirty="0">
                <a:solidFill>
                  <a:srgbClr val="43515A"/>
                </a:solidFill>
              </a:endParaRPr>
            </a:p>
          </p:txBody>
        </p:sp>
        <p:sp>
          <p:nvSpPr>
            <p:cNvPr id="13" name="TextBox 12">
              <a:extLst>
                <a:ext uri="{FF2B5EF4-FFF2-40B4-BE49-F238E27FC236}">
                  <a16:creationId xmlns:a16="http://schemas.microsoft.com/office/drawing/2014/main" id="{B69B7A19-EA51-7429-60A5-394B6EBAA14C}"/>
                </a:ext>
              </a:extLst>
            </p:cNvPr>
            <p:cNvSpPr txBox="1"/>
            <p:nvPr/>
          </p:nvSpPr>
          <p:spPr>
            <a:xfrm>
              <a:off x="3429000" y="4176432"/>
              <a:ext cx="6419378" cy="752183"/>
            </a:xfrm>
            <a:prstGeom prst="rect">
              <a:avLst/>
            </a:prstGeom>
            <a:grpFill/>
          </p:spPr>
          <p:txBody>
            <a:bodyPr wrap="square" lIns="0" tIns="0" rIns="0" bIns="0" anchor="ctr">
              <a:noAutofit/>
            </a:bodyPr>
            <a:lstStyle/>
            <a:p>
              <a:pPr algn="ctr">
                <a:lnSpc>
                  <a:spcPct val="100000"/>
                </a:lnSpc>
                <a:spcBef>
                  <a:spcPts val="0"/>
                </a:spcBef>
                <a:spcAft>
                  <a:spcPts val="200"/>
                </a:spcAft>
              </a:pPr>
              <a:r>
                <a:rPr sz="1500" b="1" i="0" dirty="0">
                  <a:solidFill>
                    <a:srgbClr val="43515A"/>
                  </a:solidFill>
                  <a:latin typeface="Replica LL TT"/>
                </a:rPr>
                <a:t xml:space="preserve">NVIDIA AI-Q Blueprint · NVIDIA NeMo Agent Toolkit</a:t>
              </a:r>
            </a:p>
            <a:p>
              <a:pPr algn="ctr">
                <a:lnSpc>
                  <a:spcPct val="100000"/>
                </a:lnSpc>
                <a:spcBef>
                  <a:spcPts val="0"/>
                </a:spcBef>
                <a:spcAft>
                  <a:spcPts val="200"/>
                </a:spcAft>
              </a:pPr>
              <a:r>
                <a:rPr sz="1050" b="0" i="0" dirty="0">
                  <a:solidFill>
                    <a:srgbClr val="43515A"/>
                  </a:solidFill>
                  <a:latin typeface="Replica LL TT"/>
                </a:rPr>
                <a:t xml:space="preserve">Agentic orchestration, retrieval, citation checks</a:t>
              </a:r>
            </a:p>
          </p:txBody>
        </p:sp>
      </p:grpSp>
      <p:sp>
        <p:nvSpPr>
          <p:cNvPr id="18" name="TextBox 17">
            <a:extLst>
              <a:ext uri="{FF2B5EF4-FFF2-40B4-BE49-F238E27FC236}">
                <a16:creationId xmlns:a16="http://schemas.microsoft.com/office/drawing/2014/main" id="{D222D127-BA19-175A-869A-622CA7CD15A5}"/>
              </a:ext>
            </a:extLst>
          </p:cNvPr>
          <p:cNvSpPr txBox="1"/>
          <p:nvPr/>
        </p:nvSpPr>
        <p:spPr>
          <a:xfrm>
            <a:off x="4160393" y="4717287"/>
            <a:ext cx="2941590" cy="790194"/>
          </a:xfrm>
          <a:prstGeom prst="rect">
            <a:avLst/>
          </a:prstGeom>
          <a:noFill/>
        </p:spPr>
        <p:txBody>
          <a:bodyPr wrap="square" lIns="0" tIns="0" rIns="0" bIns="0" anchor="ctr">
            <a:noAutofit/>
          </a:bodyPr>
          <a:lstStyle/>
          <a:p>
            <a:pPr algn="l">
              <a:lnSpc>
                <a:spcPct val="100000"/>
              </a:lnSpc>
              <a:spcBef>
                <a:spcPts val="0"/>
              </a:spcBef>
              <a:spcAft>
                <a:spcPts val="200"/>
              </a:spcAft>
            </a:pPr>
            <a:r>
              <a:rPr lang="en-US" sz="1500" i="0" dirty="0">
                <a:latin typeface="Replica LL TT"/>
              </a:rPr>
              <a:t xml:space="preserve">Oracle Cloud Infrastructure</a:t>
            </a:r>
          </a:p>
          <a:p>
            <a:pPr algn="l">
              <a:lnSpc>
                <a:spcPct val="100000"/>
              </a:lnSpc>
              <a:spcBef>
                <a:spcPts val="0"/>
              </a:spcBef>
              <a:spcAft>
                <a:spcPts val="200"/>
              </a:spcAft>
            </a:pPr>
            <a:r>
              <a:rPr lang="en-US" sz="1200" dirty="0">
                <a:solidFill>
                  <a:schemeClr val="tx1">
                    <a:lumMod val="50000"/>
                    <a:lumOff val="50000"/>
                  </a:schemeClr>
                </a:solidFill>
                <a:latin typeface="Replica LL TT"/>
              </a:rPr>
              <a:t xml:space="preserve">OCI dedicated AI cluster, OKE, Object Storage, Oracle AI Database, API Gateway</a:t>
            </a:r>
          </a:p>
        </p:txBody>
      </p:sp>
      <p:sp>
        <p:nvSpPr>
          <p:cNvPr id="23" name="Rounded Rectangle 22">
            <a:extLst>
              <a:ext uri="{FF2B5EF4-FFF2-40B4-BE49-F238E27FC236}">
                <a16:creationId xmlns:a16="http://schemas.microsoft.com/office/drawing/2014/main" id="{CF81CE5E-A1C9-BC76-2261-800135F2305E}"/>
              </a:ext>
            </a:extLst>
          </p:cNvPr>
          <p:cNvSpPr/>
          <p:nvPr/>
        </p:nvSpPr>
        <p:spPr>
          <a:xfrm>
            <a:off x="4457506" y="2784462"/>
            <a:ext cx="3527912" cy="758951"/>
          </a:xfrm>
          <a:prstGeom prst="roundRect">
            <a:avLst>
              <a:gd name="adj" fmla="val 5000"/>
            </a:avLst>
          </a:prstGeom>
          <a:solidFill>
            <a:srgbClr val="F36849"/>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Replica LL TT"/>
                <a:ea typeface="+mn-ea"/>
                <a:cs typeface="+mn-cs"/>
              </a:rPr>
              <a:t xml:space="preserve">Account insights by SoftServe</a:t>
            </a:r>
          </a:p>
          <a:p>
            <a:pPr marL="0" marR="0" lvl="0" indent="0" algn="ctr" defTabSz="457200" rtl="0" eaLnBrk="1" fontAlgn="auto" latinLnBrk="0" hangingPunct="1">
              <a:lnSpc>
                <a:spcPct val="100000"/>
              </a:lnSpc>
              <a:spcBef>
                <a:spcPts val="0"/>
              </a:spcBef>
              <a:spcAft>
                <a:spcPts val="200"/>
              </a:spcAft>
              <a:buClrTx/>
              <a:buSzTx/>
              <a:buFontTx/>
              <a:buNone/>
              <a:tabLst/>
              <a:defRPr/>
            </a:pPr>
            <a:r>
              <a:rPr kumimoji="0" lang="en-US" sz="1050" b="0" i="0" u="none" strike="noStrike" kern="1200" cap="none" spc="0" normalizeH="0" baseline="0" noProof="0" dirty="0">
                <a:ln>
                  <a:noFill/>
                </a:ln>
                <a:solidFill>
                  <a:srgbClr val="FFFFFF"/>
                </a:solidFill>
                <a:effectLst/>
                <a:uLnTx/>
                <a:uFillTx/>
                <a:latin typeface="Replica LL TT"/>
                <a:ea typeface="+mn-ea"/>
                <a:cs typeface="+mn-cs"/>
              </a:rPr>
              <a:t xml:space="preserve">normalize · fan out · reason · map</a:t>
            </a:r>
          </a:p>
        </p:txBody>
      </p:sp>
      <p:sp>
        <p:nvSpPr>
          <p:cNvPr id="63" name="TextBox 62">
            <a:extLst>
              <a:ext uri="{FF2B5EF4-FFF2-40B4-BE49-F238E27FC236}">
                <a16:creationId xmlns:a16="http://schemas.microsoft.com/office/drawing/2014/main" id="{77F51C97-A78F-E47A-321D-B3D0D31BCAE0}"/>
              </a:ext>
            </a:extLst>
          </p:cNvPr>
          <p:cNvSpPr txBox="1"/>
          <p:nvPr/>
        </p:nvSpPr>
        <p:spPr>
          <a:xfrm>
            <a:off x="356616" y="1730158"/>
            <a:ext cx="11338560" cy="365760"/>
          </a:xfrm>
          <a:prstGeom prst="rect">
            <a:avLst/>
          </a:prstGeom>
          <a:noFill/>
        </p:spPr>
        <p:txBody>
          <a:bodyPr wrap="square" lIns="0" tIns="0" rIns="0" bIns="0" anchor="t">
            <a:noAutofit/>
          </a:bodyPr>
          <a:lstStyle/>
          <a:p>
            <a:pPr algn="l">
              <a:lnSpc>
                <a:spcPct val="100000"/>
              </a:lnSpc>
              <a:spcBef>
                <a:spcPts val="0"/>
              </a:spcBef>
              <a:spcAft>
                <a:spcPts val="200"/>
              </a:spcAft>
            </a:pPr>
            <a:r>
              <a:rPr lang="en-US" sz="1200" i="1" dirty="0">
                <a:solidFill>
                  <a:srgbClr val="6B7076"/>
                </a:solidFill>
                <a:latin typeface="Replica LL TT"/>
              </a:rPr>
              <a:t xml:space="preserve">Reference architecture: signals and the system of record in, reviewed moves out. · Reviewer reviews</a:t>
            </a:r>
          </a:p>
        </p:txBody>
      </p:sp>
      <p:sp>
        <p:nvSpPr>
          <p:cNvPr id="64" name="Rounded Rectangle 35">
            <a:extLst>
              <a:ext uri="{FF2B5EF4-FFF2-40B4-BE49-F238E27FC236}">
                <a16:creationId xmlns:a16="http://schemas.microsoft.com/office/drawing/2014/main" id="{8B884B65-5C1B-5262-839D-4E1DBA4EC992}"/>
              </a:ext>
            </a:extLst>
          </p:cNvPr>
          <p:cNvSpPr/>
          <p:nvPr/>
        </p:nvSpPr>
        <p:spPr>
          <a:xfrm>
            <a:off x="612359" y="2467146"/>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Signal feeds</a:t>
            </a:r>
          </a:p>
        </p:txBody>
      </p:sp>
      <p:cxnSp>
        <p:nvCxnSpPr>
          <p:cNvPr id="65" name="Straight Arrow Connector 37">
            <a:extLst>
              <a:ext uri="{FF2B5EF4-FFF2-40B4-BE49-F238E27FC236}">
                <a16:creationId xmlns:a16="http://schemas.microsoft.com/office/drawing/2014/main" id="{D235C229-AB48-9D77-A8AB-B27B23C3E941}"/>
              </a:ext>
            </a:extLst>
          </p:cNvPr>
          <p:cNvCxnSpPr>
            <a:cxnSpLocks/>
          </p:cNvCxnSpPr>
          <p:nvPr/>
        </p:nvCxnSpPr>
        <p:spPr>
          <a:xfrm flipV="1">
            <a:off x="2738339" y="3037446"/>
            <a:ext cx="1719167" cy="139492"/>
          </a:xfrm>
          <a:prstGeom prst="bentConnector3">
            <a:avLst>
              <a:gd name="adj1" fmla="val 86236"/>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TextBox 45">
            <a:extLst>
              <a:ext uri="{FF2B5EF4-FFF2-40B4-BE49-F238E27FC236}">
                <a16:creationId xmlns:a16="http://schemas.microsoft.com/office/drawing/2014/main" id="{AAC0BA67-566A-A048-A021-A110221FF8E0}"/>
              </a:ext>
            </a:extLst>
          </p:cNvPr>
          <p:cNvSpPr txBox="1"/>
          <p:nvPr/>
        </p:nvSpPr>
        <p:spPr>
          <a:xfrm>
            <a:off x="2848067" y="2564290"/>
            <a:ext cx="1005840" cy="557784"/>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news, filings, disclosures, commercial data feeds</a:t>
            </a:r>
          </a:p>
        </p:txBody>
      </p:sp>
      <p:sp>
        <p:nvSpPr>
          <p:cNvPr id="67" name="Rounded Rectangle 35">
            <a:extLst>
              <a:ext uri="{FF2B5EF4-FFF2-40B4-BE49-F238E27FC236}">
                <a16:creationId xmlns:a16="http://schemas.microsoft.com/office/drawing/2014/main" id="{8B884B65-5C1B-5262-839D-4E1DBA4EC992}"/>
              </a:ext>
            </a:extLst>
          </p:cNvPr>
          <p:cNvSpPr/>
          <p:nvPr/>
        </p:nvSpPr>
        <p:spPr>
          <a:xfrm>
            <a:off x="612359" y="4115330"/>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Organization context</a:t>
            </a:r>
          </a:p>
        </p:txBody>
      </p:sp>
      <p:cxnSp>
        <p:nvCxnSpPr>
          <p:cNvPr id="68" name="Straight Arrow Connector 37">
            <a:extLst>
              <a:ext uri="{FF2B5EF4-FFF2-40B4-BE49-F238E27FC236}">
                <a16:creationId xmlns:a16="http://schemas.microsoft.com/office/drawing/2014/main" id="{D235C229-AB48-9D77-A8AB-B27B23C3E941}"/>
              </a:ext>
            </a:extLst>
          </p:cNvPr>
          <p:cNvCxnSpPr>
            <a:cxnSpLocks/>
          </p:cNvCxnSpPr>
          <p:nvPr/>
        </p:nvCxnSpPr>
        <p:spPr>
          <a:xfrm flipV="1">
            <a:off x="2738339" y="3290429"/>
            <a:ext cx="1719167" cy="1534693"/>
          </a:xfrm>
          <a:prstGeom prst="bentConnector3">
            <a:avLst>
              <a:gd name="adj1" fmla="val 88236"/>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45">
            <a:extLst>
              <a:ext uri="{FF2B5EF4-FFF2-40B4-BE49-F238E27FC236}">
                <a16:creationId xmlns:a16="http://schemas.microsoft.com/office/drawing/2014/main" id="{AAC0BA67-566A-A048-A021-A110221FF8E0}"/>
              </a:ext>
            </a:extLst>
          </p:cNvPr>
          <p:cNvSpPr txBox="1"/>
          <p:nvPr/>
        </p:nvSpPr>
        <p:spPr>
          <a:xfrm>
            <a:off x="2848067" y="4073028"/>
            <a:ext cx="1005840" cy="697230"/>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records and framing from the system of record, the catalog of moves</a:t>
            </a:r>
          </a:p>
        </p:txBody>
      </p:sp>
      <p:sp>
        <p:nvSpPr>
          <p:cNvPr id="70" name="Rounded Rectangle 35">
            <a:extLst>
              <a:ext uri="{FF2B5EF4-FFF2-40B4-BE49-F238E27FC236}">
                <a16:creationId xmlns:a16="http://schemas.microsoft.com/office/drawing/2014/main" id="{8B884B65-5C1B-5262-839D-4E1DBA4EC992}"/>
              </a:ext>
            </a:extLst>
          </p:cNvPr>
          <p:cNvSpPr/>
          <p:nvPr/>
        </p:nvSpPr>
        <p:spPr>
          <a:xfrm>
            <a:off x="9459179" y="3291238"/>
            <a:ext cx="2125980" cy="1419584"/>
          </a:xfrm>
          <a:prstGeom prst="roundRect">
            <a:avLst>
              <a:gd name="adj" fmla="val 5000"/>
            </a:avLst>
          </a:prstGeom>
          <a:solidFill>
            <a:srgbClr val="459FDD"/>
          </a:solidFill>
          <a:ln>
            <a:no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marL="0" marR="0" lvl="0" indent="0" algn="ctr" defTabSz="457200" rtl="0" eaLnBrk="1" fontAlgn="auto" latinLnBrk="0" hangingPunct="1">
              <a:lnSpc>
                <a:spcPct val="100000"/>
              </a:lnSpc>
              <a:spcBef>
                <a:spcPts val="0"/>
              </a:spcBef>
              <a:spcAft>
                <a:spcPts val="200"/>
              </a:spcAft>
              <a:buClrTx/>
              <a:buSzTx/>
              <a:buFontTx/>
              <a:buNone/>
              <a:tabLst/>
              <a:defRPr/>
            </a:pPr>
            <a:r>
              <a:rPr lang="en-US" sz="1500" b="1" dirty="0">
                <a:solidFill>
                  <a:srgbClr val="FFFFFF"/>
                </a:solidFill>
                <a:latin typeface="Replica LL TT"/>
              </a:rPr>
              <a:t xml:space="preserve">Oracle Customer Experience (CX)</a:t>
            </a:r>
          </a:p>
        </p:txBody>
      </p:sp>
      <p:cxnSp>
        <p:nvCxnSpPr>
          <p:cNvPr id="71" name="Straight Arrow Connector 37">
            <a:extLst>
              <a:ext uri="{FF2B5EF4-FFF2-40B4-BE49-F238E27FC236}">
                <a16:creationId xmlns:a16="http://schemas.microsoft.com/office/drawing/2014/main" id="{D235C229-AB48-9D77-A8AB-B27B23C3E941}"/>
              </a:ext>
            </a:extLst>
          </p:cNvPr>
          <p:cNvCxnSpPr>
            <a:cxnSpLocks/>
          </p:cNvCxnSpPr>
          <p:nvPr/>
        </p:nvCxnSpPr>
        <p:spPr>
          <a:xfrm>
            <a:off x="7985418" y="3163937"/>
            <a:ext cx="1473761" cy="837093"/>
          </a:xfrm>
          <a:prstGeom prst="bentConnector3">
            <a:avLst>
              <a:gd name="adj1" fmla="val 28647"/>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45">
            <a:extLst>
              <a:ext uri="{FF2B5EF4-FFF2-40B4-BE49-F238E27FC236}">
                <a16:creationId xmlns:a16="http://schemas.microsoft.com/office/drawing/2014/main" id="{AAC0BA67-566A-A048-A021-A110221FF8E0}"/>
              </a:ext>
            </a:extLst>
          </p:cNvPr>
          <p:cNvSpPr txBox="1"/>
          <p:nvPr/>
        </p:nvSpPr>
        <p:spPr>
          <a:xfrm>
            <a:off x="8462483" y="3388382"/>
            <a:ext cx="941832" cy="557784"/>
          </a:xfrm>
          <a:prstGeom prst="rect">
            <a:avLst/>
          </a:prstGeom>
          <a:noFill/>
        </p:spPr>
        <p:txBody>
          <a:bodyPr wrap="square" lIns="0" tIns="0" rIns="0" bIns="0" anchor="ctr">
            <a:noAutofit/>
          </a:bodyPr>
          <a:lstStyle/>
          <a:p>
            <a:pPr algn="l">
              <a:lnSpc>
                <a:spcPct val="100000"/>
              </a:lnSpc>
              <a:spcBef>
                <a:spcPts val="0"/>
              </a:spcBef>
              <a:spcAft>
                <a:spcPts val="200"/>
              </a:spcAft>
            </a:pPr>
            <a:r>
              <a:rPr lang="en-US" sz="900" i="0" dirty="0">
                <a:solidFill>
                  <a:schemeClr val="tx1">
                    <a:lumMod val="50000"/>
                    <a:lumOff val="50000"/>
                  </a:schemeClr>
                </a:solidFill>
                <a:latin typeface="Replica LL TT"/>
              </a:rPr>
              <a:t xml:space="preserve">structured per-account records, routed to the owner</a:t>
            </a:r>
          </a:p>
        </p:txBody>
      </p:sp>
    </p:spTree>
    <p:extLst>
      <p:ext uri="{BB962C8B-B14F-4D97-AF65-F5344CB8AC3E}">
        <p14:creationId xmlns:p14="http://schemas.microsoft.com/office/powerpoint/2010/main" val="2312063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3D229-4099-A901-8D93-E9538CB045A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1791EC7-7AE0-CF84-8692-527C9CFE9966}"/>
              </a:ext>
            </a:extLst>
          </p:cNvPr>
          <p:cNvSpPr>
            <a:spLocks noGrp="1"/>
          </p:cNvSpPr>
          <p:nvPr>
            <p:ph type="body" sz="quarter" idx="34"/>
          </p:nvPr>
        </p:nvSpPr>
        <p:spPr/>
        <p:txBody>
          <a:bodyPr/>
          <a:lstStyle/>
          <a:p>
            <a:r>
              <a:rPr sz="900" b="0" i="0">
                <a:solidFill>
                  <a:srgbClr val="6B7076"/>
                </a:solidFill>
                <a:latin typeface="Replica LL TT"/>
              </a:rPr>
              <a:t xml:space="preserve">Oracle AI &amp; Data Solutions</a:t>
            </a:r>
          </a:p>
        </p:txBody>
      </p:sp>
      <p:sp>
        <p:nvSpPr>
          <p:cNvPr id="3" name="Title 2">
            <a:extLst>
              <a:ext uri="{FF2B5EF4-FFF2-40B4-BE49-F238E27FC236}">
                <a16:creationId xmlns:a16="http://schemas.microsoft.com/office/drawing/2014/main" id="{505178FC-8DE2-E031-A364-B658BF9E6CFD}"/>
              </a:ext>
            </a:extLst>
          </p:cNvPr>
          <p:cNvSpPr>
            <a:spLocks noGrp="1"/>
          </p:cNvSpPr>
          <p:nvPr>
            <p:ph type="title"/>
          </p:nvPr>
        </p:nvSpPr>
        <p:spPr>
          <a:xfrm>
            <a:off x="397111" y="1066800"/>
            <a:ext cx="10789920" cy="868680"/>
          </a:xfrm>
        </p:spPr>
        <p:txBody>
          <a:bodyPr wrap="square">
            <a:noAutofit/>
          </a:bodyPr>
          <a:lstStyle/>
          <a:p>
            <a:r>
              <a:rPr sz="2400" b="1" i="0" dirty="0">
                <a:solidFill>
                  <a:srgbClr val="26282B"/>
                </a:solidFill>
                <a:latin typeface="Replica LL TT"/>
              </a:rPr>
              <a:t xml:space="preserve">SERVICE PACKAGES</a:t>
            </a:r>
          </a:p>
        </p:txBody>
      </p:sp>
      <p:graphicFrame>
        <p:nvGraphicFramePr>
          <p:cNvPr id="6" name="Table 5">
            <a:extLst>
              <a:ext uri="{FF2B5EF4-FFF2-40B4-BE49-F238E27FC236}">
                <a16:creationId xmlns:a16="http://schemas.microsoft.com/office/drawing/2014/main" id="{5ADE726F-3EC1-55BB-C220-670A43DF9FDB}"/>
              </a:ext>
            </a:extLst>
          </p:cNvPr>
          <p:cNvGraphicFramePr>
            <a:graphicFrameLocks noGrp="1"/>
          </p:cNvGraphicFramePr>
          <p:nvPr>
            <p:extLst>
              <p:ext uri="{D42A27DB-BD31-4B8C-83A1-F6EECF244321}">
                <p14:modId xmlns:p14="http://schemas.microsoft.com/office/powerpoint/2010/main" val="19015686"/>
              </p:ext>
            </p:extLst>
          </p:nvPr>
        </p:nvGraphicFramePr>
        <p:xfrm>
          <a:off x="377517" y="1600200"/>
          <a:ext cx="11304536" cy="4474166"/>
        </p:xfrm>
        <a:graphic>
          <a:graphicData uri="http://schemas.openxmlformats.org/drawingml/2006/table">
            <a:tbl>
              <a:tblPr>
                <a:tableStyleId>{2D5ABB26-0587-4C30-8999-92F81FD0307C}</a:tableStyleId>
              </a:tblPr>
              <a:tblGrid>
                <a:gridCol w="2674430">
                  <a:extLst>
                    <a:ext uri="{9D8B030D-6E8A-4147-A177-3AD203B41FA5}">
                      <a16:colId xmlns:a16="http://schemas.microsoft.com/office/drawing/2014/main" val="20000"/>
                    </a:ext>
                  </a:extLst>
                </a:gridCol>
                <a:gridCol w="2876702">
                  <a:extLst>
                    <a:ext uri="{9D8B030D-6E8A-4147-A177-3AD203B41FA5}">
                      <a16:colId xmlns:a16="http://schemas.microsoft.com/office/drawing/2014/main" val="20001"/>
                    </a:ext>
                  </a:extLst>
                </a:gridCol>
                <a:gridCol w="2876702">
                  <a:extLst>
                    <a:ext uri="{9D8B030D-6E8A-4147-A177-3AD203B41FA5}">
                      <a16:colId xmlns:a16="http://schemas.microsoft.com/office/drawing/2014/main" val="20002"/>
                    </a:ext>
                  </a:extLst>
                </a:gridCol>
                <a:gridCol w="2876702">
                  <a:extLst>
                    <a:ext uri="{9D8B030D-6E8A-4147-A177-3AD203B41FA5}">
                      <a16:colId xmlns:a16="http://schemas.microsoft.com/office/drawing/2014/main" val="20003"/>
                    </a:ext>
                  </a:extLst>
                </a:gridCol>
              </a:tblGrid>
              <a:tr h="338569">
                <a:tc>
                  <a:txBody>
                    <a:bodyPr/>
                    <a:lstStyle/>
                    <a:p>
                      <a:pPr algn="l"/>
                      <a:endParaRPr dirty="0"/>
                    </a:p>
                  </a:txBody>
                  <a:tcPr marL="109728" marR="73152" marT="36576" marB="36576" anchor="ctr">
                    <a:solidFill>
                      <a:srgbClr val="26282B"/>
                    </a:solidFill>
                  </a:tcPr>
                </a:tc>
                <a:tc>
                  <a:txBody>
                    <a:bodyPr/>
                    <a:lstStyle/>
                    <a:p>
                      <a:pPr algn="ctr"/>
                      <a:r>
                        <a:rPr sz="1250" b="1" i="0" dirty="0">
                          <a:solidFill>
                            <a:srgbClr val="FFFFFF"/>
                          </a:solidFill>
                          <a:latin typeface="Replica LL TT"/>
                        </a:rPr>
                        <a:t xml:space="preserve">PoV Jumpstart  ·  S</a:t>
                      </a:r>
                    </a:p>
                  </a:txBody>
                  <a:tcPr marL="109728" marR="73152" marT="36576" marB="36576" anchor="ctr">
                    <a:solidFill>
                      <a:srgbClr val="FE8D6B"/>
                    </a:solidFill>
                  </a:tcPr>
                </a:tc>
                <a:tc>
                  <a:txBody>
                    <a:bodyPr/>
                    <a:lstStyle/>
                    <a:p>
                      <a:pPr algn="ctr"/>
                      <a:r>
                        <a:rPr sz="1250" b="1" i="0">
                          <a:solidFill>
                            <a:srgbClr val="FFFFFF"/>
                          </a:solidFill>
                          <a:latin typeface="Replica LL TT"/>
                        </a:rPr>
                        <a:t xml:space="preserve">Integration  ·  M</a:t>
                      </a:r>
                    </a:p>
                  </a:txBody>
                  <a:tcPr marL="109728" marR="73152" marT="36576" marB="36576" anchor="ctr">
                    <a:solidFill>
                      <a:srgbClr val="F36949"/>
                    </a:solidFill>
                  </a:tcPr>
                </a:tc>
                <a:tc>
                  <a:txBody>
                    <a:bodyPr/>
                    <a:lstStyle/>
                    <a:p>
                      <a:pPr algn="ctr"/>
                      <a:r>
                        <a:rPr sz="1250" b="1" i="0" dirty="0">
                          <a:solidFill>
                            <a:srgbClr val="FFFFFF"/>
                          </a:solidFill>
                          <a:latin typeface="Replica LL TT"/>
                        </a:rPr>
                        <a:t xml:space="preserve">Scaling  ·  L</a:t>
                      </a:r>
                    </a:p>
                  </a:txBody>
                  <a:tcPr marL="109728" marR="73152" marT="36576" marB="36576" anchor="ctr">
                    <a:solidFill>
                      <a:srgbClr val="D84F2E"/>
                    </a:solidFill>
                  </a:tcPr>
                </a:tc>
                <a:extLst>
                  <a:ext uri="{0D108BD9-81ED-4DB2-BD59-A6C34878D82A}">
                    <a16:rowId xmlns:a16="http://schemas.microsoft.com/office/drawing/2014/main" val="10000"/>
                  </a:ext>
                </a:extLst>
              </a:tr>
              <a:tr h="1061867">
                <a:tc>
                  <a:txBody>
                    <a:bodyPr/>
                    <a:lstStyle/>
                    <a:p>
                      <a:pPr algn="l"/>
                      <a:r>
                        <a:rPr lang="en-US" sz="1050" b="1" i="0" dirty="0">
                          <a:solidFill>
                            <a:srgbClr val="26282B"/>
                          </a:solidFill>
                          <a:latin typeface="Replica LL TT"/>
                        </a:rPr>
                        <a:t>Package scope</a:t>
                      </a:r>
                      <a:endParaRPr sz="1050" dirty="0"/>
                    </a:p>
                  </a:txBody>
                  <a:tcPr marL="109728" marR="73152" anchor="ctr">
                    <a:lnB w="12700" cap="flat" cmpd="sng" algn="ctr">
                      <a:solidFill>
                        <a:schemeClr val="tx1"/>
                      </a:solidFill>
                      <a:prstDash val="solid"/>
                      <a:round/>
                      <a:headEnd type="none" w="med" len="med"/>
                      <a:tailEnd type="none" w="med" len="med"/>
                    </a:lnB>
                    <a:noFill/>
                  </a:tcPr>
                </a:tc>
                <a:tc>
                  <a:txBody>
                    <a:bodyPr/>
                    <a:lstStyle/>
                    <a:p>
                      <a:pPr algn="l"/>
                      <a:r>
                        <a:rPr lang="en-US" sz="1050" b="1" i="0" dirty="0">
                          <a:solidFill>
                            <a:schemeClr val="tx1"/>
                          </a:solidFill>
                          <a:latin typeface="Replica LL TT"/>
                        </a:rPr>
                        <a:t xml:space="preserve">One signal set, one segment, files in and out:</a:t>
                      </a:r>
                      <a:r>
                        <a:rPr lang="en-US" sz="1050" b="0" i="0" dirty="0">
                          <a:solidFill>
                            <a:schemeClr val="tx1"/>
                          </a:solidFill>
                          <a:latin typeface="Replica LL TT"/>
                        </a:rPr>
                        <a:t xml:space="preserve"> prove the reviewer agrees.</a:t>
                      </a:r>
                    </a:p>
                  </a:txBody>
                  <a:tcPr marL="109728" marR="73152" anchor="ctr">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1" i="0" dirty="0">
                          <a:solidFill>
                            <a:schemeClr val="tx1"/>
                          </a:solidFill>
                          <a:latin typeface="Replica LL TT"/>
                        </a:rPr>
                        <a:t xml:space="preserve">Wired into the team's day:</a:t>
                      </a:r>
                      <a:r>
                        <a:rPr lang="en-US" sz="1050" b="0" i="0" dirty="0">
                          <a:solidFill>
                            <a:schemeClr val="tx1"/>
                          </a:solidFill>
                          <a:latin typeface="Replica LL TT"/>
                        </a:rPr>
                        <a:t xml:space="preserve"> licensed feeds in, system of record out.</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l"/>
                      <a:r>
                        <a:rPr lang="en-US" sz="1050" b="1" i="0" dirty="0">
                          <a:solidFill>
                            <a:schemeClr val="tx1"/>
                          </a:solidFill>
                          <a:latin typeface="Replica LL TT"/>
                        </a:rPr>
                        <a:t xml:space="preserve">Make it improve:</a:t>
                      </a:r>
                      <a:r>
                        <a:rPr lang="en-US" sz="1050" b="0" i="0" dirty="0">
                          <a:solidFill>
                            <a:schemeClr val="tx1"/>
                          </a:solidFill>
                          <a:latin typeface="Replica LL TT"/>
                        </a:rPr>
                        <a:t xml:space="preserve"> live write-back, outcome capture, confidence tested against real outcomes.</a:t>
                      </a:r>
                    </a:p>
                  </a:txBody>
                  <a:tcPr marL="109728" marR="7315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3118">
                <a:tc>
                  <a:txBody>
                    <a:bodyPr/>
                    <a:lstStyle/>
                    <a:p>
                      <a:pPr algn="l"/>
                      <a:r>
                        <a:rPr sz="1050" b="1" i="0" dirty="0">
                          <a:solidFill>
                            <a:srgbClr val="26282B"/>
                          </a:solidFill>
                          <a:latin typeface="Replica LL TT"/>
                        </a:rPr>
                        <a:t>Price – services</a:t>
                      </a:r>
                      <a:r>
                        <a:rPr lang="en-US" sz="1050" b="1" i="0" dirty="0">
                          <a:solidFill>
                            <a:srgbClr val="26282B"/>
                          </a:solidFill>
                          <a:latin typeface="Replica LL TT"/>
                        </a:rPr>
                        <a:t/>
                      </a:r>
                    </a:p>
                    <a:p>
                      <a:pPr algn="l"/>
                      <a:r>
                        <a:rPr lang="en-US" sz="1050" b="0" i="0" dirty="0">
                          <a:solidFill>
                            <a:srgbClr val="26282B"/>
                          </a:solidFill>
                          <a:latin typeface="Replica LL TT"/>
                        </a:rPr>
                        <a:t>(one-time)</a:t>
                      </a:r>
                      <a:endParaRPr sz="1050" b="0" i="0" dirty="0">
                        <a:solidFill>
                          <a:srgbClr val="26282B"/>
                        </a:solidFill>
                        <a:latin typeface="Replica LL TT"/>
                      </a:endParaRPr>
                    </a:p>
                  </a:txBody>
                  <a:tcPr marL="109728" marR="54864" marT="36576" marB="36576" anchor="ctr">
                    <a:lnT w="12700" cap="flat" cmpd="sng" algn="ctr">
                      <a:solidFill>
                        <a:schemeClr val="tx1"/>
                      </a:solidFill>
                      <a:prstDash val="solid"/>
                      <a:round/>
                      <a:headEnd type="none" w="med" len="med"/>
                      <a:tailEnd type="none" w="med" len="med"/>
                    </a:lnT>
                    <a:noFill/>
                  </a:tcPr>
                </a:tc>
                <a:tc>
                  <a:txBody>
                    <a:bodyPr/>
                    <a:lstStyle/>
                    <a:p>
                      <a:pPr algn="ctr"/>
                      <a:r>
                        <a:rPr sz="1150" b="1" i="0" dirty="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tc>
                  <a:txBody>
                    <a:bodyPr/>
                    <a:lstStyle/>
                    <a:p>
                      <a:pPr algn="ctr"/>
                      <a:r>
                        <a:rPr sz="1150" b="1" i="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tc>
                  <a:txBody>
                    <a:bodyPr/>
                    <a:lstStyle/>
                    <a:p>
                      <a:pPr algn="ctr"/>
                      <a:r>
                        <a:rPr sz="1150" b="1" i="0" dirty="0">
                          <a:solidFill>
                            <a:srgbClr val="26282B"/>
                          </a:solidFill>
                          <a:latin typeface="Replica LL TT"/>
                        </a:rPr>
                        <a:t xml:space="preserve">To be defined</a:t>
                      </a:r>
                    </a:p>
                  </a:txBody>
                  <a:tcPr marL="54864" marR="54864" marT="27432" marB="27432" anchor="ct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2"/>
                  </a:ext>
                </a:extLst>
              </a:tr>
              <a:tr h="383118">
                <a:tc>
                  <a:txBody>
                    <a:bodyPr/>
                    <a:lstStyle/>
                    <a:p>
                      <a:pPr algn="l"/>
                      <a:r>
                        <a:rPr lang="en-US" sz="1050" b="1" i="0" dirty="0">
                          <a:solidFill>
                            <a:srgbClr val="26282B"/>
                          </a:solidFill>
                          <a:latin typeface="Replica LL TT"/>
                        </a:rPr>
                        <a:t>Price – infrastructure</a:t>
                      </a:r>
                    </a:p>
                    <a:p>
                      <a:pPr algn="l"/>
                      <a:r>
                        <a:rPr lang="en-US" sz="1050" b="0" i="0" dirty="0">
                          <a:solidFill>
                            <a:srgbClr val="26282B"/>
                          </a:solidFill>
                          <a:latin typeface="Replica LL TT"/>
                        </a:rPr>
                        <a:t>(monthly, consumption-based)</a:t>
                      </a:r>
                      <a:endParaRPr sz="1050" b="0" i="0" dirty="0">
                        <a:solidFill>
                          <a:srgbClr val="26282B"/>
                        </a:solidFill>
                        <a:latin typeface="Replica LL TT"/>
                      </a:endParaRPr>
                    </a:p>
                  </a:txBody>
                  <a:tcPr marL="109728" marR="54864" marT="36576" marB="36576" anchor="ctr">
                    <a:noFill/>
                  </a:tcPr>
                </a:tc>
                <a:tc>
                  <a:txBody>
                    <a:bodyPr/>
                    <a:lstStyle/>
                    <a:p>
                      <a:pPr algn="ctr"/>
                      <a:r>
                        <a:rPr lang="en-US" sz="1150" b="1" i="0" dirty="0">
                          <a:solidFill>
                            <a:srgbClr val="26282B"/>
                          </a:solidFill>
                          <a:latin typeface="Replica LL TT"/>
                        </a:rPr>
                        <a:t xml:space="preserve">To be defined</a:t>
                      </a:r>
                    </a:p>
                  </a:txBody>
                  <a:tcPr marL="54864" marR="54864" marT="27432" marB="27432" anchor="c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50" b="1" i="0" dirty="0">
                          <a:solidFill>
                            <a:srgbClr val="26282B"/>
                          </a:solidFill>
                          <a:latin typeface="Replica LL TT"/>
                        </a:rPr>
                        <a:t xml:space="preserve">To be defined</a:t>
                      </a:r>
                    </a:p>
                  </a:txBody>
                  <a:tcPr marL="54864" marR="54864" marT="27432" marB="27432" anchor="ctr">
                    <a:noFill/>
                  </a:tcPr>
                </a:tc>
                <a:tc>
                  <a:txBody>
                    <a:bodyPr/>
                    <a:lstStyle/>
                    <a:p>
                      <a:pPr algn="ctr"/>
                      <a:r>
                        <a:rPr lang="en-US" sz="1150" b="1" i="0" dirty="0">
                          <a:solidFill>
                            <a:srgbClr val="26282B"/>
                          </a:solidFill>
                          <a:latin typeface="Replica LL TT"/>
                        </a:rPr>
                        <a:t xml:space="preserve">To be defined</a:t>
                      </a:r>
                    </a:p>
                  </a:txBody>
                  <a:tcPr marL="54864" marR="54864" marT="27432" marB="27432" anchor="ctr">
                    <a:noFill/>
                  </a:tcPr>
                </a:tc>
                <a:extLst>
                  <a:ext uri="{0D108BD9-81ED-4DB2-BD59-A6C34878D82A}">
                    <a16:rowId xmlns:a16="http://schemas.microsoft.com/office/drawing/2014/main" val="7549881"/>
                  </a:ext>
                </a:extLst>
              </a:tr>
              <a:tr h="303339">
                <a:tc>
                  <a:txBody>
                    <a:bodyPr/>
                    <a:lstStyle/>
                    <a:p>
                      <a:pPr algn="l"/>
                      <a:r>
                        <a:rPr sz="1050" b="1" i="0" dirty="0">
                          <a:solidFill>
                            <a:srgbClr val="26282B"/>
                          </a:solidFill>
                          <a:latin typeface="Replica LL TT"/>
                        </a:rPr>
                        <a:t>Timing</a:t>
                      </a:r>
                    </a:p>
                  </a:txBody>
                  <a:tcPr marL="109728" marR="54864" marT="36576" marB="36576"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6–8 weeks</a:t>
                      </a:r>
                    </a:p>
                  </a:txBody>
                  <a:tcPr marL="54864" marR="54864" marT="27432" marB="27432"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To be defined</a:t>
                      </a:r>
                    </a:p>
                  </a:txBody>
                  <a:tcPr marL="54864" marR="54864" marT="27432" marB="27432" anchor="ctr">
                    <a:lnB w="12700" cap="flat" cmpd="sng" algn="ctr">
                      <a:solidFill>
                        <a:schemeClr val="tx1"/>
                      </a:solidFill>
                      <a:prstDash val="solid"/>
                      <a:round/>
                      <a:headEnd type="none" w="med" len="med"/>
                      <a:tailEnd type="none" w="med" len="med"/>
                    </a:lnB>
                    <a:noFill/>
                  </a:tcPr>
                </a:tc>
                <a:tc>
                  <a:txBody>
                    <a:bodyPr/>
                    <a:lstStyle/>
                    <a:p>
                      <a:pPr algn="ctr"/>
                      <a:r>
                        <a:rPr sz="1100" b="1" i="0" dirty="0">
                          <a:solidFill>
                            <a:srgbClr val="26282B"/>
                          </a:solidFill>
                          <a:latin typeface="Replica LL TT"/>
                        </a:rPr>
                        <a:t xml:space="preserve">To be defined</a:t>
                      </a:r>
                    </a:p>
                  </a:txBody>
                  <a:tcPr marL="54864" marR="54864" marT="27432" marB="2743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20750">
                <a:tc>
                  <a:txBody>
                    <a:bodyPr/>
                    <a:lstStyle/>
                    <a:p>
                      <a:pPr algn="l"/>
                      <a:r>
                        <a:rPr sz="1050" b="1" i="0">
                          <a:solidFill>
                            <a:srgbClr val="26282B"/>
                          </a:solidFill>
                          <a:latin typeface="Replica LL TT"/>
                        </a:rPr>
                        <a:t xml:space="preserve">Grounding &amp; sources</a:t>
                      </a:r>
                    </a:p>
                  </a:txBody>
                  <a:tcPr marL="109728" marR="54864" marT="36576" marB="36576"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10004"/>
                  </a:ext>
                </a:extLst>
              </a:tr>
              <a:tr h="320750">
                <a:tc>
                  <a:txBody>
                    <a:bodyPr/>
                    <a:lstStyle/>
                    <a:p>
                      <a:pPr algn="l"/>
                      <a:r>
                        <a:rPr sz="1050" b="1" i="0">
                          <a:solidFill>
                            <a:srgbClr val="26282B"/>
                          </a:solidFill>
                          <a:latin typeface="Replica LL TT"/>
                        </a:rPr>
                        <a:t xml:space="preserve">Signal normalization</a:t>
                      </a:r>
                    </a:p>
                  </a:txBody>
                  <a:tcPr marL="109728" marR="54864" marT="36576" marB="36576" anchor="ctr">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5"/>
                  </a:ext>
                </a:extLst>
              </a:tr>
              <a:tr h="320750">
                <a:tc>
                  <a:txBody>
                    <a:bodyPr/>
                    <a:lstStyle/>
                    <a:p>
                      <a:pPr algn="l"/>
                      <a:r>
                        <a:rPr sz="1050" b="1" i="0">
                          <a:solidFill>
                            <a:srgbClr val="26282B"/>
                          </a:solidFill>
                          <a:latin typeface="Replica LL TT"/>
                        </a:rPr>
                        <a:t xml:space="preserve">Implication reasoning</a:t>
                      </a:r>
                    </a:p>
                  </a:txBody>
                  <a:tcPr marL="109728" marR="54864" marT="36576" marB="36576"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6"/>
                  </a:ext>
                </a:extLst>
              </a:tr>
              <a:tr h="320750">
                <a:tc>
                  <a:txBody>
                    <a:bodyPr/>
                    <a:lstStyle/>
                    <a:p>
                      <a:pPr algn="l"/>
                      <a:r>
                        <a:rPr sz="1050" b="1" i="0">
                          <a:solidFill>
                            <a:srgbClr val="26282B"/>
                          </a:solidFill>
                          <a:latin typeface="Replica LL TT"/>
                        </a:rPr>
                        <a:t xml:space="preserve">Review &amp; evidence</a:t>
                      </a:r>
                    </a:p>
                  </a:txBody>
                  <a:tcPr marL="109728" marR="54864" marT="36576" marB="36576"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7"/>
                  </a:ext>
                </a:extLst>
              </a:tr>
              <a:tr h="320750">
                <a:tc>
                  <a:txBody>
                    <a:bodyPr/>
                    <a:lstStyle/>
                    <a:p>
                      <a:pPr algn="l"/>
                      <a:r>
                        <a:rPr sz="1050" b="1" i="0">
                          <a:solidFill>
                            <a:srgbClr val="26282B"/>
                          </a:solidFill>
                          <a:latin typeface="Replica LL TT"/>
                        </a:rPr>
                        <a:t xml:space="preserve">Output &amp; delivery</a:t>
                      </a:r>
                    </a:p>
                  </a:txBody>
                  <a:tcPr marL="109728" marR="54864" marT="36576" marB="36576" anchor="ctr">
                    <a:solidFill>
                      <a:srgbClr val="FFFFFF"/>
                    </a:solidFill>
                  </a:tcPr>
                </a:tc>
                <a:tc>
                  <a:txBody>
                    <a:bodyPr/>
                    <a:lstStyle/>
                    <a:p>
                      <a:pPr algn="ctr"/>
                      <a:r>
                        <a:rPr sz="11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dirty="0">
                          <a:solidFill>
                            <a:srgbClr val="F36949"/>
                          </a:solidFill>
                          <a:latin typeface="Replica LL TT"/>
                        </a:rPr>
                        <a:t xml:space="preserve">●</a:t>
                      </a:r>
                    </a:p>
                  </a:txBody>
                  <a:tcPr marL="54864" marR="54864" marT="27432" marB="27432" anchor="ctr">
                    <a:solidFill>
                      <a:srgbClr val="FFFFFF"/>
                    </a:solidFill>
                  </a:tcPr>
                </a:tc>
                <a:tc>
                  <a:txBody>
                    <a:bodyPr/>
                    <a:lstStyle/>
                    <a:p>
                      <a:pPr algn="ctr"/>
                      <a:r>
                        <a:rPr sz="1800" b="1" i="0">
                          <a:solidFill>
                            <a:srgbClr val="F36949"/>
                          </a:solidFill>
                          <a:latin typeface="Replica LL TT"/>
                        </a:rPr>
                        <a:t xml:space="preserve">●●</a:t>
                      </a:r>
                    </a:p>
                  </a:txBody>
                  <a:tcPr marL="54864" marR="54864" marT="27432" marB="27432" anchor="ctr">
                    <a:solidFill>
                      <a:srgbClr val="FFFFFF"/>
                    </a:solidFill>
                  </a:tcPr>
                </a:tc>
                <a:extLst>
                  <a:ext uri="{0D108BD9-81ED-4DB2-BD59-A6C34878D82A}">
                    <a16:rowId xmlns:a16="http://schemas.microsoft.com/office/drawing/2014/main" val="10008"/>
                  </a:ext>
                </a:extLst>
              </a:tr>
            </a:tbl>
          </a:graphicData>
        </a:graphic>
      </p:graphicFrame>
      <p:sp>
        <p:nvSpPr>
          <p:cNvPr id="7" name="TextBox 6">
            <a:extLst>
              <a:ext uri="{FF2B5EF4-FFF2-40B4-BE49-F238E27FC236}">
                <a16:creationId xmlns:a16="http://schemas.microsoft.com/office/drawing/2014/main" id="{8E619AA8-2C94-8258-D49F-14212A3F2774}"/>
              </a:ext>
            </a:extLst>
          </p:cNvPr>
          <p:cNvSpPr txBox="1"/>
          <p:nvPr/>
        </p:nvSpPr>
        <p:spPr>
          <a:xfrm>
            <a:off x="397111" y="6140215"/>
            <a:ext cx="11420856" cy="300082"/>
          </a:xfrm>
          <a:prstGeom prst="rect">
            <a:avLst/>
          </a:prstGeom>
          <a:noFill/>
        </p:spPr>
        <p:txBody>
          <a:bodyPr wrap="square" lIns="0" tIns="0" rIns="0" bIns="0" anchor="t">
            <a:spAutoFit/>
          </a:bodyPr>
          <a:lstStyle/>
          <a:p>
            <a:pPr algn="l"/>
            <a:r>
              <a:rPr sz="700" b="0" dirty="0">
                <a:solidFill>
                  <a:srgbClr val="6B7076"/>
                </a:solidFill>
                <a:latin typeface="Replica LL TT"/>
              </a:rPr>
              <a:t xml:space="preserve">◐ partial     ● included     ●● advanced / multi-source     — not included</a:t>
            </a:r>
          </a:p>
        </p:txBody>
      </p:sp>
    </p:spTree>
    <p:extLst>
      <p:ext uri="{BB962C8B-B14F-4D97-AF65-F5344CB8AC3E}">
        <p14:creationId xmlns:p14="http://schemas.microsoft.com/office/powerpoint/2010/main" val="7013581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34"/>
          </p:nvPr>
        </p:nvSpPr>
        <p:spPr/>
        <p:txBody>
          <a:bodyPr/>
          <a:lstStyle/>
          <a:p>
            <a:pPr algn="r"/>
            <a:r>
              <a:rPr sz="900" b="0">
                <a:solidFill>
                  <a:srgbClr val="6B7076"/>
                </a:solidFill>
                <a:latin typeface="Replica LL TT"/>
              </a:rPr>
              <a:t xml:space="preserve">Oracle AI &amp; Data Solutions</a:t>
            </a:r>
          </a:p>
        </p:txBody>
      </p:sp>
      <p:sp>
        <p:nvSpPr>
          <p:cNvPr id="3" name="Title 2"/>
          <p:cNvSpPr>
            <a:spLocks noGrp="1"/>
          </p:cNvSpPr>
          <p:nvPr>
            <p:ph type="title"/>
          </p:nvPr>
        </p:nvSpPr>
        <p:spPr>
          <a:xfrm>
            <a:off x="378732" y="1319554"/>
            <a:ext cx="8993868" cy="850567"/>
          </a:xfrm>
        </p:spPr>
        <p:txBody>
          <a:bodyPr/>
          <a:lstStyle/>
          <a:p>
            <a:r>
              <a:rPr sz="2600" b="1" dirty="0">
                <a:solidFill>
                  <a:srgbClr val="26282B"/>
                </a:solidFill>
                <a:latin typeface="Replica LL TT"/>
              </a:rPr>
              <a:t xml:space="preserve">SERVICE PACKAGES (DETAILED)</a:t>
            </a:r>
          </a:p>
        </p:txBody>
      </p:sp>
      <p:graphicFrame>
        <p:nvGraphicFramePr>
          <p:cNvPr id="6" name="Table 5"/>
          <p:cNvGraphicFramePr>
            <a:graphicFrameLocks noGrp="1"/>
          </p:cNvGraphicFramePr>
          <p:nvPr>
            <p:extLst>
              <p:ext uri="{D42A27DB-BD31-4B8C-83A1-F6EECF244321}">
                <p14:modId xmlns:p14="http://schemas.microsoft.com/office/powerpoint/2010/main" val="3388827543"/>
              </p:ext>
            </p:extLst>
          </p:nvPr>
        </p:nvGraphicFramePr>
        <p:xfrm>
          <a:off x="393327" y="1981200"/>
          <a:ext cx="11419941" cy="4109466"/>
        </p:xfrm>
        <a:graphic>
          <a:graphicData uri="http://schemas.openxmlformats.org/drawingml/2006/table">
            <a:tbl>
              <a:tblPr>
                <a:tableStyleId>{2D5ABB26-0587-4C30-8999-92F81FD0307C}</a:tableStyleId>
              </a:tblPr>
              <a:tblGrid>
                <a:gridCol w="2331720">
                  <a:extLst>
                    <a:ext uri="{9D8B030D-6E8A-4147-A177-3AD203B41FA5}">
                      <a16:colId xmlns:a16="http://schemas.microsoft.com/office/drawing/2014/main" val="20000"/>
                    </a:ext>
                  </a:extLst>
                </a:gridCol>
                <a:gridCol w="3029407">
                  <a:extLst>
                    <a:ext uri="{9D8B030D-6E8A-4147-A177-3AD203B41FA5}">
                      <a16:colId xmlns:a16="http://schemas.microsoft.com/office/drawing/2014/main" val="20001"/>
                    </a:ext>
                  </a:extLst>
                </a:gridCol>
                <a:gridCol w="3029407">
                  <a:extLst>
                    <a:ext uri="{9D8B030D-6E8A-4147-A177-3AD203B41FA5}">
                      <a16:colId xmlns:a16="http://schemas.microsoft.com/office/drawing/2014/main" val="20002"/>
                    </a:ext>
                  </a:extLst>
                </a:gridCol>
                <a:gridCol w="3029407">
                  <a:extLst>
                    <a:ext uri="{9D8B030D-6E8A-4147-A177-3AD203B41FA5}">
                      <a16:colId xmlns:a16="http://schemas.microsoft.com/office/drawing/2014/main" val="20003"/>
                    </a:ext>
                  </a:extLst>
                </a:gridCol>
              </a:tblGrid>
              <a:tr h="365760">
                <a:tc>
                  <a:txBody>
                    <a:bodyPr/>
                    <a:lstStyle/>
                    <a:p>
                      <a:pPr algn="l"/>
                      <a:endParaRPr/>
                    </a:p>
                  </a:txBody>
                  <a:tcPr marL="109728" marR="73152" marT="36576" marB="36576" anchor="ctr">
                    <a:solidFill>
                      <a:srgbClr val="26282B"/>
                    </a:solidFill>
                  </a:tcPr>
                </a:tc>
                <a:tc>
                  <a:txBody>
                    <a:bodyPr/>
                    <a:lstStyle/>
                    <a:p>
                      <a:pPr algn="ctr"/>
                      <a:r>
                        <a:rPr sz="1250" b="1" i="0">
                          <a:solidFill>
                            <a:srgbClr val="FFFFFF"/>
                          </a:solidFill>
                          <a:latin typeface="Replica LL TT"/>
                        </a:rPr>
                        <a:t xml:space="preserve">PoV Jumpstart  ·  S</a:t>
                      </a:r>
                    </a:p>
                  </a:txBody>
                  <a:tcPr marL="109728" marR="73152" marT="36576" marB="36576" anchor="ctr">
                    <a:solidFill>
                      <a:srgbClr val="FE8D6B"/>
                    </a:solidFill>
                  </a:tcPr>
                </a:tc>
                <a:tc>
                  <a:txBody>
                    <a:bodyPr/>
                    <a:lstStyle/>
                    <a:p>
                      <a:pPr algn="ctr"/>
                      <a:r>
                        <a:rPr sz="1250" b="1" i="0" dirty="0">
                          <a:solidFill>
                            <a:srgbClr val="FFFFFF"/>
                          </a:solidFill>
                          <a:latin typeface="Replica LL TT"/>
                        </a:rPr>
                        <a:t xml:space="preserve">Integration  ·  M</a:t>
                      </a:r>
                    </a:p>
                  </a:txBody>
                  <a:tcPr marL="109728" marR="73152" marT="36576" marB="36576" anchor="ctr">
                    <a:solidFill>
                      <a:srgbClr val="F36949"/>
                    </a:solidFill>
                  </a:tcPr>
                </a:tc>
                <a:tc>
                  <a:txBody>
                    <a:bodyPr/>
                    <a:lstStyle/>
                    <a:p>
                      <a:pPr algn="ctr"/>
                      <a:r>
                        <a:rPr sz="1250" b="1" i="0" dirty="0">
                          <a:solidFill>
                            <a:srgbClr val="FFFFFF"/>
                          </a:solidFill>
                          <a:latin typeface="Replica LL TT"/>
                        </a:rPr>
                        <a:t xml:space="preserve">Scaling  ·  L</a:t>
                      </a:r>
                    </a:p>
                  </a:txBody>
                  <a:tcPr marL="109728" marR="73152" marT="36576" marB="36576" anchor="ctr">
                    <a:solidFill>
                      <a:srgbClr val="D84F2E"/>
                    </a:solidFill>
                  </a:tcPr>
                </a:tc>
                <a:extLst>
                  <a:ext uri="{0D108BD9-81ED-4DB2-BD59-A6C34878D82A}">
                    <a16:rowId xmlns:a16="http://schemas.microsoft.com/office/drawing/2014/main" val="10000"/>
                  </a:ext>
                </a:extLst>
              </a:tr>
              <a:tr h="475488">
                <a:tc>
                  <a:txBody>
                    <a:bodyPr/>
                    <a:lstStyle/>
                    <a:p>
                      <a:pPr algn="l"/>
                      <a:endParaRPr i="0" dirty="0">
                        <a:solidFill>
                          <a:schemeClr val="tx1"/>
                        </a:solidFill>
                      </a:endParaRP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lang="en-US" sz="900" b="0" i="0" dirty="0">
                          <a:solidFill>
                            <a:srgbClr val="26282B"/>
                          </a:solidFill>
                          <a:latin typeface="Replica LL TT"/>
                        </a:rPr>
                        <a:t xml:space="preserve">One signal set, one segment, files in and out: prove the reviewer agrees.</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lang="en-US" sz="900" b="0" i="0" dirty="0">
                          <a:solidFill>
                            <a:srgbClr val="26282B"/>
                          </a:solidFill>
                          <a:latin typeface="Replica LL TT"/>
                        </a:rPr>
                        <a:t xml:space="preserve">Wired into the team's day: licensed feeds in, system of record out.</a:t>
                      </a:r>
                    </a:p>
                  </a:txBody>
                  <a:tcPr marL="109728" marR="73152" anchor="ctr">
                    <a:lnB w="12700" cap="flat" cmpd="sng" algn="ctr">
                      <a:solidFill>
                        <a:schemeClr val="tx1"/>
                      </a:solidFill>
                      <a:prstDash val="solid"/>
                      <a:round/>
                      <a:headEnd type="none" w="med" len="med"/>
                      <a:tailEnd type="none" w="med" len="med"/>
                    </a:lnB>
                    <a:noFill/>
                  </a:tcPr>
                </a:tc>
                <a:tc>
                  <a:txBody>
                    <a:bodyPr/>
                    <a:lstStyle/>
                    <a:p>
                      <a:pPr algn="ctr"/>
                      <a:r>
                        <a:rPr sz="900" b="0" i="0" dirty="0">
                          <a:solidFill>
                            <a:srgbClr val="26282B"/>
                          </a:solidFill>
                          <a:latin typeface="Replica LL TT"/>
                        </a:rPr>
                        <a:t xml:space="preserve">Make it improve: live write-back, outcome capture, confidence tested against real outcomes.</a:t>
                      </a:r>
                    </a:p>
                  </a:txBody>
                  <a:tcPr marL="109728" marR="73152"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603504">
                <a:tc>
                  <a:txBody>
                    <a:bodyPr/>
                    <a:lstStyle/>
                    <a:p>
                      <a:pPr algn="l"/>
                      <a:r>
                        <a:rPr sz="1000" b="1" i="0" dirty="0">
                          <a:solidFill>
                            <a:srgbClr val="26282B"/>
                          </a:solidFill>
                          <a:latin typeface="Replica LL TT"/>
                        </a:rPr>
                        <a:t xml:space="preserve">Grounding &amp; sources</a:t>
                      </a:r>
                    </a:p>
                  </a:txBody>
                  <a:tcPr marL="109728" marR="54864" marT="36576" marB="36576" anchor="ctr">
                    <a:lnT w="12700" cap="flat" cmpd="sng" algn="ctr">
                      <a:solidFill>
                        <a:schemeClr val="tx1"/>
                      </a:solidFill>
                      <a:prstDash val="solid"/>
                      <a:round/>
                      <a:headEnd type="none" w="med" len="med"/>
                      <a:tailEnd type="none" w="med" len="med"/>
                    </a:lnT>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One set of companies; an agreed extract; a bounded, licensed source set</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Their own licensed feeds; a versioned catalog of moves</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Multi-source, multi-market; a licensed relationship graph</a:t>
                      </a:r>
                    </a:p>
                  </a:txBody>
                  <a:tcPr marR="73152" marT="54864" marB="54864"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10002"/>
                  </a:ext>
                </a:extLst>
              </a:tr>
              <a:tr h="475488">
                <a:tc>
                  <a:txBody>
                    <a:bodyPr/>
                    <a:lstStyle/>
                    <a:p>
                      <a:pPr algn="l"/>
                      <a:r>
                        <a:rPr sz="1000" b="1" i="0" dirty="0">
                          <a:solidFill>
                            <a:srgbClr val="26282B"/>
                          </a:solidFill>
                          <a:latin typeface="Replica LL TT"/>
                        </a:rPr>
                        <a:t xml:space="preserve">Signal normalization</a:t>
                      </a:r>
                    </a:p>
                  </a:txBody>
                  <a:tcPr marL="109728" marR="54864" marT="36576" marB="36576" anchor="ctr">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Relevance, de-duplication, account resolution; scheduled and on-demand runs</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A standing watch per account, reporting what changed since last time — or that nothing did</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Deadline-driven triggers; sources gated by reliability class</a:t>
                      </a:r>
                    </a:p>
                  </a:txBody>
                  <a:tcPr marR="73152" marT="54864" marB="54864" anchor="ctr">
                    <a:solidFill>
                      <a:srgbClr val="FFFFFF"/>
                    </a:solidFill>
                  </a:tcPr>
                </a:tc>
                <a:extLst>
                  <a:ext uri="{0D108BD9-81ED-4DB2-BD59-A6C34878D82A}">
                    <a16:rowId xmlns:a16="http://schemas.microsoft.com/office/drawing/2014/main" val="10003"/>
                  </a:ext>
                </a:extLst>
              </a:tr>
              <a:tr h="420624">
                <a:tc>
                  <a:txBody>
                    <a:bodyPr/>
                    <a:lstStyle/>
                    <a:p>
                      <a:pPr algn="l"/>
                      <a:r>
                        <a:rPr sz="1000" b="1" i="0" dirty="0">
                          <a:solidFill>
                            <a:srgbClr val="26282B"/>
                          </a:solidFill>
                          <a:latin typeface="Replica LL TT"/>
                        </a:rPr>
                        <a:t xml:space="preserve">Implication reasoning</a:t>
                      </a:r>
                    </a:p>
                  </a:txBody>
                  <a:tcPr marL="109728" marR="54864" marT="36576" marB="36576"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Opportunity and risk reasoning; next-move mapping; ripple to two levels; scoring</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Opportunity and risk routed to separate owners; map to offerings, levers or mitigations</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Graph-backed ripple, portfolio aggregation, cost-aware ranking</a:t>
                      </a:r>
                    </a:p>
                  </a:txBody>
                  <a:tcPr marR="73152" marT="54864" marB="54864" anchor="ctr">
                    <a:solidFill>
                      <a:srgbClr val="FFFFFF"/>
                    </a:solidFill>
                  </a:tcPr>
                </a:tc>
                <a:extLst>
                  <a:ext uri="{0D108BD9-81ED-4DB2-BD59-A6C34878D82A}">
                    <a16:rowId xmlns:a16="http://schemas.microsoft.com/office/drawing/2014/main" val="10004"/>
                  </a:ext>
                </a:extLst>
              </a:tr>
              <a:tr h="512064">
                <a:tc>
                  <a:txBody>
                    <a:bodyPr/>
                    <a:lstStyle/>
                    <a:p>
                      <a:pPr algn="l"/>
                      <a:r>
                        <a:rPr sz="1000" b="1" i="0" dirty="0">
                          <a:solidFill>
                            <a:srgbClr val="26282B"/>
                          </a:solidFill>
                          <a:latin typeface="Replica LL TT"/>
                        </a:rPr>
                        <a:t xml:space="preserve">Review &amp; evidence</a:t>
                      </a:r>
                    </a:p>
                  </a:txBody>
                  <a:tcPr marL="109728" marR="54864" marT="36576" marB="36576"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Reviewer UI; citations; evaluation harness; feedback capture</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Human triage of raw inbound; a 'nothing found' verdict recorded like any other</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Tuning from reviewer feedback, kept as a learning loop; replay of any past day</a:t>
                      </a:r>
                    </a:p>
                  </a:txBody>
                  <a:tcPr marR="73152" marT="54864" marB="54864" anchor="ctr">
                    <a:solidFill>
                      <a:srgbClr val="FFFFFF"/>
                    </a:solidFill>
                  </a:tcPr>
                </a:tc>
                <a:extLst>
                  <a:ext uri="{0D108BD9-81ED-4DB2-BD59-A6C34878D82A}">
                    <a16:rowId xmlns:a16="http://schemas.microsoft.com/office/drawing/2014/main" val="10005"/>
                  </a:ext>
                </a:extLst>
              </a:tr>
              <a:tr h="676656">
                <a:tc>
                  <a:txBody>
                    <a:bodyPr/>
                    <a:lstStyle/>
                    <a:p>
                      <a:pPr algn="l"/>
                      <a:r>
                        <a:rPr sz="1000" b="1" i="0" dirty="0">
                          <a:solidFill>
                            <a:srgbClr val="26282B"/>
                          </a:solidFill>
                          <a:latin typeface="Replica LL TT"/>
                        </a:rPr>
                        <a:t xml:space="preserve">Output &amp; delivery</a:t>
                      </a:r>
                    </a:p>
                  </a:txBody>
                  <a:tcPr marL="109728" marR="54864" marT="36576" marB="36576" anchor="ctr">
                    <a:solidFill>
                      <a:srgbClr val="FFFFFF"/>
                    </a:solidFill>
                  </a:tcPr>
                </a:tc>
                <a:tc>
                  <a:txBody>
                    <a:bodyPr/>
                    <a:lstStyle/>
                    <a:p>
                      <a:pPr algn="l">
                        <a:lnSpc>
                          <a:spcPct val="102000"/>
                        </a:lnSpc>
                        <a:spcBef>
                          <a:spcPts val="800"/>
                        </a:spcBef>
                      </a:pPr>
                      <a:r>
                        <a:rPr sz="1000" b="1" i="0" dirty="0">
                          <a:solidFill>
                            <a:schemeClr val="accent4"/>
                          </a:solidFill>
                          <a:latin typeface="Replica LL TT"/>
                        </a:rPr>
                        <a:t xml:space="preserve">◐</a:t>
                      </a:r>
                      <a:r>
                        <a:rPr sz="1200" b="1" i="0" dirty="0">
                          <a:solidFill>
                            <a:schemeClr val="accent4"/>
                          </a:solidFill>
                          <a:latin typeface="Replica LL TT"/>
                        </a:rPr>
                        <a:t xml:space="preserve">  </a:t>
                      </a:r>
                      <a:r>
                        <a:rPr sz="1200" b="1" i="0" dirty="0">
                          <a:solidFill>
                            <a:srgbClr val="FE8D6B"/>
                          </a:solidFill>
                          <a:latin typeface="Replica LL TT"/>
                        </a:rPr>
                        <a:t xml:space="preserve"/>
                      </a:r>
                      <a:r>
                        <a:rPr sz="900" b="0" i="0" dirty="0">
                          <a:solidFill>
                            <a:srgbClr val="26282B"/>
                          </a:solidFill>
                          <a:latin typeface="Replica LL TT"/>
                        </a:rPr>
                        <a:t xml:space="preserve">Records exported as files; reviewer decisions captured, not written back</a:t>
                      </a:r>
                    </a:p>
                  </a:txBody>
                  <a:tcPr marR="73152" marT="54864" marB="54864" anchor="ctr">
                    <a:solidFill>
                      <a:srgbClr val="FFFFFF"/>
                    </a:solidFill>
                  </a:tcPr>
                </a:tc>
                <a:tc>
                  <a:txBody>
                    <a:bodyPr/>
                    <a:lstStyle/>
                    <a:p>
                      <a:pPr algn="l">
                        <a:lnSpc>
                          <a:spcPct val="102000"/>
                        </a:lnSpc>
                      </a:pPr>
                      <a:r>
                        <a:rPr sz="1600" b="1" i="0" dirty="0">
                          <a:solidFill>
                            <a:srgbClr val="F36949"/>
                          </a:solidFill>
                          <a:latin typeface="Replica LL TT"/>
                        </a:rPr>
                        <a:t xml:space="preserve">●</a:t>
                      </a:r>
                      <a:r>
                        <a:rPr sz="1200" b="1" i="0" dirty="0">
                          <a:solidFill>
                            <a:srgbClr val="F36949"/>
                          </a:solidFill>
                          <a:latin typeface="Replica LL TT"/>
                        </a:rPr>
                        <a:t xml:space="preserve">  </a:t>
                      </a:r>
                      <a:r>
                        <a:rPr sz="900" b="0" i="0" dirty="0">
                          <a:solidFill>
                            <a:srgbClr val="26282B"/>
                          </a:solidFill>
                          <a:latin typeface="Replica LL TT"/>
                        </a:rPr>
                        <a:t xml:space="preserve">Export to the system of record; routing to the owner</a:t>
                      </a:r>
                    </a:p>
                  </a:txBody>
                  <a:tcPr marR="73152" marT="54864" marB="54864" anchor="ctr">
                    <a:solidFill>
                      <a:srgbClr val="FFFFFF"/>
                    </a:solidFill>
                  </a:tcPr>
                </a:tc>
                <a:tc>
                  <a:txBody>
                    <a:bodyPr/>
                    <a:lstStyle/>
                    <a:p>
                      <a:pPr marL="0" marR="0" indent="0" algn="l" defTabSz="914400" rtl="0" eaLnBrk="1" fontAlgn="auto" latinLnBrk="0" hangingPunct="1">
                        <a:lnSpc>
                          <a:spcPct val="102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36949"/>
                          </a:solidFill>
                          <a:effectLst/>
                          <a:uLnTx/>
                          <a:uFillTx/>
                          <a:latin typeface="Replica LL TT"/>
                          <a:ea typeface="+mn-ea"/>
                          <a:cs typeface="+mn-cs"/>
                        </a:rPr>
                        <a:t xml:space="preserve">●●</a:t>
                      </a:r>
                      <a:r>
                        <a:rPr sz="1200" b="1" i="0" dirty="0">
                          <a:solidFill>
                            <a:srgbClr val="D84F2E"/>
                          </a:solidFill>
                          <a:latin typeface="Replica LL TT"/>
                        </a:rPr>
                        <a:t xml:space="preserve">  </a:t>
                      </a:r>
                      <a:r>
                        <a:rPr sz="900" b="0" i="0" dirty="0">
                          <a:solidFill>
                            <a:srgbClr val="26282B"/>
                          </a:solidFill>
                          <a:latin typeface="Replica LL TT"/>
                        </a:rPr>
                        <a:t xml:space="preserve">Live write-back; outcome capture feeding scoring</a:t>
                      </a:r>
                    </a:p>
                  </a:txBody>
                  <a:tcPr marR="73152" marT="54864" marB="54864" anchor="ctr">
                    <a:solidFill>
                      <a:srgbClr val="FFFFFF"/>
                    </a:solidFill>
                  </a:tcPr>
                </a:tc>
                <a:extLst>
                  <a:ext uri="{0D108BD9-81ED-4DB2-BD59-A6C34878D82A}">
                    <a16:rowId xmlns:a16="http://schemas.microsoft.com/office/drawing/2014/main" val="10006"/>
                  </a:ext>
                </a:extLst>
              </a:tr>
            </a:tbl>
          </a:graphicData>
        </a:graphic>
      </p:graphicFrame>
      <p:sp>
        <p:nvSpPr>
          <p:cNvPr id="8" name="TextBox 7">
            <a:extLst>
              <a:ext uri="{FF2B5EF4-FFF2-40B4-BE49-F238E27FC236}">
                <a16:creationId xmlns:a16="http://schemas.microsoft.com/office/drawing/2014/main" id="{85847A4E-1BB5-F965-00A9-E5D1EC44E067}"/>
              </a:ext>
            </a:extLst>
          </p:cNvPr>
          <p:cNvSpPr txBox="1"/>
          <p:nvPr/>
        </p:nvSpPr>
        <p:spPr>
          <a:xfrm>
            <a:off x="498433" y="6253007"/>
            <a:ext cx="11420856" cy="161583"/>
          </a:xfrm>
          <a:prstGeom prst="rect">
            <a:avLst/>
          </a:prstGeom>
          <a:noFill/>
        </p:spPr>
        <p:txBody>
          <a:bodyPr wrap="square" lIns="0" tIns="0" rIns="0" bIns="0" anchor="t">
            <a:spAutoFit/>
          </a:bodyPr>
          <a:lstStyle/>
          <a:p>
            <a:pPr algn="l"/>
            <a:r>
              <a:rPr sz="700" b="0" dirty="0">
                <a:solidFill>
                  <a:srgbClr val="6B7076"/>
                </a:solidFill>
                <a:latin typeface="Replica LL TT"/>
              </a:rPr>
              <a:t xml:space="preserve">◐ partial     ● included     ●● advanced / multi-source     — not included</a:t>
            </a:r>
          </a:p>
        </p:txBody>
      </p:sp>
    </p:spTree>
  </p:cSld>
  <p:clrMapOvr>
    <a:masterClrMapping/>
  </p:clrMapOvr>
</p:sld>
</file>

<file path=ppt/theme/theme1.xml><?xml version="1.0" encoding="utf-8"?>
<a:theme xmlns:a="http://schemas.openxmlformats.org/drawingml/2006/main" name="2026 Corporate Template">
  <a:themeElements>
    <a:clrScheme name="SoftServe">
      <a:dk1>
        <a:srgbClr val="000000"/>
      </a:dk1>
      <a:lt1>
        <a:srgbClr val="FFFFFF"/>
      </a:lt1>
      <a:dk2>
        <a:srgbClr val="26282B"/>
      </a:dk2>
      <a:lt2>
        <a:srgbClr val="EDF0F2"/>
      </a:lt2>
      <a:accent1>
        <a:srgbClr val="1485C3"/>
      </a:accent1>
      <a:accent2>
        <a:srgbClr val="459FDD"/>
      </a:accent2>
      <a:accent3>
        <a:srgbClr val="C1DFF3"/>
      </a:accent3>
      <a:accent4>
        <a:srgbClr val="F36949"/>
      </a:accent4>
      <a:accent5>
        <a:srgbClr val="FE8D6B"/>
      </a:accent5>
      <a:accent6>
        <a:srgbClr val="FFCEC0"/>
      </a:accent6>
      <a:hlink>
        <a:srgbClr val="0563C1"/>
      </a:hlink>
      <a:folHlink>
        <a:srgbClr val="4C5156"/>
      </a:folHlink>
    </a:clrScheme>
    <a:fontScheme name="Mix">
      <a:majorFont>
        <a:latin typeface="Azurio-Regular"/>
        <a:ea typeface=""/>
        <a:cs typeface=""/>
      </a:majorFont>
      <a:minorFont>
        <a:latin typeface="ReplicaLLTT-Regular"/>
        <a:ea typeface=""/>
        <a:cs typeface=""/>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oftServe Template" id="{A986B37A-3525-0645-9395-D5218B349AF3}" vid="{B3ACE4B2-3658-934D-A7A4-3465F4E4EE2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1EA2235D5E88145BF1C4547E2B18A06" ma:contentTypeVersion="4" ma:contentTypeDescription="Create a new document." ma:contentTypeScope="" ma:versionID="07eb133998e241ca422b03216c87fb5a">
  <xsd:schema xmlns:xsd="http://www.w3.org/2001/XMLSchema" xmlns:xs="http://www.w3.org/2001/XMLSchema" xmlns:p="http://schemas.microsoft.com/office/2006/metadata/properties" xmlns:ns2="8aa81e57-3ca5-41ca-b900-588daa88edda" targetNamespace="http://schemas.microsoft.com/office/2006/metadata/properties" ma:root="true" ma:fieldsID="75ca66f714348251d9eab6ffafbf4d89" ns2:_="">
    <xsd:import namespace="8aa81e57-3ca5-41ca-b900-588daa88edda"/>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a81e57-3ca5-41ca-b900-588daa88edd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C81BD46-09B5-44AA-9C15-891E4B97B8F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a81e57-3ca5-41ca-b900-588daa88edd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9383CD7-F1A8-471C-A0CD-38F0172F3A2B}">
  <ds:schemaRefs>
    <ds:schemaRef ds:uri="http://schemas.microsoft.com/office/2006/metadata/properties"/>
    <ds:schemaRef ds:uri="http://schemas.microsoft.com/office/infopath/2007/PartnerControls"/>
    <ds:schemaRef ds:uri="http://purl.org/dc/elements/1.1/"/>
    <ds:schemaRef ds:uri="http://schemas.openxmlformats.org/package/2006/metadata/core-properties"/>
    <ds:schemaRef ds:uri="http://schemas.microsoft.com/office/2006/documentManagement/types"/>
    <ds:schemaRef ds:uri="8aa81e57-3ca5-41ca-b900-588daa88edda"/>
    <ds:schemaRef ds:uri="http://www.w3.org/XML/1998/namespace"/>
    <ds:schemaRef ds:uri="http://purl.org/dc/dcmitype/"/>
    <ds:schemaRef ds:uri="http://purl.org/dc/terms/"/>
  </ds:schemaRefs>
</ds:datastoreItem>
</file>

<file path=customXml/itemProps3.xml><?xml version="1.0" encoding="utf-8"?>
<ds:datastoreItem xmlns:ds="http://schemas.openxmlformats.org/officeDocument/2006/customXml" ds:itemID="{328D0A93-F0EA-45EB-9DB5-5B844358CA9C}">
  <ds:schemaRefs>
    <ds:schemaRef ds:uri="http://schemas.microsoft.com/sharepoint/v3/contenttype/forms"/>
  </ds:schemaRefs>
</ds:datastoreItem>
</file>

<file path=docMetadata/LabelInfo.xml><?xml version="1.0" encoding="utf-8"?>
<clbl:labelList xmlns:clbl="http://schemas.microsoft.com/office/2020/mipLabelMetadata">
  <clbl:label id="{6c51c659-9d52-41af-81f7-dde16380e813}" enabled="0" method="" siteId="{6c51c659-9d52-41af-81f7-dde16380e813}" removed="1"/>
</clbl:labelList>
</file>

<file path=docProps/app.xml><?xml version="1.0" encoding="utf-8"?>
<Properties xmlns="http://schemas.openxmlformats.org/officeDocument/2006/extended-properties" xmlns:vt="http://schemas.openxmlformats.org/officeDocument/2006/docPropsVTypes">
  <Template>2026 Corporate Template</Template>
  <TotalTime>13939</TotalTime>
  <Words>1689</Words>
  <Application>Microsoft Macintosh PowerPoint</Application>
  <PresentationFormat>Widescreen</PresentationFormat>
  <Paragraphs>226</Paragraphs>
  <Slides>10</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Arial</vt:lpstr>
      <vt:lpstr>Replica LL TT</vt:lpstr>
      <vt:lpstr>ReplicaLLTT-Regular</vt:lpstr>
      <vt:lpstr>Roboto Mono</vt:lpstr>
      <vt:lpstr>Roboto Mono Light</vt:lpstr>
      <vt:lpstr>Roboto Mono Medium</vt:lpstr>
      <vt:lpstr>Roboto Mono Regular</vt:lpstr>
      <vt:lpstr>2026 Corporate Template</vt:lpstr>
      <vt:lpstr>PowerPoint Presentation</vt:lpstr>
      <vt:lpstr>USE CASE</vt:lpstr>
      <vt:lpstr>VERTICAL APPLICATIONS</vt:lpstr>
      <vt:lpstr>PowerPoint Presentation</vt:lpstr>
      <vt:lpstr>PowerPoint Presentation</vt:lpstr>
      <vt:lpstr>TECHNOLOGY STACK</vt:lpstr>
      <vt:lpstr>Architecture</vt:lpstr>
      <vt:lpstr>TAILORED SOLUTION: PACKAGES</vt:lpstr>
      <vt:lpstr>TAILORED SOLUTION: PACKAGES</vt:lpstr>
      <vt:lpstr>TAILORED SOLUTION: PACKAGES (DETAILED)</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PptxGenJS Presentation</dc:subject>
  <dc:creator>Eugeniusz Trynczuk</dc:creator>
  <cp:keywords/>
  <dc:description/>
  <cp:lastModifiedBy>Oleksii Orlov</cp:lastModifiedBy>
  <cp:revision>10</cp:revision>
  <dcterms:created xsi:type="dcterms:W3CDTF">2026-04-16T22:40:10Z</dcterms:created>
  <dcterms:modified xsi:type="dcterms:W3CDTF">2026-07-13T13:16:17Z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0x01010081EA2235D5E88145BF1C4547E2B18A06</vt:lpwstr>
  </property>
  <property fmtid="{D5CDD505-2E9C-101B-9397-08002B2CF9AE}" pid="3" name="MediaServiceImageTags">
    <vt:lpwstr/>
  </property>
</Properties>
</file>