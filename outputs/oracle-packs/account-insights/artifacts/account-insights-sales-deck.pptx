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jpg"/><Relationship Id="rId6" Type="http://schemas.openxmlformats.org/officeDocument/2006/relationships/image" Target="../media/image3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'Too much to keep up with', 'text': 'dozens of companies, hundreds of sources, one person'}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'Found out too late', 'text': 'the update surfaces after the company has already decided'}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'Only the company in the headline', 'text': 'what it means for its suppliers, customers, competitors or sister holdings is never worked out'}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signal fans out across the affected companies with the supply, reallocation or partnership opportunities each one creates.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across the portfolio are resolved to the holdings they affect and mapped to the value-creation levers the fund actually pulls.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55847"/>
            <a:ext cx="11807952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opportunities instead of researching them?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a logistics operator's key-account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first engagement in delivery — results to follow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 global logistics and supply-chain operator —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THE PACK DOES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HOW IT RUNS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1 Set the scope  →  2 Pick up the signal  →  3 Work out what it means  →  4 Map it to your next move  →  5 Score it, evidence it, review it  →  6 Deliver it and learn from it   ·   a person owns steps 1, 5.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IT DOES NOT CLAIM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The engagement's signed scope describes an older shape — per-account briefings benchmarked against hand-written reports; the delivery moved to signal-triggered per-account records, which is what the pack packages. The pack adds an account-triggered entry point, recurrence with delta reasoning, and the catalog mapping as a configurable target.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Figures from proof of value at a global logistics and supply-chain operator.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-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Tier names, timing and prices as on the service-packages slides; figures indicative and subject to confirmation.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SOLUTION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pack is layered — from the infrastructure up to the customer's own configuration.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61747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Custom configuration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654046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525011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536441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3573017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518153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normalize · fan out · reason · map · score · reviewer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3719321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62955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374385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410961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356098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557265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What comes ready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028948"/>
            <a:ext cx="323697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The part of Account insights that is already built and reused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What is tailored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2979639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2979607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2973864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</p:txBody>
      </p:sp>
      <p:sp>
        <p:nvSpPr>
          <p:cNvPr id="31" name="Rounded Rectangle 11"/>
          <p:cNvSpPr/>
          <p:nvPr/>
        </p:nvSpPr>
        <p:spPr>
          <a:xfrm>
            <a:off x="868680" y="4443983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2" name="TextBox 12"/>
          <p:cNvSpPr txBox="1"/>
          <p:nvPr/>
        </p:nvSpPr>
        <p:spPr>
          <a:xfrm>
            <a:off x="1143000" y="445541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33" name="Rectangle 13"/>
          <p:cNvSpPr/>
          <p:nvPr/>
        </p:nvSpPr>
        <p:spPr>
          <a:xfrm>
            <a:off x="4023360" y="449198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4" name="TextBox 14"/>
          <p:cNvSpPr txBox="1"/>
          <p:nvPr/>
        </p:nvSpPr>
        <p:spPr>
          <a:xfrm>
            <a:off x="4297680" y="4437125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35" name="Rounded Rectangle 15"/>
          <p:cNvSpPr/>
          <p:nvPr/>
        </p:nvSpPr>
        <p:spPr>
          <a:xfrm>
            <a:off x="9189719" y="463829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24993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757446"/>
            <a:ext cx="3527912" cy="779615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NVIDIA NeMo Agent Toolkit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Agentic orchestration, retrieval, citation checks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71728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758951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normalize · fan out · reason · map · score · reviewer UI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37446"/>
            <a:ext cx="1719167" cy="139492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564290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15330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290429"/>
            <a:ext cx="1719167" cy="1534693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073028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291238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Any CRM or CX platform — Oracle Customer Experience (CX) included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Receives the reviewed records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63937"/>
            <a:ext cx="1473761" cy="837093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388382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◐  One set of companies; an agreed extract; a bounded, licensed source set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Their own licensed feeds; a versioned catalog of moves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Multi-source, multi-market; a licensed relationship graph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◐  Relevance, de-duplication, account resolution; both trigger paths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Standing subscription per account; what changed; nothing-material state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Deadline-bound triggers and provenance-class gating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Dual implication routed to separate owners; configurable catalog target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Graph-backed ripple, portfolio aggregation, cost-aware ranking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Human triage of raw inbound; negative assertion recorded as a result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Feedback-driven tuning as a persisted loop; point-in-time replay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◐  Records exported as files; reviewer decisions captured, not written back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Export to the system of record; routing to the owner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Live write-back; outcome capture feeding scoring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