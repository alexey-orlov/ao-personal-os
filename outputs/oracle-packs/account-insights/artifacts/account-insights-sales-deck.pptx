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jpg"/><Relationship Id="rId6" Type="http://schemas.openxmlformats.org/officeDocument/2006/relationships/image" Target="../media/image3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signal fans out across the affected companies with the supply, reallocation or partnership opportunities each one creates.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across the portfolio are resolved to the holdings they affect and mapped to the value-creation levers the fund actually pulls.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55847"/>
            <a:ext cx="11807952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a logistics operator's key-account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first engagement in delivery — results to follow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 global logistics and supply-chain operator —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THE PACK DOES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HOW IT RUNS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1 Set the scope  →  2 Pick up the signal  →  3 Work out what it means  →  4 Map it to your next move  →  5 Score it, evidence it, review it  →  6 Deliver it and learn from it   ·   a person owns steps 1, 5.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IT DOES NOT CLAIM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a global logistics and supply-chain operator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Tier names, timing and prices as on the service-packages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Configured per client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 dirty="0">
                <a:solidFill>
                  <a:srgbClr val="6B7076"/>
                </a:solidFill>
                <a:latin typeface="Replica LL TT"/>
              </a:rPr>
              <a:t xml:space="preserve">Account list and tiers, reasoning and ripple rules, the catalog of moves, scoring thresholds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In every tier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Any CRM or CX platform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Oracle Customer Experience (CX) included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both trigger paths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Standing subscription per account; what changed; nothing-material state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Deadline-bound triggers and provenance-class gating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Dual implication routed to separate owners; configurable catalog target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negative assertion recorded as a result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Feedback-driven tuning as a persisted loop; point-in-time replay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