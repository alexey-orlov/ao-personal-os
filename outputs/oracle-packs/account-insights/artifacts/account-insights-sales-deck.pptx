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20"/>
            <a:ext cx="822960" cy="4114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DB2E2"/>
                </a:solidFill>
                <a:latin typeface="Replica LL TT"/>
              </a:rPr>
              <a:t>POV JUMPSTART · INTEGRATION ·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8412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Replica LL TT"/>
              </a:rPr>
              <a:t>Account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DB2E2"/>
                </a:solidFill>
                <a:latin typeface="Replica LL TT"/>
              </a:rPr>
              <a:t>Accelerator App by SoftServe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9E4EC"/>
                </a:solidFill>
                <a:latin typeface="Replica LL T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Replica LL T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Replica LL T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755648"/>
            <a:ext cx="5504688" cy="3364992"/>
          </a:xfrm>
          <a:prstGeom prst="round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216" y="1755648"/>
            <a:ext cx="5504688" cy="3364992"/>
          </a:xfrm>
          <a:prstGeom prst="round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Before: the manual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After: the product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12-week contracted proof of concept on NVIDIA AI-Q over OCI, turning external signals and first-party account context into per-account opportunity and risk records with citations, scored for magnitude and confidence, reviewed in a purpose-built reviewer UI. Seven external data sources. Not started at the time of packaging; no results exist.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THE PLAN GETS MADE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Source: proof of value at a global logistics and supply-chain operator. Figures are illustrative and subject to confirmation.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473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473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Supplies the half Oracle's own account intelligence deliberately does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is first-party-only by design, so this is complement, not overlap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4734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 book?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42032"/>
            <a:ext cx="10469880" cy="704088"/>
          </a:xfrm>
          <a:prstGeom prst="round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74136"/>
            <a:ext cx="10469880" cy="704088"/>
          </a:xfrm>
          <a:prstGeom prst="round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Accelerator business 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06240"/>
            <a:ext cx="10469880" cy="704088"/>
          </a:xfrm>
          <a:prstGeom prst="round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038344"/>
            <a:ext cx="10469880" cy="704088"/>
          </a:xfrm>
          <a:prstGeom prst="round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2331720"/>
            <a:ext cx="6684264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85232" y="271576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9824" y="271576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Accelerator business app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FFFFFF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85232" y="376732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76732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Agentic engine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4873752"/>
            <a:ext cx="59161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8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966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8" y="2834640"/>
            <a:ext cx="1463040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432304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310128" y="3401568"/>
            <a:ext cx="1463040" cy="100584"/>
          </a:xfrm>
          <a:prstGeom prst="leftArrow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478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598932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oracle-cx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38863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386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account team's working day: the client's own licensed feeds in, the client's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52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330339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5836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account team's working day: the client's own licensed feeds in, the client's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◐ One set of companies, an agreed extract from the system of record and a bounded, licence-cleared source set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The client's own licensed commercial feeds, maintained against a versioned catalog of moves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Multi-source, multi-market, with a licensed relationship graph behind the ripple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◐ Relevance, de-duplication and account resolution on the agreed segment; both trigger paths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Recurrence as a standing subscription per account, with delta reasoning and a nothing-material state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Deadline-bound triggers and provenance-class gating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Opportunity and risk reasoning, service-line mapping, descriptive ripple to two levels, magnitude and confidence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Dual implication routed to separate owners; configurable catalog target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Graph-backed ripple, portfolio aggregation, cost-aware ranking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Reviewer UI, citations and chain of thought, evaluation harness,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Human triage of raw inbound; negative assertion recorded as a result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Feedback-driven tuning as a persisted loop; point-in-time replay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◐ Structured records exported as files; reviewer decisions captured, never written back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● Export to the client's system of record and routing to the named account owner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●● Live write-back with idempotency, plus outcome capture feeding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