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33033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companies, an agreed extract from the system of record and a bounded, licence-cleared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 client's own licensed commercial feeds, maintained against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multi-market, with a licensed relationship graph behind the ripple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 and account resolution on the agreed segment;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Recurrence as a standing subscription per account, with delta reasoning and a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reasoning, next-move mapping, descriptive ripple to two levels, magnitude and confidence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UI, citations and chain of thought, evaluation harness,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Structured records exported as files; reviewer decisions captured, never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client's system of record and routing to the named account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 with idempotency, plus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