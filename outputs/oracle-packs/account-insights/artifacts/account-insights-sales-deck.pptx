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a global logistics and supply-chain operator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In-scope account list and tiering; reasoning and ripple rules per domain; catalog-of-moves capture and mapping logic; scoring rubric and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Oracle Customer Experience (CX) included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both trigger paths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Standing subscription per account; what changed; nothing-material state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Deadline-bound triggers and provenance-class gating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Dual implication routed to separate owners; configurable catalog target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negative assertion recorded as a result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Feedback-driven tuning as a persisted loop; point-in-time replay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