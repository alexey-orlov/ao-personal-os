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account-insights accelerator is layered — from the infrastructure up to the tailored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77063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807208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831335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995927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032503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4178807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056631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22122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25779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202936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40410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Oracle AI accelerator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ORACLE / SOFTSERVE-ENHANCED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182110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Pre-built and reusable: normalize · fan out · reason · map · score · reviewer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Tailored solution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3132801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  <a:p>
            <a:pPr algn="ctr"/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6B7076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One signal set, one segment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3132769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  <a:p>
            <a:pPr algn="ctr"/>
            <a:r>
              <a:rPr lang="en-US" sz="60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3127026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  <a:p>
            <a:pPr algn="ctr"/>
            <a:r>
              <a:rPr lang="en-US" sz="60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