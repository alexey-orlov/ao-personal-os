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Account Insights by SoftServe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NVIDIA AI-Q on NeMo Agent Toolkit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28850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companies; an agreed extract; a bounded, licensed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Their own licensed feeds;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multi-market; a licensed relationship graph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de-duplication, account resolution;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Standing subscription per account; what changed;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Records exported as files; reviewer decisions captured, not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system of record; routing to the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write-back;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