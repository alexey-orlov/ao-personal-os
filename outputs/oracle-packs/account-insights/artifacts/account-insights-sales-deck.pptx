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Accelerator business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85232" y="271576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9824" y="271576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Accelerator business app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76732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Agentic engine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records, routed to the 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598932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28850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One set of companies; an agreed extract; a bounded, licensed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Their own licensed feeds;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Multi-source, multi-market; a licensed relationship graph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Relevance, de-duplication, account resolution;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Standing subscription per account; what changed;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reasoning; next-move mapping; ripple to two levels;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UI; citations; evaluation harness;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Records exported as files; reviewer decisions captured, not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Export to the system of record; routing to the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Live write-back;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