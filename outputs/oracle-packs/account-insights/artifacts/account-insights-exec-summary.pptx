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25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EE1637-6E16-C644-972F-A10F75416709}" v="4" dt="2026-09-10T20:56:39.968"/>
    <p1510:client id="{44942542-3537-A64E-826C-7CA39FD5610E}" v="7" dt="2026-09-11T05:52:30.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eksii Orlov" userId="aa7c47d8-364d-4293-a702-65622216b23c" providerId="ADAL" clId="{CA9AFEDF-167F-5D53-A2B9-7E9A8E547BD0}"/>
    <pc:docChg chg="undo redo custSel addSld modSld">
      <pc:chgData name="Oleksii Orlov" userId="aa7c47d8-364d-4293-a702-65622216b23c" providerId="ADAL" clId="{CA9AFEDF-167F-5D53-A2B9-7E9A8E547BD0}" dt="2026-09-11T05:55:07.590" v="423" actId="1076"/>
      <pc:docMkLst>
        <pc:docMk/>
      </pc:docMkLst>
      <pc:sldChg chg="modSp mod">
        <pc:chgData name="Oleksii Orlov" userId="aa7c47d8-364d-4293-a702-65622216b23c" providerId="ADAL" clId="{CA9AFEDF-167F-5D53-A2B9-7E9A8E547BD0}" dt="2026-09-11T05:43:00.192" v="62" actId="20577"/>
        <pc:sldMkLst>
          <pc:docMk/>
          <pc:sldMk cId="0" sldId="256"/>
        </pc:sldMkLst>
        <pc:spChg chg="mod">
          <ac:chgData name="Oleksii Orlov" userId="aa7c47d8-364d-4293-a702-65622216b23c" providerId="ADAL" clId="{CA9AFEDF-167F-5D53-A2B9-7E9A8E547BD0}" dt="2026-09-11T05:43:00.192" v="62" actId="20577"/>
          <ac:spMkLst>
            <pc:docMk/>
            <pc:sldMk cId="0" sldId="256"/>
            <ac:spMk id="5" creationId="{862A50D8-333F-745D-25FF-6F19726958A2}"/>
          </ac:spMkLst>
        </pc:spChg>
      </pc:sldChg>
      <pc:sldChg chg="addSp delSp modSp mod">
        <pc:chgData name="Oleksii Orlov" userId="aa7c47d8-364d-4293-a702-65622216b23c" providerId="ADAL" clId="{CA9AFEDF-167F-5D53-A2B9-7E9A8E547BD0}" dt="2026-09-11T05:52:34.712" v="407" actId="1076"/>
        <pc:sldMkLst>
          <pc:docMk/>
          <pc:sldMk cId="0" sldId="257"/>
        </pc:sldMkLst>
        <pc:spChg chg="del mod">
          <ac:chgData name="Oleksii Orlov" userId="aa7c47d8-364d-4293-a702-65622216b23c" providerId="ADAL" clId="{CA9AFEDF-167F-5D53-A2B9-7E9A8E547BD0}" dt="2026-09-11T05:43:24.299" v="64" actId="478"/>
          <ac:spMkLst>
            <pc:docMk/>
            <pc:sldMk cId="0" sldId="257"/>
            <ac:spMk id="6" creationId="{00000000-0000-0000-0000-000000000000}"/>
          </ac:spMkLst>
        </pc:spChg>
        <pc:spChg chg="del">
          <ac:chgData name="Oleksii Orlov" userId="aa7c47d8-364d-4293-a702-65622216b23c" providerId="ADAL" clId="{CA9AFEDF-167F-5D53-A2B9-7E9A8E547BD0}" dt="2026-09-11T05:43:27.481" v="65" actId="478"/>
          <ac:spMkLst>
            <pc:docMk/>
            <pc:sldMk cId="0" sldId="257"/>
            <ac:spMk id="7" creationId="{00000000-0000-0000-0000-000000000000}"/>
          </ac:spMkLst>
        </pc:spChg>
        <pc:spChg chg="mod">
          <ac:chgData name="Oleksii Orlov" userId="aa7c47d8-364d-4293-a702-65622216b23c" providerId="ADAL" clId="{CA9AFEDF-167F-5D53-A2B9-7E9A8E547BD0}" dt="2026-09-11T05:43:50.347" v="69" actId="20577"/>
          <ac:spMkLst>
            <pc:docMk/>
            <pc:sldMk cId="0" sldId="257"/>
            <ac:spMk id="18" creationId="{00000000-0000-0000-0000-000000000000}"/>
          </ac:spMkLst>
        </pc:spChg>
        <pc:picChg chg="add mod">
          <ac:chgData name="Oleksii Orlov" userId="aa7c47d8-364d-4293-a702-65622216b23c" providerId="ADAL" clId="{CA9AFEDF-167F-5D53-A2B9-7E9A8E547BD0}" dt="2026-09-11T05:43:36.974" v="67" actId="1076"/>
          <ac:picMkLst>
            <pc:docMk/>
            <pc:sldMk cId="0" sldId="257"/>
            <ac:picMk id="2" creationId="{E2E74125-9D02-DA2E-6DB1-78BF3A6E9AF6}"/>
          </ac:picMkLst>
        </pc:picChg>
        <pc:picChg chg="add mod">
          <ac:chgData name="Oleksii Orlov" userId="aa7c47d8-364d-4293-a702-65622216b23c" providerId="ADAL" clId="{CA9AFEDF-167F-5D53-A2B9-7E9A8E547BD0}" dt="2026-09-11T05:43:58.554" v="71" actId="14100"/>
          <ac:picMkLst>
            <pc:docMk/>
            <pc:sldMk cId="0" sldId="257"/>
            <ac:picMk id="29" creationId="{AB482C00-2878-A965-0004-5EA11F7E848C}"/>
          </ac:picMkLst>
        </pc:picChg>
        <pc:picChg chg="add mod">
          <ac:chgData name="Oleksii Orlov" userId="aa7c47d8-364d-4293-a702-65622216b23c" providerId="ADAL" clId="{CA9AFEDF-167F-5D53-A2B9-7E9A8E547BD0}" dt="2026-09-11T05:52:34.712" v="407" actId="1076"/>
          <ac:picMkLst>
            <pc:docMk/>
            <pc:sldMk cId="0" sldId="257"/>
            <ac:picMk id="30" creationId="{3F10BA53-D4CF-DB27-9CF2-3894E85B1022}"/>
          </ac:picMkLst>
        </pc:picChg>
      </pc:sldChg>
      <pc:sldChg chg="add">
        <pc:chgData name="Oleksii Orlov" userId="aa7c47d8-364d-4293-a702-65622216b23c" providerId="ADAL" clId="{CA9AFEDF-167F-5D53-A2B9-7E9A8E547BD0}" dt="2026-09-10T20:44:43.403" v="46"/>
        <pc:sldMkLst>
          <pc:docMk/>
          <pc:sldMk cId="3213594443" sldId="275"/>
        </pc:sldMkLst>
      </pc:sldChg>
      <pc:sldChg chg="add">
        <pc:chgData name="Oleksii Orlov" userId="aa7c47d8-364d-4293-a702-65622216b23c" providerId="ADAL" clId="{CA9AFEDF-167F-5D53-A2B9-7E9A8E547BD0}" dt="2026-09-10T20:44:43.403" v="46"/>
        <pc:sldMkLst>
          <pc:docMk/>
          <pc:sldMk cId="1358373682" sldId="276"/>
        </pc:sldMkLst>
      </pc:sldChg>
      <pc:sldChg chg="add">
        <pc:chgData name="Oleksii Orlov" userId="aa7c47d8-364d-4293-a702-65622216b23c" providerId="ADAL" clId="{CA9AFEDF-167F-5D53-A2B9-7E9A8E547BD0}" dt="2026-09-10T20:44:43.403" v="46"/>
        <pc:sldMkLst>
          <pc:docMk/>
          <pc:sldMk cId="1545266181" sldId="277"/>
        </pc:sldMkLst>
      </pc:sldChg>
      <pc:sldChg chg="add">
        <pc:chgData name="Oleksii Orlov" userId="aa7c47d8-364d-4293-a702-65622216b23c" providerId="ADAL" clId="{CA9AFEDF-167F-5D53-A2B9-7E9A8E547BD0}" dt="2026-09-10T20:44:43.403" v="46"/>
        <pc:sldMkLst>
          <pc:docMk/>
          <pc:sldMk cId="3491786804" sldId="278"/>
        </pc:sldMkLst>
      </pc:sldChg>
      <pc:sldChg chg="addSp delSp modSp mod">
        <pc:chgData name="Oleksii Orlov" userId="aa7c47d8-364d-4293-a702-65622216b23c" providerId="ADAL" clId="{CA9AFEDF-167F-5D53-A2B9-7E9A8E547BD0}" dt="2026-09-11T05:48:16.814" v="164" actId="1076"/>
        <pc:sldMkLst>
          <pc:docMk/>
          <pc:sldMk cId="4099958261" sldId="280"/>
        </pc:sldMkLst>
        <pc:spChg chg="add mod">
          <ac:chgData name="Oleksii Orlov" userId="aa7c47d8-364d-4293-a702-65622216b23c" providerId="ADAL" clId="{CA9AFEDF-167F-5D53-A2B9-7E9A8E547BD0}" dt="2026-09-11T05:48:10.241" v="162" actId="1076"/>
          <ac:spMkLst>
            <pc:docMk/>
            <pc:sldMk cId="4099958261" sldId="280"/>
            <ac:spMk id="2" creationId="{B030E8D3-F3F6-5F3A-D1FD-CAF72E9CE865}"/>
          </ac:spMkLst>
        </pc:spChg>
        <pc:spChg chg="add mod">
          <ac:chgData name="Oleksii Orlov" userId="aa7c47d8-364d-4293-a702-65622216b23c" providerId="ADAL" clId="{CA9AFEDF-167F-5D53-A2B9-7E9A8E547BD0}" dt="2026-09-11T05:48:10.241" v="162" actId="1076"/>
          <ac:spMkLst>
            <pc:docMk/>
            <pc:sldMk cId="4099958261" sldId="280"/>
            <ac:spMk id="6" creationId="{0AE7E72A-26D3-AD06-700F-D9F40D678C55}"/>
          </ac:spMkLst>
        </pc:spChg>
        <pc:spChg chg="add mod">
          <ac:chgData name="Oleksii Orlov" userId="aa7c47d8-364d-4293-a702-65622216b23c" providerId="ADAL" clId="{CA9AFEDF-167F-5D53-A2B9-7E9A8E547BD0}" dt="2026-09-11T05:48:10.241" v="162" actId="1076"/>
          <ac:spMkLst>
            <pc:docMk/>
            <pc:sldMk cId="4099958261" sldId="280"/>
            <ac:spMk id="7" creationId="{AF230E51-9662-F75F-7DB7-91432D4570B8}"/>
          </ac:spMkLst>
        </pc:spChg>
        <pc:spChg chg="add mod">
          <ac:chgData name="Oleksii Orlov" userId="aa7c47d8-364d-4293-a702-65622216b23c" providerId="ADAL" clId="{CA9AFEDF-167F-5D53-A2B9-7E9A8E547BD0}" dt="2026-09-11T05:48:10.241" v="162" actId="1076"/>
          <ac:spMkLst>
            <pc:docMk/>
            <pc:sldMk cId="4099958261" sldId="280"/>
            <ac:spMk id="8" creationId="{193A8729-EB02-4782-430A-2A3038795BB3}"/>
          </ac:spMkLst>
        </pc:spChg>
        <pc:spChg chg="add mod">
          <ac:chgData name="Oleksii Orlov" userId="aa7c47d8-364d-4293-a702-65622216b23c" providerId="ADAL" clId="{CA9AFEDF-167F-5D53-A2B9-7E9A8E547BD0}" dt="2026-09-11T05:48:10.241" v="162" actId="1076"/>
          <ac:spMkLst>
            <pc:docMk/>
            <pc:sldMk cId="4099958261" sldId="280"/>
            <ac:spMk id="9" creationId="{F78E49DA-C460-7F19-BC2C-AC68C8B57C42}"/>
          </ac:spMkLst>
        </pc:spChg>
        <pc:spChg chg="add mod">
          <ac:chgData name="Oleksii Orlov" userId="aa7c47d8-364d-4293-a702-65622216b23c" providerId="ADAL" clId="{CA9AFEDF-167F-5D53-A2B9-7E9A8E547BD0}" dt="2026-09-11T05:48:16.814" v="164" actId="1076"/>
          <ac:spMkLst>
            <pc:docMk/>
            <pc:sldMk cId="4099958261" sldId="280"/>
            <ac:spMk id="10" creationId="{5BF39D14-FFF5-F9F9-638C-A9B61C74D81C}"/>
          </ac:spMkLst>
        </pc:spChg>
        <pc:spChg chg="add mod">
          <ac:chgData name="Oleksii Orlov" userId="aa7c47d8-364d-4293-a702-65622216b23c" providerId="ADAL" clId="{CA9AFEDF-167F-5D53-A2B9-7E9A8E547BD0}" dt="2026-09-11T05:48:13.579" v="163" actId="1076"/>
          <ac:spMkLst>
            <pc:docMk/>
            <pc:sldMk cId="4099958261" sldId="280"/>
            <ac:spMk id="12" creationId="{E2D5959B-A2EE-5416-643C-B87CDC847A7B}"/>
          </ac:spMkLst>
        </pc:spChg>
        <pc:spChg chg="add mod">
          <ac:chgData name="Oleksii Orlov" userId="aa7c47d8-364d-4293-a702-65622216b23c" providerId="ADAL" clId="{CA9AFEDF-167F-5D53-A2B9-7E9A8E547BD0}" dt="2026-09-11T05:47:59.282" v="161"/>
          <ac:spMkLst>
            <pc:docMk/>
            <pc:sldMk cId="4099958261" sldId="280"/>
            <ac:spMk id="13" creationId="{51A163FE-4BF9-A6BE-F01D-AE7501150B6A}"/>
          </ac:spMkLst>
        </pc:spChg>
        <pc:spChg chg="add del">
          <ac:chgData name="Oleksii Orlov" userId="aa7c47d8-364d-4293-a702-65622216b23c" providerId="ADAL" clId="{CA9AFEDF-167F-5D53-A2B9-7E9A8E547BD0}" dt="2026-09-11T05:46:23.609" v="148" actId="21"/>
          <ac:spMkLst>
            <pc:docMk/>
            <pc:sldMk cId="4099958261" sldId="280"/>
            <ac:spMk id="66" creationId="{D278BF9C-078C-DE0A-1FA8-8C485FBE0864}"/>
          </ac:spMkLst>
        </pc:spChg>
        <pc:spChg chg="del">
          <ac:chgData name="Oleksii Orlov" userId="aa7c47d8-364d-4293-a702-65622216b23c" providerId="ADAL" clId="{CA9AFEDF-167F-5D53-A2B9-7E9A8E547BD0}" dt="2026-09-11T05:46:23.609" v="148" actId="21"/>
          <ac:spMkLst>
            <pc:docMk/>
            <pc:sldMk cId="4099958261" sldId="280"/>
            <ac:spMk id="67" creationId="{84E3BF30-198D-4010-F321-DF1CFA682932}"/>
          </ac:spMkLst>
        </pc:spChg>
        <pc:spChg chg="del">
          <ac:chgData name="Oleksii Orlov" userId="aa7c47d8-364d-4293-a702-65622216b23c" providerId="ADAL" clId="{CA9AFEDF-167F-5D53-A2B9-7E9A8E547BD0}" dt="2026-09-11T05:46:23.609" v="148" actId="21"/>
          <ac:spMkLst>
            <pc:docMk/>
            <pc:sldMk cId="4099958261" sldId="280"/>
            <ac:spMk id="68" creationId="{A62E9D3A-F9ED-69FB-C445-4F1ED485744B}"/>
          </ac:spMkLst>
        </pc:spChg>
        <pc:spChg chg="add del">
          <ac:chgData name="Oleksii Orlov" userId="aa7c47d8-364d-4293-a702-65622216b23c" providerId="ADAL" clId="{CA9AFEDF-167F-5D53-A2B9-7E9A8E547BD0}" dt="2026-09-11T05:46:23.609" v="148" actId="21"/>
          <ac:spMkLst>
            <pc:docMk/>
            <pc:sldMk cId="4099958261" sldId="280"/>
            <ac:spMk id="86" creationId="{00000000-0000-0000-0000-000000000000}"/>
          </ac:spMkLst>
        </pc:spChg>
        <pc:spChg chg="add del">
          <ac:chgData name="Oleksii Orlov" userId="aa7c47d8-364d-4293-a702-65622216b23c" providerId="ADAL" clId="{CA9AFEDF-167F-5D53-A2B9-7E9A8E547BD0}" dt="2026-09-11T05:46:23.609" v="148" actId="21"/>
          <ac:spMkLst>
            <pc:docMk/>
            <pc:sldMk cId="4099958261" sldId="280"/>
            <ac:spMk id="87" creationId="{00000000-0000-0000-0000-000000000000}"/>
          </ac:spMkLst>
        </pc:spChg>
        <pc:spChg chg="add del">
          <ac:chgData name="Oleksii Orlov" userId="aa7c47d8-364d-4293-a702-65622216b23c" providerId="ADAL" clId="{CA9AFEDF-167F-5D53-A2B9-7E9A8E547BD0}" dt="2026-09-11T05:46:23.609" v="148" actId="21"/>
          <ac:spMkLst>
            <pc:docMk/>
            <pc:sldMk cId="4099958261" sldId="280"/>
            <ac:spMk id="88" creationId="{00000000-0000-0000-0000-000000000000}"/>
          </ac:spMkLst>
        </pc:spChg>
        <pc:spChg chg="add del">
          <ac:chgData name="Oleksii Orlov" userId="aa7c47d8-364d-4293-a702-65622216b23c" providerId="ADAL" clId="{CA9AFEDF-167F-5D53-A2B9-7E9A8E547BD0}" dt="2026-09-11T05:46:23.609" v="148" actId="21"/>
          <ac:spMkLst>
            <pc:docMk/>
            <pc:sldMk cId="4099958261" sldId="280"/>
            <ac:spMk id="90" creationId="{00000000-0000-0000-0000-000000000000}"/>
          </ac:spMkLst>
        </pc:spChg>
        <pc:picChg chg="add mod">
          <ac:chgData name="Oleksii Orlov" userId="aa7c47d8-364d-4293-a702-65622216b23c" providerId="ADAL" clId="{CA9AFEDF-167F-5D53-A2B9-7E9A8E547BD0}" dt="2026-09-11T05:48:10.241" v="162" actId="1076"/>
          <ac:picMkLst>
            <pc:docMk/>
            <pc:sldMk cId="4099958261" sldId="280"/>
            <ac:picMk id="11" creationId="{52935EC2-7761-7153-D308-3114D40A39E2}"/>
          </ac:picMkLst>
        </pc:picChg>
        <pc:picChg chg="mod">
          <ac:chgData name="Oleksii Orlov" userId="aa7c47d8-364d-4293-a702-65622216b23c" providerId="ADAL" clId="{CA9AFEDF-167F-5D53-A2B9-7E9A8E547BD0}" dt="2026-09-11T05:46:25.818" v="149" actId="1076"/>
          <ac:picMkLst>
            <pc:docMk/>
            <pc:sldMk cId="4099958261" sldId="280"/>
            <ac:picMk id="59" creationId="{6951865A-FEDC-B569-41BE-09B20F4F0DAB}"/>
          </ac:picMkLst>
        </pc:picChg>
        <pc:picChg chg="add del">
          <ac:chgData name="Oleksii Orlov" userId="aa7c47d8-364d-4293-a702-65622216b23c" providerId="ADAL" clId="{CA9AFEDF-167F-5D53-A2B9-7E9A8E547BD0}" dt="2026-09-11T05:46:23.609" v="148" actId="21"/>
          <ac:picMkLst>
            <pc:docMk/>
            <pc:sldMk cId="4099958261" sldId="280"/>
            <ac:picMk id="89" creationId="{00000000-0000-0000-0000-000000000000}"/>
          </ac:picMkLst>
        </pc:picChg>
      </pc:sldChg>
      <pc:sldChg chg="add">
        <pc:chgData name="Oleksii Orlov" userId="aa7c47d8-364d-4293-a702-65622216b23c" providerId="ADAL" clId="{CA9AFEDF-167F-5D53-A2B9-7E9A8E547BD0}" dt="2026-09-10T20:56:39.967" v="47"/>
        <pc:sldMkLst>
          <pc:docMk/>
          <pc:sldMk cId="1577269803" sldId="307"/>
        </pc:sldMkLst>
      </pc:sldChg>
      <pc:sldChg chg="addSp delSp modSp mod">
        <pc:chgData name="Oleksii Orlov" userId="aa7c47d8-364d-4293-a702-65622216b23c" providerId="ADAL" clId="{CA9AFEDF-167F-5D53-A2B9-7E9A8E547BD0}" dt="2026-09-11T05:47:52.990" v="160" actId="20577"/>
        <pc:sldMkLst>
          <pc:docMk/>
          <pc:sldMk cId="2257218489" sldId="2147483642"/>
        </pc:sldMkLst>
        <pc:spChg chg="mod">
          <ac:chgData name="Oleksii Orlov" userId="aa7c47d8-364d-4293-a702-65622216b23c" providerId="ADAL" clId="{CA9AFEDF-167F-5D53-A2B9-7E9A8E547BD0}" dt="2026-09-11T05:47:52.990" v="160" actId="20577"/>
          <ac:spMkLst>
            <pc:docMk/>
            <pc:sldMk cId="2257218489" sldId="2147483642"/>
            <ac:spMk id="6" creationId="{00000000-0000-0000-0000-000000000000}"/>
          </ac:spMkLst>
        </pc:spChg>
        <pc:spChg chg="mod">
          <ac:chgData name="Oleksii Orlov" userId="aa7c47d8-364d-4293-a702-65622216b23c" providerId="ADAL" clId="{CA9AFEDF-167F-5D53-A2B9-7E9A8E547BD0}" dt="2026-09-10T20:43:19.084" v="19" actId="1076"/>
          <ac:spMkLst>
            <pc:docMk/>
            <pc:sldMk cId="2257218489" sldId="2147483642"/>
            <ac:spMk id="57" creationId="{00000000-0000-0000-0000-000000000000}"/>
          </ac:spMkLst>
        </pc:spChg>
        <pc:spChg chg="add del mod">
          <ac:chgData name="Oleksii Orlov" userId="aa7c47d8-364d-4293-a702-65622216b23c" providerId="ADAL" clId="{CA9AFEDF-167F-5D53-A2B9-7E9A8E547BD0}" dt="2026-09-10T20:42:52.443" v="2" actId="478"/>
          <ac:spMkLst>
            <pc:docMk/>
            <pc:sldMk cId="2257218489" sldId="2147483642"/>
            <ac:spMk id="58" creationId="{2ECD82C8-0F14-6560-D10F-D738EB799456}"/>
          </ac:spMkLst>
        </pc:spChg>
        <pc:spChg chg="add mod">
          <ac:chgData name="Oleksii Orlov" userId="aa7c47d8-364d-4293-a702-65622216b23c" providerId="ADAL" clId="{CA9AFEDF-167F-5D53-A2B9-7E9A8E547BD0}" dt="2026-09-10T20:43:40.097" v="44" actId="1076"/>
          <ac:spMkLst>
            <pc:docMk/>
            <pc:sldMk cId="2257218489" sldId="2147483642"/>
            <ac:spMk id="60" creationId="{FDAABF32-A1A3-7FF7-3FE2-D8F341C84467}"/>
          </ac:spMkLst>
        </pc:spChg>
        <pc:picChg chg="mod">
          <ac:chgData name="Oleksii Orlov" userId="aa7c47d8-364d-4293-a702-65622216b23c" providerId="ADAL" clId="{CA9AFEDF-167F-5D53-A2B9-7E9A8E547BD0}" dt="2026-09-10T20:43:15.661" v="18" actId="1076"/>
          <ac:picMkLst>
            <pc:docMk/>
            <pc:sldMk cId="2257218489" sldId="2147483642"/>
            <ac:picMk id="56" creationId="{00000000-0000-0000-0000-000000000000}"/>
          </ac:picMkLst>
        </pc:picChg>
        <pc:picChg chg="add mod">
          <ac:chgData name="Oleksii Orlov" userId="aa7c47d8-364d-4293-a702-65622216b23c" providerId="ADAL" clId="{CA9AFEDF-167F-5D53-A2B9-7E9A8E547BD0}" dt="2026-09-10T20:43:44.097" v="45" actId="1076"/>
          <ac:picMkLst>
            <pc:docMk/>
            <pc:sldMk cId="2257218489" sldId="2147483642"/>
            <ac:picMk id="59" creationId="{84F0E42D-68F1-94E1-E06F-32876D32FD15}"/>
          </ac:picMkLst>
        </pc:picChg>
      </pc:sldChg>
      <pc:sldChg chg="addSp delSp modSp mod">
        <pc:chgData name="Oleksii Orlov" userId="aa7c47d8-364d-4293-a702-65622216b23c" providerId="ADAL" clId="{CA9AFEDF-167F-5D53-A2B9-7E9A8E547BD0}" dt="2026-09-11T05:49:02.584" v="170" actId="1076"/>
        <pc:sldMkLst>
          <pc:docMk/>
          <pc:sldMk cId="0" sldId="2147483644"/>
        </pc:sldMkLst>
        <pc:spChg chg="add mod">
          <ac:chgData name="Oleksii Orlov" userId="aa7c47d8-364d-4293-a702-65622216b23c" providerId="ADAL" clId="{CA9AFEDF-167F-5D53-A2B9-7E9A8E547BD0}" dt="2026-09-11T05:49:02.584" v="170" actId="1076"/>
          <ac:spMkLst>
            <pc:docMk/>
            <pc:sldMk cId="0" sldId="2147483644"/>
            <ac:spMk id="2" creationId="{B0E7D0D9-965A-DB44-7EF2-9644E7632B52}"/>
          </ac:spMkLst>
        </pc:spChg>
        <pc:spChg chg="add mod">
          <ac:chgData name="Oleksii Orlov" userId="aa7c47d8-364d-4293-a702-65622216b23c" providerId="ADAL" clId="{CA9AFEDF-167F-5D53-A2B9-7E9A8E547BD0}" dt="2026-09-11T05:49:02.584" v="170" actId="1076"/>
          <ac:spMkLst>
            <pc:docMk/>
            <pc:sldMk cId="0" sldId="2147483644"/>
            <ac:spMk id="6" creationId="{2AD60FC8-70D2-006F-53BF-F73E653A2C31}"/>
          </ac:spMkLst>
        </pc:spChg>
        <pc:spChg chg="add mod">
          <ac:chgData name="Oleksii Orlov" userId="aa7c47d8-364d-4293-a702-65622216b23c" providerId="ADAL" clId="{CA9AFEDF-167F-5D53-A2B9-7E9A8E547BD0}" dt="2026-09-11T05:49:02.584" v="170" actId="1076"/>
          <ac:spMkLst>
            <pc:docMk/>
            <pc:sldMk cId="0" sldId="2147483644"/>
            <ac:spMk id="7" creationId="{2C602D92-6317-534B-DFBD-0C982BB247F3}"/>
          </ac:spMkLst>
        </pc:spChg>
        <pc:spChg chg="add mod">
          <ac:chgData name="Oleksii Orlov" userId="aa7c47d8-364d-4293-a702-65622216b23c" providerId="ADAL" clId="{CA9AFEDF-167F-5D53-A2B9-7E9A8E547BD0}" dt="2026-09-11T05:49:02.584" v="170" actId="1076"/>
          <ac:spMkLst>
            <pc:docMk/>
            <pc:sldMk cId="0" sldId="2147483644"/>
            <ac:spMk id="8" creationId="{A1FDAE49-9D03-0ACA-73D1-F3155CD2A9CD}"/>
          </ac:spMkLst>
        </pc:spChg>
        <pc:spChg chg="add mod">
          <ac:chgData name="Oleksii Orlov" userId="aa7c47d8-364d-4293-a702-65622216b23c" providerId="ADAL" clId="{CA9AFEDF-167F-5D53-A2B9-7E9A8E547BD0}" dt="2026-09-11T05:49:02.584" v="170" actId="1076"/>
          <ac:spMkLst>
            <pc:docMk/>
            <pc:sldMk cId="0" sldId="2147483644"/>
            <ac:spMk id="9" creationId="{2F3FCB08-5515-396A-E513-8205E6E06218}"/>
          </ac:spMkLst>
        </pc:spChg>
        <pc:spChg chg="add mod">
          <ac:chgData name="Oleksii Orlov" userId="aa7c47d8-364d-4293-a702-65622216b23c" providerId="ADAL" clId="{CA9AFEDF-167F-5D53-A2B9-7E9A8E547BD0}" dt="2026-09-11T05:49:02.584" v="170" actId="1076"/>
          <ac:spMkLst>
            <pc:docMk/>
            <pc:sldMk cId="0" sldId="2147483644"/>
            <ac:spMk id="10" creationId="{C9A10D8A-32EE-59A4-FA84-DE3F3C0E953E}"/>
          </ac:spMkLst>
        </pc:spChg>
        <pc:spChg chg="add mod">
          <ac:chgData name="Oleksii Orlov" userId="aa7c47d8-364d-4293-a702-65622216b23c" providerId="ADAL" clId="{CA9AFEDF-167F-5D53-A2B9-7E9A8E547BD0}" dt="2026-09-11T05:49:02.584" v="170" actId="1076"/>
          <ac:spMkLst>
            <pc:docMk/>
            <pc:sldMk cId="0" sldId="2147483644"/>
            <ac:spMk id="12" creationId="{0DEB4108-3923-2354-B9FE-0BA78401D7D8}"/>
          </ac:spMkLst>
        </pc:spChg>
        <pc:spChg chg="del">
          <ac:chgData name="Oleksii Orlov" userId="aa7c47d8-364d-4293-a702-65622216b23c" providerId="ADAL" clId="{CA9AFEDF-167F-5D53-A2B9-7E9A8E547BD0}" dt="2026-09-11T05:48:52.832" v="167" actId="21"/>
          <ac:spMkLst>
            <pc:docMk/>
            <pc:sldMk cId="0" sldId="2147483644"/>
            <ac:spMk id="66" creationId="{D278BF9C-078C-DE0A-1FA8-8C485FBE0864}"/>
          </ac:spMkLst>
        </pc:spChg>
        <pc:spChg chg="del">
          <ac:chgData name="Oleksii Orlov" userId="aa7c47d8-364d-4293-a702-65622216b23c" providerId="ADAL" clId="{CA9AFEDF-167F-5D53-A2B9-7E9A8E547BD0}" dt="2026-09-11T05:48:52.832" v="167" actId="21"/>
          <ac:spMkLst>
            <pc:docMk/>
            <pc:sldMk cId="0" sldId="2147483644"/>
            <ac:spMk id="67" creationId="{84E3BF30-198D-4010-F321-DF1CFA682932}"/>
          </ac:spMkLst>
        </pc:spChg>
        <pc:spChg chg="del">
          <ac:chgData name="Oleksii Orlov" userId="aa7c47d8-364d-4293-a702-65622216b23c" providerId="ADAL" clId="{CA9AFEDF-167F-5D53-A2B9-7E9A8E547BD0}" dt="2026-09-11T05:48:52.832" v="167" actId="21"/>
          <ac:spMkLst>
            <pc:docMk/>
            <pc:sldMk cId="0" sldId="2147483644"/>
            <ac:spMk id="68" creationId="{A62E9D3A-F9ED-69FB-C445-4F1ED485744B}"/>
          </ac:spMkLst>
        </pc:spChg>
        <pc:spChg chg="del">
          <ac:chgData name="Oleksii Orlov" userId="aa7c47d8-364d-4293-a702-65622216b23c" providerId="ADAL" clId="{CA9AFEDF-167F-5D53-A2B9-7E9A8E547BD0}" dt="2026-09-11T05:48:52.832" v="167" actId="21"/>
          <ac:spMkLst>
            <pc:docMk/>
            <pc:sldMk cId="0" sldId="2147483644"/>
            <ac:spMk id="95" creationId="{00000000-0000-0000-0000-000000000000}"/>
          </ac:spMkLst>
        </pc:spChg>
        <pc:spChg chg="del">
          <ac:chgData name="Oleksii Orlov" userId="aa7c47d8-364d-4293-a702-65622216b23c" providerId="ADAL" clId="{CA9AFEDF-167F-5D53-A2B9-7E9A8E547BD0}" dt="2026-09-11T05:48:52.832" v="167" actId="21"/>
          <ac:spMkLst>
            <pc:docMk/>
            <pc:sldMk cId="0" sldId="2147483644"/>
            <ac:spMk id="96" creationId="{00000000-0000-0000-0000-000000000000}"/>
          </ac:spMkLst>
        </pc:spChg>
        <pc:spChg chg="del">
          <ac:chgData name="Oleksii Orlov" userId="aa7c47d8-364d-4293-a702-65622216b23c" providerId="ADAL" clId="{CA9AFEDF-167F-5D53-A2B9-7E9A8E547BD0}" dt="2026-09-11T05:48:52.832" v="167" actId="21"/>
          <ac:spMkLst>
            <pc:docMk/>
            <pc:sldMk cId="0" sldId="2147483644"/>
            <ac:spMk id="97" creationId="{00000000-0000-0000-0000-000000000000}"/>
          </ac:spMkLst>
        </pc:spChg>
        <pc:spChg chg="del">
          <ac:chgData name="Oleksii Orlov" userId="aa7c47d8-364d-4293-a702-65622216b23c" providerId="ADAL" clId="{CA9AFEDF-167F-5D53-A2B9-7E9A8E547BD0}" dt="2026-09-11T05:48:52.832" v="167" actId="21"/>
          <ac:spMkLst>
            <pc:docMk/>
            <pc:sldMk cId="0" sldId="2147483644"/>
            <ac:spMk id="99" creationId="{00000000-0000-0000-0000-000000000000}"/>
          </ac:spMkLst>
        </pc:spChg>
        <pc:picChg chg="add mod">
          <ac:chgData name="Oleksii Orlov" userId="aa7c47d8-364d-4293-a702-65622216b23c" providerId="ADAL" clId="{CA9AFEDF-167F-5D53-A2B9-7E9A8E547BD0}" dt="2026-09-11T05:49:02.584" v="170" actId="1076"/>
          <ac:picMkLst>
            <pc:docMk/>
            <pc:sldMk cId="0" sldId="2147483644"/>
            <ac:picMk id="11" creationId="{B72E7EAC-F0B4-A29E-D2EA-5813B0A52338}"/>
          </ac:picMkLst>
        </pc:picChg>
        <pc:picChg chg="mod">
          <ac:chgData name="Oleksii Orlov" userId="aa7c47d8-364d-4293-a702-65622216b23c" providerId="ADAL" clId="{CA9AFEDF-167F-5D53-A2B9-7E9A8E547BD0}" dt="2026-09-11T05:48:56.533" v="168" actId="1076"/>
          <ac:picMkLst>
            <pc:docMk/>
            <pc:sldMk cId="0" sldId="2147483644"/>
            <ac:picMk id="59" creationId="{6951865A-FEDC-B569-41BE-09B20F4F0DAB}"/>
          </ac:picMkLst>
        </pc:picChg>
        <pc:picChg chg="del">
          <ac:chgData name="Oleksii Orlov" userId="aa7c47d8-364d-4293-a702-65622216b23c" providerId="ADAL" clId="{CA9AFEDF-167F-5D53-A2B9-7E9A8E547BD0}" dt="2026-09-11T05:48:52.832" v="167" actId="21"/>
          <ac:picMkLst>
            <pc:docMk/>
            <pc:sldMk cId="0" sldId="2147483644"/>
            <ac:picMk id="98" creationId="{00000000-0000-0000-0000-000000000000}"/>
          </ac:picMkLst>
        </pc:picChg>
      </pc:sldChg>
      <pc:sldChg chg="modSp mod">
        <pc:chgData name="Oleksii Orlov" userId="aa7c47d8-364d-4293-a702-65622216b23c" providerId="ADAL" clId="{CA9AFEDF-167F-5D53-A2B9-7E9A8E547BD0}" dt="2026-09-11T05:51:38.177" v="403" actId="20577"/>
        <pc:sldMkLst>
          <pc:docMk/>
          <pc:sldMk cId="0" sldId="2147483645"/>
        </pc:sldMkLst>
        <pc:spChg chg="mod">
          <ac:chgData name="Oleksii Orlov" userId="aa7c47d8-364d-4293-a702-65622216b23c" providerId="ADAL" clId="{CA9AFEDF-167F-5D53-A2B9-7E9A8E547BD0}" dt="2026-09-11T05:46:14.905" v="145" actId="20577"/>
          <ac:spMkLst>
            <pc:docMk/>
            <pc:sldMk cId="0" sldId="2147483645"/>
            <ac:spMk id="33" creationId="{00000000-0000-0000-0000-000000000000}"/>
          </ac:spMkLst>
        </pc:spChg>
        <pc:spChg chg="mod">
          <ac:chgData name="Oleksii Orlov" userId="aa7c47d8-364d-4293-a702-65622216b23c" providerId="ADAL" clId="{CA9AFEDF-167F-5D53-A2B9-7E9A8E547BD0}" dt="2026-09-11T05:51:22.980" v="365" actId="1036"/>
          <ac:spMkLst>
            <pc:docMk/>
            <pc:sldMk cId="0" sldId="2147483645"/>
            <ac:spMk id="34" creationId="{00000000-0000-0000-0000-000000000000}"/>
          </ac:spMkLst>
        </pc:spChg>
        <pc:spChg chg="mod">
          <ac:chgData name="Oleksii Orlov" userId="aa7c47d8-364d-4293-a702-65622216b23c" providerId="ADAL" clId="{CA9AFEDF-167F-5D53-A2B9-7E9A8E547BD0}" dt="2026-09-11T05:51:38.177" v="403" actId="20577"/>
          <ac:spMkLst>
            <pc:docMk/>
            <pc:sldMk cId="0" sldId="2147483645"/>
            <ac:spMk id="35" creationId="{00000000-0000-0000-0000-000000000000}"/>
          </ac:spMkLst>
        </pc:spChg>
        <pc:spChg chg="mod">
          <ac:chgData name="Oleksii Orlov" userId="aa7c47d8-364d-4293-a702-65622216b23c" providerId="ADAL" clId="{CA9AFEDF-167F-5D53-A2B9-7E9A8E547BD0}" dt="2026-09-11T05:45:01.771" v="86" actId="20577"/>
          <ac:spMkLst>
            <pc:docMk/>
            <pc:sldMk cId="0" sldId="2147483645"/>
            <ac:spMk id="36" creationId="{00000000-0000-0000-0000-000000000000}"/>
          </ac:spMkLst>
        </pc:spChg>
        <pc:spChg chg="mod">
          <ac:chgData name="Oleksii Orlov" userId="aa7c47d8-364d-4293-a702-65622216b23c" providerId="ADAL" clId="{CA9AFEDF-167F-5D53-A2B9-7E9A8E547BD0}" dt="2026-09-11T05:44:44.546" v="75" actId="14100"/>
          <ac:spMkLst>
            <pc:docMk/>
            <pc:sldMk cId="0" sldId="2147483645"/>
            <ac:spMk id="81" creationId="{22A821BE-A20D-29AD-97FF-ED1D92CC2E2C}"/>
          </ac:spMkLst>
        </pc:spChg>
        <pc:spChg chg="mod">
          <ac:chgData name="Oleksii Orlov" userId="aa7c47d8-364d-4293-a702-65622216b23c" providerId="ADAL" clId="{CA9AFEDF-167F-5D53-A2B9-7E9A8E547BD0}" dt="2026-09-11T05:44:46.940" v="76" actId="14100"/>
          <ac:spMkLst>
            <pc:docMk/>
            <pc:sldMk cId="0" sldId="2147483645"/>
            <ac:spMk id="83" creationId="{0DB8E24F-271F-A619-740F-66FF51945852}"/>
          </ac:spMkLst>
        </pc:spChg>
        <pc:spChg chg="mod">
          <ac:chgData name="Oleksii Orlov" userId="aa7c47d8-364d-4293-a702-65622216b23c" providerId="ADAL" clId="{CA9AFEDF-167F-5D53-A2B9-7E9A8E547BD0}" dt="2026-09-11T05:45:05.816" v="87" actId="20577"/>
          <ac:spMkLst>
            <pc:docMk/>
            <pc:sldMk cId="0" sldId="2147483645"/>
            <ac:spMk id="89" creationId="{00000000-0000-0000-0000-000000000000}"/>
          </ac:spMkLst>
        </pc:spChg>
      </pc:sldChg>
      <pc:sldChg chg="modSp mod">
        <pc:chgData name="Oleksii Orlov" userId="aa7c47d8-364d-4293-a702-65622216b23c" providerId="ADAL" clId="{CA9AFEDF-167F-5D53-A2B9-7E9A8E547BD0}" dt="2026-09-11T05:51:56.783" v="405" actId="1076"/>
        <pc:sldMkLst>
          <pc:docMk/>
          <pc:sldMk cId="0" sldId="2147483646"/>
        </pc:sldMkLst>
        <pc:spChg chg="mod">
          <ac:chgData name="Oleksii Orlov" userId="aa7c47d8-364d-4293-a702-65622216b23c" providerId="ADAL" clId="{CA9AFEDF-167F-5D53-A2B9-7E9A8E547BD0}" dt="2026-09-11T05:51:54.570" v="404" actId="1076"/>
          <ac:spMkLst>
            <pc:docMk/>
            <pc:sldMk cId="0" sldId="2147483646"/>
            <ac:spMk id="66" creationId="{D278BF9C-078C-DE0A-1FA8-8C485FBE0864}"/>
          </ac:spMkLst>
        </pc:spChg>
        <pc:spChg chg="mod">
          <ac:chgData name="Oleksii Orlov" userId="aa7c47d8-364d-4293-a702-65622216b23c" providerId="ADAL" clId="{CA9AFEDF-167F-5D53-A2B9-7E9A8E547BD0}" dt="2026-09-11T05:51:54.570" v="404" actId="1076"/>
          <ac:spMkLst>
            <pc:docMk/>
            <pc:sldMk cId="0" sldId="2147483646"/>
            <ac:spMk id="67" creationId="{84E3BF30-198D-4010-F321-DF1CFA682932}"/>
          </ac:spMkLst>
        </pc:spChg>
        <pc:spChg chg="mod">
          <ac:chgData name="Oleksii Orlov" userId="aa7c47d8-364d-4293-a702-65622216b23c" providerId="ADAL" clId="{CA9AFEDF-167F-5D53-A2B9-7E9A8E547BD0}" dt="2026-09-11T05:51:54.570" v="404" actId="1076"/>
          <ac:spMkLst>
            <pc:docMk/>
            <pc:sldMk cId="0" sldId="2147483646"/>
            <ac:spMk id="68" creationId="{A62E9D3A-F9ED-69FB-C445-4F1ED485744B}"/>
          </ac:spMkLst>
        </pc:spChg>
        <pc:spChg chg="mod">
          <ac:chgData name="Oleksii Orlov" userId="aa7c47d8-364d-4293-a702-65622216b23c" providerId="ADAL" clId="{CA9AFEDF-167F-5D53-A2B9-7E9A8E547BD0}" dt="2026-09-11T05:51:54.570" v="404" actId="1076"/>
          <ac:spMkLst>
            <pc:docMk/>
            <pc:sldMk cId="0" sldId="2147483646"/>
            <ac:spMk id="99" creationId="{00000000-0000-0000-0000-000000000000}"/>
          </ac:spMkLst>
        </pc:spChg>
        <pc:spChg chg="mod">
          <ac:chgData name="Oleksii Orlov" userId="aa7c47d8-364d-4293-a702-65622216b23c" providerId="ADAL" clId="{CA9AFEDF-167F-5D53-A2B9-7E9A8E547BD0}" dt="2026-09-11T05:51:54.570" v="404" actId="1076"/>
          <ac:spMkLst>
            <pc:docMk/>
            <pc:sldMk cId="0" sldId="2147483646"/>
            <ac:spMk id="100" creationId="{00000000-0000-0000-0000-000000000000}"/>
          </ac:spMkLst>
        </pc:spChg>
        <pc:spChg chg="mod">
          <ac:chgData name="Oleksii Orlov" userId="aa7c47d8-364d-4293-a702-65622216b23c" providerId="ADAL" clId="{CA9AFEDF-167F-5D53-A2B9-7E9A8E547BD0}" dt="2026-09-11T05:51:54.570" v="404" actId="1076"/>
          <ac:spMkLst>
            <pc:docMk/>
            <pc:sldMk cId="0" sldId="2147483646"/>
            <ac:spMk id="101" creationId="{00000000-0000-0000-0000-000000000000}"/>
          </ac:spMkLst>
        </pc:spChg>
        <pc:spChg chg="mod">
          <ac:chgData name="Oleksii Orlov" userId="aa7c47d8-364d-4293-a702-65622216b23c" providerId="ADAL" clId="{CA9AFEDF-167F-5D53-A2B9-7E9A8E547BD0}" dt="2026-09-11T05:51:54.570" v="404" actId="1076"/>
          <ac:spMkLst>
            <pc:docMk/>
            <pc:sldMk cId="0" sldId="2147483646"/>
            <ac:spMk id="103" creationId="{00000000-0000-0000-0000-000000000000}"/>
          </ac:spMkLst>
        </pc:spChg>
        <pc:picChg chg="mod">
          <ac:chgData name="Oleksii Orlov" userId="aa7c47d8-364d-4293-a702-65622216b23c" providerId="ADAL" clId="{CA9AFEDF-167F-5D53-A2B9-7E9A8E547BD0}" dt="2026-09-11T05:51:56.783" v="405" actId="1076"/>
          <ac:picMkLst>
            <pc:docMk/>
            <pc:sldMk cId="0" sldId="2147483646"/>
            <ac:picMk id="59" creationId="{6951865A-FEDC-B569-41BE-09B20F4F0DAB}"/>
          </ac:picMkLst>
        </pc:picChg>
        <pc:picChg chg="mod">
          <ac:chgData name="Oleksii Orlov" userId="aa7c47d8-364d-4293-a702-65622216b23c" providerId="ADAL" clId="{CA9AFEDF-167F-5D53-A2B9-7E9A8E547BD0}" dt="2026-09-11T05:51:54.570" v="404" actId="1076"/>
          <ac:picMkLst>
            <pc:docMk/>
            <pc:sldMk cId="0" sldId="2147483646"/>
            <ac:picMk id="102" creationId="{00000000-0000-0000-0000-000000000000}"/>
          </ac:picMkLst>
        </pc:picChg>
      </pc:sldChg>
      <pc:sldChg chg="modSp mod">
        <pc:chgData name="Oleksii Orlov" userId="aa7c47d8-364d-4293-a702-65622216b23c" providerId="ADAL" clId="{CA9AFEDF-167F-5D53-A2B9-7E9A8E547BD0}" dt="2026-09-11T05:55:07.590" v="423" actId="1076"/>
        <pc:sldMkLst>
          <pc:docMk/>
          <pc:sldMk cId="0" sldId="2147483647"/>
        </pc:sldMkLst>
        <pc:spChg chg="mod">
          <ac:chgData name="Oleksii Orlov" userId="aa7c47d8-364d-4293-a702-65622216b23c" providerId="ADAL" clId="{CA9AFEDF-167F-5D53-A2B9-7E9A8E547BD0}" dt="2026-09-11T05:55:07.590" v="423" actId="1076"/>
          <ac:spMkLst>
            <pc:docMk/>
            <pc:sldMk cId="0" sldId="2147483647"/>
            <ac:spMk id="5" creationId="{862A50D8-333F-745D-25FF-6F19726958A2}"/>
          </ac:spMkLst>
        </pc:spChg>
        <pc:spChg chg="mod">
          <ac:chgData name="Oleksii Orlov" userId="aa7c47d8-364d-4293-a702-65622216b23c" providerId="ADAL" clId="{CA9AFEDF-167F-5D53-A2B9-7E9A8E547BD0}" dt="2026-09-11T05:55:07.590" v="423" actId="1076"/>
          <ac:spMkLst>
            <pc:docMk/>
            <pc:sldMk cId="0" sldId="2147483647"/>
            <ac:spMk id="6" creationId="{00000000-0000-0000-0000-000000000000}"/>
          </ac:spMkLst>
        </pc:spChg>
        <pc:spChg chg="mod">
          <ac:chgData name="Oleksii Orlov" userId="aa7c47d8-364d-4293-a702-65622216b23c" providerId="ADAL" clId="{CA9AFEDF-167F-5D53-A2B9-7E9A8E547BD0}" dt="2026-09-11T05:55:03.647" v="422" actId="20577"/>
          <ac:spMkLst>
            <pc:docMk/>
            <pc:sldMk cId="0" sldId="2147483647"/>
            <ac:spMk id="7"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9"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10"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11"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16"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17"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18"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21"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25"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26" creationId="{00000000-0000-0000-0000-000000000000}"/>
          </ac:spMkLst>
        </pc:spChg>
        <pc:spChg chg="mod">
          <ac:chgData name="Oleksii Orlov" userId="aa7c47d8-364d-4293-a702-65622216b23c" providerId="ADAL" clId="{CA9AFEDF-167F-5D53-A2B9-7E9A8E547BD0}" dt="2026-09-11T05:42:39.650" v="48" actId="1076"/>
          <ac:spMkLst>
            <pc:docMk/>
            <pc:sldMk cId="0" sldId="2147483647"/>
            <ac:spMk id="2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44A54E-C7B7-F14C-8637-DF7D3951C9F0}" type="datetimeFigureOut">
              <a:rPr lang="en-US" smtClean="0"/>
              <a:t>9/11/26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EB7EB4-35EB-5A4C-9045-696762C1AAEF}" type="slidenum">
              <a:rPr lang="en-US" smtClean="0"/>
              <a:t>‹#›</a:t>
            </a:fld>
            <a:endParaRPr lang="en-US"/>
          </a:p>
        </p:txBody>
      </p:sp>
    </p:spTree>
    <p:extLst>
      <p:ext uri="{BB962C8B-B14F-4D97-AF65-F5344CB8AC3E}">
        <p14:creationId xmlns:p14="http://schemas.microsoft.com/office/powerpoint/2010/main" val="12111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Onepag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40BFF-79AA-3D53-12EC-2CEB7A02A90F}"/>
              </a:ext>
            </a:extLst>
          </p:cNvPr>
          <p:cNvSpPr/>
          <p:nvPr userDrawn="1"/>
        </p:nvSpPr>
        <p:spPr>
          <a:xfrm>
            <a:off x="6020401" y="-1339"/>
            <a:ext cx="6171598" cy="6858000"/>
          </a:xfrm>
          <a:prstGeom prst="rect">
            <a:avLst/>
          </a:prstGeom>
          <a:blipFill>
            <a:blip r:embed="rId2" cstate="screen">
              <a:extLst>
                <a:ext uri="{BEBA8EAE-BF5A-486C-A8C5-ECC9F3942E4B}">
                  <a14:imgProps xmlns:a14="http://schemas.microsoft.com/office/drawing/2010/main">
                    <a14:imgLayer r:embed="rId3">
                      <a14:imgEffect>
                        <a14:brightnessContrast bright="100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eplica LL TT" panose="020B0504010101010104" pitchFamily="34" charset="77"/>
              <a:ea typeface="+mn-ea"/>
              <a:cs typeface="+mn-cs"/>
            </a:endParaRPr>
          </a:p>
        </p:txBody>
      </p:sp>
      <p:sp>
        <p:nvSpPr>
          <p:cNvPr id="26" name="Slide Number Placeholder 4">
            <a:extLst>
              <a:ext uri="{FF2B5EF4-FFF2-40B4-BE49-F238E27FC236}">
                <a16:creationId xmlns:a16="http://schemas.microsoft.com/office/drawing/2014/main" id="{14DDD308-0317-3E36-6C73-374E60AB9469}"/>
              </a:ext>
            </a:extLst>
          </p:cNvPr>
          <p:cNvSpPr txBox="1">
            <a:spLocks/>
          </p:cNvSpPr>
          <p:nvPr userDrawn="1"/>
        </p:nvSpPr>
        <p:spPr>
          <a:xfrm>
            <a:off x="11203487" y="238888"/>
            <a:ext cx="694965"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800" b="0" i="0" u="none" strike="noStrike" kern="1200" cap="none" spc="0" normalizeH="0" baseline="0" noProof="0" smtClean="0">
                <a:ln>
                  <a:noFill/>
                </a:ln>
                <a:solidFill>
                  <a:srgbClr val="26282B">
                    <a:lumMod val="90000"/>
                    <a:lumOff val="10000"/>
                  </a:srgbClr>
                </a:solidFill>
                <a:effectLst/>
                <a:uLnTx/>
                <a:uFillTx/>
                <a:latin typeface="Roboto Mono Medium" pitchFamily="49" charset="0"/>
                <a:ea typeface="Roboto Mono Medium" pitchFamily="49" charset="0"/>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26282B">
                  <a:lumMod val="90000"/>
                  <a:lumOff val="10000"/>
                </a:srgbClr>
              </a:solidFill>
              <a:effectLst/>
              <a:uLnTx/>
              <a:uFillTx/>
              <a:latin typeface="Roboto Mono Medium" pitchFamily="49" charset="0"/>
              <a:ea typeface="Roboto Mono Medium" pitchFamily="49" charset="0"/>
              <a:cs typeface="+mn-cs"/>
            </a:endParaRPr>
          </a:p>
        </p:txBody>
      </p:sp>
      <p:sp>
        <p:nvSpPr>
          <p:cNvPr id="2" name="Title 1">
            <a:extLst>
              <a:ext uri="{FF2B5EF4-FFF2-40B4-BE49-F238E27FC236}">
                <a16:creationId xmlns:a16="http://schemas.microsoft.com/office/drawing/2014/main" id="{049EE3DA-A65D-93E7-9E9C-CFE35775A1F7}"/>
              </a:ext>
            </a:extLst>
          </p:cNvPr>
          <p:cNvSpPr>
            <a:spLocks noGrp="1"/>
          </p:cNvSpPr>
          <p:nvPr>
            <p:ph type="title" hasCustomPrompt="1"/>
          </p:nvPr>
        </p:nvSpPr>
        <p:spPr>
          <a:xfrm>
            <a:off x="269946" y="1070110"/>
            <a:ext cx="5379381" cy="644390"/>
          </a:xfrm>
          <a:prstGeom prst="rect">
            <a:avLst/>
          </a:prstGeom>
        </p:spPr>
        <p:txBody>
          <a:bodyPr anchor="t">
            <a:noAutofit/>
          </a:bodyPr>
          <a:lstStyle>
            <a:lvl1pPr>
              <a:lnSpc>
                <a:spcPct val="90000"/>
              </a:lnSpc>
              <a:spcAft>
                <a:spcPts val="600"/>
              </a:spcAft>
              <a:defRPr sz="3000" cap="none" baseline="0">
                <a:latin typeface="+mj-lt"/>
              </a:defRPr>
            </a:lvl1pPr>
          </a:lstStyle>
          <a:p>
            <a:r>
              <a:rPr lang="en-US"/>
              <a:t>Click to edit master title style</a:t>
            </a:r>
          </a:p>
        </p:txBody>
      </p:sp>
      <p:grpSp>
        <p:nvGrpSpPr>
          <p:cNvPr id="10" name="futter">
            <a:extLst>
              <a:ext uri="{FF2B5EF4-FFF2-40B4-BE49-F238E27FC236}">
                <a16:creationId xmlns:a16="http://schemas.microsoft.com/office/drawing/2014/main" id="{7075A4A4-068C-CD7D-8EE3-A61C94BD2968}"/>
              </a:ext>
            </a:extLst>
          </p:cNvPr>
          <p:cNvGrpSpPr/>
          <p:nvPr userDrawn="1"/>
        </p:nvGrpSpPr>
        <p:grpSpPr>
          <a:xfrm>
            <a:off x="380996" y="6469464"/>
            <a:ext cx="11429943" cy="217031"/>
            <a:chOff x="380897" y="6469462"/>
            <a:chExt cx="11426966" cy="217031"/>
          </a:xfrm>
        </p:grpSpPr>
        <p:pic>
          <p:nvPicPr>
            <p:cNvPr id="11" name="Image 10" descr=" ">
              <a:extLst>
                <a:ext uri="{FF2B5EF4-FFF2-40B4-BE49-F238E27FC236}">
                  <a16:creationId xmlns:a16="http://schemas.microsoft.com/office/drawing/2014/main" id="{A95AFA94-DCAB-5EA0-07E3-06FC0942E2C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0899" y="6469462"/>
              <a:ext cx="11426964" cy="6348"/>
            </a:xfrm>
            <a:prstGeom prst="rect">
              <a:avLst/>
            </a:prstGeom>
          </p:spPr>
        </p:pic>
        <p:sp>
          <p:nvSpPr>
            <p:cNvPr id="12" name="Text 10">
              <a:extLst>
                <a:ext uri="{FF2B5EF4-FFF2-40B4-BE49-F238E27FC236}">
                  <a16:creationId xmlns:a16="http://schemas.microsoft.com/office/drawing/2014/main" id="{4AC30EF6-993D-9D4B-2C8D-B7BFAECF7157}"/>
                </a:ext>
              </a:extLst>
            </p:cNvPr>
            <p:cNvSpPr/>
            <p:nvPr userDrawn="1"/>
          </p:nvSpPr>
          <p:spPr>
            <a:xfrm>
              <a:off x="380897" y="6539285"/>
              <a:ext cx="1853255" cy="147208"/>
            </a:xfrm>
            <a:prstGeom prst="rect">
              <a:avLst/>
            </a:prstGeom>
            <a:noFill/>
            <a:ln/>
          </p:spPr>
          <p:txBody>
            <a:bodyPr wrap="square" lIns="0" tIns="0" rIns="0" bIns="0" rtlCol="0" anchor="t"/>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800" b="0" i="0" u="none" strike="noStrike" kern="1200" cap="none" spc="0" normalizeH="0" baseline="0" noProof="0">
                  <a:ln>
                    <a:noFill/>
                  </a:ln>
                  <a:solidFill>
                    <a:srgbClr val="717A81">
                      <a:alpha val="100000"/>
                    </a:srgbClr>
                  </a:solidFill>
                  <a:effectLst/>
                  <a:uLnTx/>
                  <a:uFillTx/>
                  <a:latin typeface="Roboto Mono Regular" pitchFamily="34" charset="0"/>
                  <a:ea typeface="Roboto Mono Regular" pitchFamily="34" charset="-122"/>
                  <a:cs typeface="Roboto Mono Regular" pitchFamily="34" charset="-120"/>
                </a:rPr>
                <a:t>SoftServe Confidential</a:t>
              </a:r>
              <a:endParaRPr kumimoji="0" lang="en-US" sz="800" b="0" i="0" u="none" strike="noStrike" kern="1200" cap="none" spc="0" normalizeH="0" baseline="0" noProof="0">
                <a:ln>
                  <a:noFill/>
                </a:ln>
                <a:solidFill>
                  <a:srgbClr val="000000"/>
                </a:solidFill>
                <a:effectLst/>
                <a:uLnTx/>
                <a:uFillTx/>
                <a:latin typeface="Replica LL TT" panose="020B0504010101010104" pitchFamily="34" charset="77"/>
                <a:ea typeface="+mn-ea"/>
                <a:cs typeface="+mn-cs"/>
              </a:endParaRPr>
            </a:p>
          </p:txBody>
        </p:sp>
      </p:grpSp>
      <p:sp>
        <p:nvSpPr>
          <p:cNvPr id="4" name="Online Image Placeholder 3">
            <a:extLst>
              <a:ext uri="{FF2B5EF4-FFF2-40B4-BE49-F238E27FC236}">
                <a16:creationId xmlns:a16="http://schemas.microsoft.com/office/drawing/2014/main" id="{24A67849-A1B6-2094-791E-F81DAF4E5FFB}"/>
              </a:ext>
            </a:extLst>
          </p:cNvPr>
          <p:cNvSpPr>
            <a:spLocks noGrp="1"/>
          </p:cNvSpPr>
          <p:nvPr>
            <p:ph type="clipArt" sz="quarter" idx="35"/>
          </p:nvPr>
        </p:nvSpPr>
        <p:spPr>
          <a:xfrm>
            <a:off x="6349700" y="641350"/>
            <a:ext cx="5453262" cy="5672138"/>
          </a:xfrm>
          <a:prstGeom prst="rect">
            <a:avLst/>
          </a:prstGeom>
        </p:spPr>
        <p:txBody>
          <a:bodyPr/>
          <a:lstStyle/>
          <a:p>
            <a:endParaRPr lang="en-PL"/>
          </a:p>
        </p:txBody>
      </p:sp>
      <p:sp>
        <p:nvSpPr>
          <p:cNvPr id="9" name="Text Placeholder 8">
            <a:extLst>
              <a:ext uri="{FF2B5EF4-FFF2-40B4-BE49-F238E27FC236}">
                <a16:creationId xmlns:a16="http://schemas.microsoft.com/office/drawing/2014/main" id="{85B81D90-129F-975A-C4F4-A12D021036DE}"/>
              </a:ext>
            </a:extLst>
          </p:cNvPr>
          <p:cNvSpPr>
            <a:spLocks noGrp="1"/>
          </p:cNvSpPr>
          <p:nvPr>
            <p:ph type="body" sz="quarter" idx="36" hasCustomPrompt="1"/>
          </p:nvPr>
        </p:nvSpPr>
        <p:spPr>
          <a:xfrm>
            <a:off x="1458886" y="2565573"/>
            <a:ext cx="4202026" cy="279400"/>
          </a:xfrm>
          <a:prstGeom prst="rect">
            <a:avLst/>
          </a:prstGeom>
        </p:spPr>
        <p:txBody>
          <a:bodyPr/>
          <a:lstStyle>
            <a:lvl1pPr>
              <a:buNone/>
              <a:defRPr sz="1200"/>
            </a:lvl1pPr>
          </a:lstStyle>
          <a:p>
            <a:pPr lvl="0"/>
            <a:r>
              <a:rPr lang="en-GB"/>
              <a:t>BUSINESS CHALLENGE</a:t>
            </a:r>
            <a:endParaRPr lang="en-PL"/>
          </a:p>
        </p:txBody>
      </p:sp>
      <p:sp>
        <p:nvSpPr>
          <p:cNvPr id="13" name="Text Placeholder 11">
            <a:extLst>
              <a:ext uri="{FF2B5EF4-FFF2-40B4-BE49-F238E27FC236}">
                <a16:creationId xmlns:a16="http://schemas.microsoft.com/office/drawing/2014/main" id="{64AF70FE-D0FF-90A4-3D6A-76FE9589A0CD}"/>
              </a:ext>
            </a:extLst>
          </p:cNvPr>
          <p:cNvSpPr>
            <a:spLocks noGrp="1"/>
          </p:cNvSpPr>
          <p:nvPr>
            <p:ph type="body" sz="quarter" idx="40"/>
          </p:nvPr>
        </p:nvSpPr>
        <p:spPr>
          <a:xfrm>
            <a:off x="1468078" y="2822994"/>
            <a:ext cx="4216285" cy="358009"/>
          </a:xfrm>
          <a:prstGeom prst="rect">
            <a:avLst/>
          </a:prstGeom>
        </p:spPr>
        <p:txBody>
          <a:bodyPr/>
          <a:lstStyle>
            <a:lvl1pPr marL="0" indent="0">
              <a:lnSpc>
                <a:spcPct val="100000"/>
              </a:lnSpc>
              <a:spcBef>
                <a:spcPts val="0"/>
              </a:spcBef>
              <a:buNone/>
              <a:tabLst/>
              <a:defRPr sz="800" b="0" i="0" cap="none" baseline="0">
                <a:latin typeface="+mn-lt"/>
              </a:defRPr>
            </a:lvl1pPr>
            <a:lvl2pPr>
              <a:buNone/>
              <a:defRPr/>
            </a:lvl2pPr>
            <a:lvl3pPr>
              <a:buNone/>
              <a:defRPr/>
            </a:lvl3pPr>
            <a:lvl4pPr>
              <a:buNone/>
              <a:defRPr/>
            </a:lvl4pPr>
            <a:lvl5pPr>
              <a:buNone/>
              <a:defRPr/>
            </a:lvl5pPr>
          </a:lstStyle>
          <a:p>
            <a:pPr lvl="0"/>
            <a:r>
              <a:rPr lang="en-US"/>
              <a:t>Click to edit Master text styles</a:t>
            </a:r>
          </a:p>
        </p:txBody>
      </p:sp>
      <p:sp>
        <p:nvSpPr>
          <p:cNvPr id="16" name="Text Placeholder 8">
            <a:extLst>
              <a:ext uri="{FF2B5EF4-FFF2-40B4-BE49-F238E27FC236}">
                <a16:creationId xmlns:a16="http://schemas.microsoft.com/office/drawing/2014/main" id="{9EAEB40C-2303-123B-3EEB-DB4EB244376D}"/>
              </a:ext>
            </a:extLst>
          </p:cNvPr>
          <p:cNvSpPr>
            <a:spLocks noGrp="1"/>
          </p:cNvSpPr>
          <p:nvPr>
            <p:ph type="body" sz="quarter" idx="41" hasCustomPrompt="1"/>
          </p:nvPr>
        </p:nvSpPr>
        <p:spPr>
          <a:xfrm>
            <a:off x="1458886" y="3919581"/>
            <a:ext cx="4202026" cy="279400"/>
          </a:xfrm>
          <a:prstGeom prst="rect">
            <a:avLst/>
          </a:prstGeom>
        </p:spPr>
        <p:txBody>
          <a:bodyPr/>
          <a:lstStyle>
            <a:lvl1pPr>
              <a:buNone/>
              <a:defRPr sz="1200"/>
            </a:lvl1pPr>
          </a:lstStyle>
          <a:p>
            <a:pPr lvl="0"/>
            <a:r>
              <a:rPr lang="en-GB"/>
              <a:t>SOLUTION</a:t>
            </a:r>
            <a:endParaRPr lang="en-PL"/>
          </a:p>
        </p:txBody>
      </p:sp>
      <p:sp>
        <p:nvSpPr>
          <p:cNvPr id="17" name="Text Placeholder 11">
            <a:extLst>
              <a:ext uri="{FF2B5EF4-FFF2-40B4-BE49-F238E27FC236}">
                <a16:creationId xmlns:a16="http://schemas.microsoft.com/office/drawing/2014/main" id="{8FB1E983-B396-BFE4-A339-DD4EC15E4029}"/>
              </a:ext>
            </a:extLst>
          </p:cNvPr>
          <p:cNvSpPr>
            <a:spLocks noGrp="1"/>
          </p:cNvSpPr>
          <p:nvPr>
            <p:ph type="body" sz="quarter" idx="42"/>
          </p:nvPr>
        </p:nvSpPr>
        <p:spPr>
          <a:xfrm>
            <a:off x="1468078" y="4177001"/>
            <a:ext cx="4216285" cy="358009"/>
          </a:xfrm>
          <a:prstGeom prst="rect">
            <a:avLst/>
          </a:prstGeom>
        </p:spPr>
        <p:txBody>
          <a:bodyPr/>
          <a:lstStyle>
            <a:lvl1pPr marL="0" indent="0">
              <a:lnSpc>
                <a:spcPct val="100000"/>
              </a:lnSpc>
              <a:spcBef>
                <a:spcPts val="0"/>
              </a:spcBef>
              <a:buNone/>
              <a:tabLst/>
              <a:defRPr sz="800" b="0" i="0" cap="none" baseline="0">
                <a:latin typeface="+mn-lt"/>
              </a:defRPr>
            </a:lvl1pPr>
            <a:lvl2pPr>
              <a:buNone/>
              <a:defRPr/>
            </a:lvl2pPr>
            <a:lvl3pPr>
              <a:buNone/>
              <a:defRPr/>
            </a:lvl3pPr>
            <a:lvl4pPr>
              <a:buNone/>
              <a:defRPr/>
            </a:lvl4pPr>
            <a:lvl5pPr>
              <a:buNone/>
              <a:defRPr/>
            </a:lvl5pPr>
          </a:lstStyle>
          <a:p>
            <a:pPr lvl="0"/>
            <a:r>
              <a:rPr lang="en-US"/>
              <a:t>Click to edit Master text styles</a:t>
            </a:r>
          </a:p>
        </p:txBody>
      </p:sp>
      <p:sp>
        <p:nvSpPr>
          <p:cNvPr id="209" name="Text Placeholder 11">
            <a:extLst>
              <a:ext uri="{FF2B5EF4-FFF2-40B4-BE49-F238E27FC236}">
                <a16:creationId xmlns:a16="http://schemas.microsoft.com/office/drawing/2014/main" id="{D2D4A3EA-7FA6-1E97-EDEB-572C8A56974A}"/>
              </a:ext>
            </a:extLst>
          </p:cNvPr>
          <p:cNvSpPr>
            <a:spLocks noGrp="1"/>
          </p:cNvSpPr>
          <p:nvPr>
            <p:ph type="body" sz="quarter" idx="34" hasCustomPrompt="1"/>
          </p:nvPr>
        </p:nvSpPr>
        <p:spPr>
          <a:xfrm>
            <a:off x="6076719" y="317926"/>
            <a:ext cx="5007413" cy="206660"/>
          </a:xfrm>
          <a:prstGeom prst="rect">
            <a:avLst/>
          </a:prstGeom>
        </p:spPr>
        <p:txBody>
          <a:bodyPr/>
          <a:lstStyle>
            <a:lvl1pPr marL="0" indent="0">
              <a:lnSpc>
                <a:spcPct val="100000"/>
              </a:lnSpc>
              <a:spcBef>
                <a:spcPts val="0"/>
              </a:spcBef>
              <a:buNone/>
              <a:tabLst/>
              <a:defRPr sz="800" b="0" i="0" cap="none" baseline="0">
                <a:solidFill>
                  <a:schemeClr val="tx2">
                    <a:lumMod val="90000"/>
                    <a:lumOff val="10000"/>
                  </a:schemeClr>
                </a:solidFill>
                <a:latin typeface="Roboto Mono Medium" pitchFamily="49" charset="0"/>
                <a:ea typeface="Roboto Mono Medium" pitchFamily="49" charset="0"/>
              </a:defRPr>
            </a:lvl1pPr>
            <a:lvl2pPr>
              <a:buNone/>
              <a:defRPr/>
            </a:lvl2pPr>
            <a:lvl3pPr>
              <a:buNone/>
              <a:defRPr/>
            </a:lvl3pPr>
            <a:lvl4pPr>
              <a:buNone/>
              <a:defRPr/>
            </a:lvl4pPr>
            <a:lvl5pPr>
              <a:buNone/>
              <a:defRPr/>
            </a:lvl5pPr>
          </a:lstStyle>
          <a:p>
            <a:pPr lvl="0"/>
            <a:r>
              <a:rPr lang="en-US"/>
              <a:t>Presentation or Section name</a:t>
            </a:r>
          </a:p>
        </p:txBody>
      </p:sp>
    </p:spTree>
    <p:extLst>
      <p:ext uri="{BB962C8B-B14F-4D97-AF65-F5344CB8AC3E}">
        <p14:creationId xmlns:p14="http://schemas.microsoft.com/office/powerpoint/2010/main" val="1583986363"/>
      </p:ext>
    </p:extLst>
  </p:cSld>
  <p:clrMapOvr>
    <a:masterClrMapping/>
  </p:clrMapOvr>
  <p:hf sldNum="0" hdr="0" ftr="0" dt="0"/>
  <p:extLst>
    <p:ext uri="{DCECCB84-F9BA-43D5-87BE-67443E8EF086}">
      <p15:sldGuideLst xmlns:p15="http://schemas.microsoft.com/office/powerpoint/2012/main">
        <p15:guide id="1" pos="233">
          <p15:clr>
            <a:srgbClr val="FBAE40"/>
          </p15:clr>
        </p15:guide>
        <p15:guide id="2" pos="3975">
          <p15:clr>
            <a:srgbClr val="FBAE40"/>
          </p15:clr>
        </p15:guide>
        <p15:guide id="3" pos="913">
          <p15:clr>
            <a:srgbClr val="FBAE40"/>
          </p15:clr>
        </p15:guide>
        <p15:guide id="4" orient="horz" pos="1956">
          <p15:clr>
            <a:srgbClr val="FBAE40"/>
          </p15:clr>
        </p15:guide>
        <p15:guide id="5" orient="horz" pos="14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Onepager">
    <p:spTree>
      <p:nvGrpSpPr>
        <p:cNvPr id="1" name=""/>
        <p:cNvGrpSpPr/>
        <p:nvPr/>
      </p:nvGrpSpPr>
      <p:grpSpPr>
        <a:xfrm>
          <a:off x="0" y="0"/>
          <a:ext cx="0" cy="0"/>
          <a:chOff x="0" y="0"/>
          <a:chExt cx="0" cy="0"/>
        </a:xfrm>
      </p:grpSpPr>
      <p:sp>
        <p:nvSpPr>
          <p:cNvPr id="26" name="Slide Number Placeholder 4">
            <a:extLst>
              <a:ext uri="{FF2B5EF4-FFF2-40B4-BE49-F238E27FC236}">
                <a16:creationId xmlns:a16="http://schemas.microsoft.com/office/drawing/2014/main" id="{14DDD308-0317-3E36-6C73-374E60AB9469}"/>
              </a:ext>
            </a:extLst>
          </p:cNvPr>
          <p:cNvSpPr txBox="1">
            <a:spLocks/>
          </p:cNvSpPr>
          <p:nvPr userDrawn="1"/>
        </p:nvSpPr>
        <p:spPr>
          <a:xfrm>
            <a:off x="11203487" y="238888"/>
            <a:ext cx="694965"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800" b="0" i="0" u="none" strike="noStrike" kern="1200" cap="none" spc="0" normalizeH="0" baseline="0" noProof="0" smtClean="0">
                <a:ln>
                  <a:noFill/>
                </a:ln>
                <a:solidFill>
                  <a:srgbClr val="26282B">
                    <a:lumMod val="90000"/>
                    <a:lumOff val="10000"/>
                  </a:srgbClr>
                </a:solidFill>
                <a:effectLst/>
                <a:uLnTx/>
                <a:uFillTx/>
                <a:latin typeface="Roboto Mono Medium" pitchFamily="49" charset="0"/>
                <a:ea typeface="Roboto Mono Medium" pitchFamily="49" charset="0"/>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26282B">
                  <a:lumMod val="90000"/>
                  <a:lumOff val="10000"/>
                </a:srgbClr>
              </a:solidFill>
              <a:effectLst/>
              <a:uLnTx/>
              <a:uFillTx/>
              <a:latin typeface="Roboto Mono Medium" pitchFamily="49" charset="0"/>
              <a:ea typeface="Roboto Mono Medium" pitchFamily="49" charset="0"/>
              <a:cs typeface="+mn-cs"/>
            </a:endParaRPr>
          </a:p>
        </p:txBody>
      </p:sp>
      <p:sp>
        <p:nvSpPr>
          <p:cNvPr id="2" name="Title 1">
            <a:extLst>
              <a:ext uri="{FF2B5EF4-FFF2-40B4-BE49-F238E27FC236}">
                <a16:creationId xmlns:a16="http://schemas.microsoft.com/office/drawing/2014/main" id="{049EE3DA-A65D-93E7-9E9C-CFE35775A1F7}"/>
              </a:ext>
            </a:extLst>
          </p:cNvPr>
          <p:cNvSpPr>
            <a:spLocks noGrp="1"/>
          </p:cNvSpPr>
          <p:nvPr>
            <p:ph type="title" hasCustomPrompt="1"/>
          </p:nvPr>
        </p:nvSpPr>
        <p:spPr>
          <a:xfrm>
            <a:off x="269946" y="1070110"/>
            <a:ext cx="5379381" cy="644390"/>
          </a:xfrm>
          <a:prstGeom prst="rect">
            <a:avLst/>
          </a:prstGeom>
        </p:spPr>
        <p:txBody>
          <a:bodyPr anchor="t">
            <a:noAutofit/>
          </a:bodyPr>
          <a:lstStyle>
            <a:lvl1pPr>
              <a:lnSpc>
                <a:spcPct val="90000"/>
              </a:lnSpc>
              <a:spcAft>
                <a:spcPts val="600"/>
              </a:spcAft>
              <a:defRPr sz="3000" cap="none" baseline="0">
                <a:latin typeface="+mj-lt"/>
              </a:defRPr>
            </a:lvl1pPr>
          </a:lstStyle>
          <a:p>
            <a:r>
              <a:rPr lang="en-US"/>
              <a:t>Click to edit master title style</a:t>
            </a:r>
          </a:p>
        </p:txBody>
      </p:sp>
      <p:grpSp>
        <p:nvGrpSpPr>
          <p:cNvPr id="10" name="futter">
            <a:extLst>
              <a:ext uri="{FF2B5EF4-FFF2-40B4-BE49-F238E27FC236}">
                <a16:creationId xmlns:a16="http://schemas.microsoft.com/office/drawing/2014/main" id="{7075A4A4-068C-CD7D-8EE3-A61C94BD2968}"/>
              </a:ext>
            </a:extLst>
          </p:cNvPr>
          <p:cNvGrpSpPr/>
          <p:nvPr userDrawn="1"/>
        </p:nvGrpSpPr>
        <p:grpSpPr>
          <a:xfrm>
            <a:off x="380996" y="6469464"/>
            <a:ext cx="11429943" cy="217031"/>
            <a:chOff x="380897" y="6469462"/>
            <a:chExt cx="11426966" cy="217031"/>
          </a:xfrm>
        </p:grpSpPr>
        <p:pic>
          <p:nvPicPr>
            <p:cNvPr id="11" name="Image 10" descr=" ">
              <a:extLst>
                <a:ext uri="{FF2B5EF4-FFF2-40B4-BE49-F238E27FC236}">
                  <a16:creationId xmlns:a16="http://schemas.microsoft.com/office/drawing/2014/main" id="{A95AFA94-DCAB-5EA0-07E3-06FC0942E2C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0899" y="6469462"/>
              <a:ext cx="11426964" cy="6348"/>
            </a:xfrm>
            <a:prstGeom prst="rect">
              <a:avLst/>
            </a:prstGeom>
          </p:spPr>
        </p:pic>
        <p:sp>
          <p:nvSpPr>
            <p:cNvPr id="12" name="Text 10">
              <a:extLst>
                <a:ext uri="{FF2B5EF4-FFF2-40B4-BE49-F238E27FC236}">
                  <a16:creationId xmlns:a16="http://schemas.microsoft.com/office/drawing/2014/main" id="{4AC30EF6-993D-9D4B-2C8D-B7BFAECF7157}"/>
                </a:ext>
              </a:extLst>
            </p:cNvPr>
            <p:cNvSpPr/>
            <p:nvPr userDrawn="1"/>
          </p:nvSpPr>
          <p:spPr>
            <a:xfrm>
              <a:off x="380897" y="6539285"/>
              <a:ext cx="1853255" cy="147208"/>
            </a:xfrm>
            <a:prstGeom prst="rect">
              <a:avLst/>
            </a:prstGeom>
            <a:noFill/>
            <a:ln/>
          </p:spPr>
          <p:txBody>
            <a:bodyPr wrap="square" lIns="0" tIns="0" rIns="0" bIns="0" rtlCol="0" anchor="t"/>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800" b="0" i="0" u="none" strike="noStrike" kern="1200" cap="none" spc="0" normalizeH="0" baseline="0" noProof="0">
                  <a:ln>
                    <a:noFill/>
                  </a:ln>
                  <a:solidFill>
                    <a:srgbClr val="717A81">
                      <a:alpha val="100000"/>
                    </a:srgbClr>
                  </a:solidFill>
                  <a:effectLst/>
                  <a:uLnTx/>
                  <a:uFillTx/>
                  <a:latin typeface="Roboto Mono Regular" pitchFamily="34" charset="0"/>
                  <a:ea typeface="Roboto Mono Regular" pitchFamily="34" charset="-122"/>
                  <a:cs typeface="Roboto Mono Regular" pitchFamily="34" charset="-120"/>
                </a:rPr>
                <a:t>SoftServe Confidential</a:t>
              </a:r>
              <a:endParaRPr kumimoji="0" lang="en-US" sz="800" b="0" i="0" u="none" strike="noStrike" kern="1200" cap="none" spc="0" normalizeH="0" baseline="0" noProof="0">
                <a:ln>
                  <a:noFill/>
                </a:ln>
                <a:solidFill>
                  <a:srgbClr val="000000"/>
                </a:solidFill>
                <a:effectLst/>
                <a:uLnTx/>
                <a:uFillTx/>
                <a:latin typeface="Replica LL TT" panose="020B0504010101010104" pitchFamily="34" charset="77"/>
                <a:ea typeface="+mn-ea"/>
                <a:cs typeface="+mn-cs"/>
              </a:endParaRPr>
            </a:p>
          </p:txBody>
        </p:sp>
      </p:grpSp>
      <p:sp>
        <p:nvSpPr>
          <p:cNvPr id="209" name="Text Placeholder 11">
            <a:extLst>
              <a:ext uri="{FF2B5EF4-FFF2-40B4-BE49-F238E27FC236}">
                <a16:creationId xmlns:a16="http://schemas.microsoft.com/office/drawing/2014/main" id="{D2D4A3EA-7FA6-1E97-EDEB-572C8A56974A}"/>
              </a:ext>
            </a:extLst>
          </p:cNvPr>
          <p:cNvSpPr>
            <a:spLocks noGrp="1"/>
          </p:cNvSpPr>
          <p:nvPr>
            <p:ph type="body" sz="quarter" idx="34" hasCustomPrompt="1"/>
          </p:nvPr>
        </p:nvSpPr>
        <p:spPr>
          <a:xfrm>
            <a:off x="6076719" y="317926"/>
            <a:ext cx="5007413" cy="206660"/>
          </a:xfrm>
          <a:prstGeom prst="rect">
            <a:avLst/>
          </a:prstGeom>
        </p:spPr>
        <p:txBody>
          <a:bodyPr/>
          <a:lstStyle>
            <a:lvl1pPr marL="0" indent="0">
              <a:lnSpc>
                <a:spcPct val="100000"/>
              </a:lnSpc>
              <a:spcBef>
                <a:spcPts val="0"/>
              </a:spcBef>
              <a:buNone/>
              <a:tabLst/>
              <a:defRPr sz="800" b="0" i="0" cap="none" baseline="0">
                <a:solidFill>
                  <a:schemeClr val="tx2">
                    <a:lumMod val="90000"/>
                    <a:lumOff val="10000"/>
                  </a:schemeClr>
                </a:solidFill>
                <a:latin typeface="Roboto Mono Medium" pitchFamily="49" charset="0"/>
                <a:ea typeface="Roboto Mono Medium" pitchFamily="49" charset="0"/>
              </a:defRPr>
            </a:lvl1pPr>
            <a:lvl2pPr>
              <a:buNone/>
              <a:defRPr/>
            </a:lvl2pPr>
            <a:lvl3pPr>
              <a:buNone/>
              <a:defRPr/>
            </a:lvl3pPr>
            <a:lvl4pPr>
              <a:buNone/>
              <a:defRPr/>
            </a:lvl4pPr>
            <a:lvl5pPr>
              <a:buNone/>
              <a:defRPr/>
            </a:lvl5pPr>
          </a:lstStyle>
          <a:p>
            <a:pPr lvl="0"/>
            <a:r>
              <a:rPr lang="en-US"/>
              <a:t>Presentation or Section name</a:t>
            </a:r>
          </a:p>
        </p:txBody>
      </p:sp>
    </p:spTree>
    <p:extLst>
      <p:ext uri="{BB962C8B-B14F-4D97-AF65-F5344CB8AC3E}">
        <p14:creationId xmlns:p14="http://schemas.microsoft.com/office/powerpoint/2010/main" val="2896889425"/>
      </p:ext>
    </p:extLst>
  </p:cSld>
  <p:clrMapOvr>
    <a:masterClrMapping/>
  </p:clrMapOvr>
  <p:hf sldNum="0" hdr="0" ftr="0" dt="0"/>
  <p:extLst>
    <p:ext uri="{DCECCB84-F9BA-43D5-87BE-67443E8EF086}">
      <p15:sldGuideLst xmlns:p15="http://schemas.microsoft.com/office/powerpoint/2012/main">
        <p15:guide id="1" pos="233">
          <p15:clr>
            <a:srgbClr val="FBAE40"/>
          </p15:clr>
        </p15:guide>
        <p15:guide id="2" pos="3975">
          <p15:clr>
            <a:srgbClr val="FBAE40"/>
          </p15:clr>
        </p15:guide>
        <p15:guide id="3" pos="913">
          <p15:clr>
            <a:srgbClr val="FBAE40"/>
          </p15:clr>
        </p15:guide>
        <p15:guide id="4" orient="horz" pos="1956">
          <p15:clr>
            <a:srgbClr val="FBAE40"/>
          </p15:clr>
        </p15:guide>
        <p15:guide id="5" orient="horz" pos="14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1-Titl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C8A813-B1BF-6E5A-8437-DF9E0011A3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92"/>
            <a:ext cx="12193587" cy="6857107"/>
          </a:xfrm>
          <a:prstGeom prst="rect">
            <a:avLst/>
          </a:prstGeom>
        </p:spPr>
      </p:pic>
      <p:sp>
        <p:nvSpPr>
          <p:cNvPr id="11" name="Text Placeholder 10">
            <a:extLst>
              <a:ext uri="{FF2B5EF4-FFF2-40B4-BE49-F238E27FC236}">
                <a16:creationId xmlns:a16="http://schemas.microsoft.com/office/drawing/2014/main" id="{43E023D7-8157-6D10-8C5E-90ACE80EDF97}"/>
              </a:ext>
            </a:extLst>
          </p:cNvPr>
          <p:cNvSpPr>
            <a:spLocks noGrp="1"/>
          </p:cNvSpPr>
          <p:nvPr>
            <p:ph type="body" sz="quarter" idx="12"/>
          </p:nvPr>
        </p:nvSpPr>
        <p:spPr>
          <a:xfrm>
            <a:off x="284468" y="3933435"/>
            <a:ext cx="4335231" cy="491993"/>
          </a:xfrm>
          <a:prstGeom prst="rect">
            <a:avLst/>
          </a:prstGeom>
        </p:spPr>
        <p:txBody>
          <a:bodyPr/>
          <a:lstStyle>
            <a:lvl1pPr marL="0" indent="0">
              <a:spcBef>
                <a:spcPts val="0"/>
              </a:spcBef>
              <a:buNone/>
              <a:defRPr sz="1400" b="0" i="0" kern="600" cap="all" baseline="0">
                <a:solidFill>
                  <a:schemeClr val="bg1"/>
                </a:solidFill>
                <a:latin typeface="+mn-lt"/>
                <a:ea typeface="Roboto Mono Medium" pitchFamily="2" charset="0"/>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US"/>
              <a:t>Click to edit Master text styles</a:t>
            </a:r>
          </a:p>
        </p:txBody>
      </p:sp>
      <p:sp>
        <p:nvSpPr>
          <p:cNvPr id="30" name="Text Placeholder 29">
            <a:extLst>
              <a:ext uri="{FF2B5EF4-FFF2-40B4-BE49-F238E27FC236}">
                <a16:creationId xmlns:a16="http://schemas.microsoft.com/office/drawing/2014/main" id="{8BD96DD4-365F-A03F-DAD0-60B96CEF38E4}"/>
              </a:ext>
            </a:extLst>
          </p:cNvPr>
          <p:cNvSpPr>
            <a:spLocks noGrp="1"/>
          </p:cNvSpPr>
          <p:nvPr>
            <p:ph type="body" sz="quarter" idx="10"/>
          </p:nvPr>
        </p:nvSpPr>
        <p:spPr>
          <a:xfrm>
            <a:off x="284467" y="1664239"/>
            <a:ext cx="8412347" cy="1671072"/>
          </a:xfrm>
          <a:prstGeom prst="rect">
            <a:avLst/>
          </a:prstGeom>
        </p:spPr>
        <p:txBody>
          <a:bodyPr anchor="ctr">
            <a:noAutofit/>
          </a:bodyPr>
          <a:lstStyle>
            <a:lvl1pPr marL="0" indent="0">
              <a:spcBef>
                <a:spcPts val="0"/>
              </a:spcBef>
              <a:buNone/>
              <a:tabLst/>
              <a:defRPr sz="7200">
                <a:solidFill>
                  <a:schemeClr val="bg1"/>
                </a:solidFill>
                <a:latin typeface="+mj-lt"/>
              </a:defRPr>
            </a:lvl1pPr>
            <a:lvl2pPr>
              <a:buNone/>
              <a:defRPr>
                <a:solidFill>
                  <a:schemeClr val="bg1"/>
                </a:solidFill>
                <a:latin typeface="+mj-lt"/>
              </a:defRPr>
            </a:lvl2pPr>
            <a:lvl3pPr>
              <a:buNone/>
              <a:defRPr>
                <a:solidFill>
                  <a:schemeClr val="bg1"/>
                </a:solidFill>
                <a:latin typeface="+mj-lt"/>
              </a:defRPr>
            </a:lvl3pPr>
            <a:lvl4pPr>
              <a:buNone/>
              <a:defRPr>
                <a:solidFill>
                  <a:schemeClr val="bg1"/>
                </a:solidFill>
                <a:latin typeface="+mj-lt"/>
              </a:defRPr>
            </a:lvl4pPr>
            <a:lvl5pPr>
              <a:buNone/>
              <a:defRPr>
                <a:solidFill>
                  <a:schemeClr val="bg1"/>
                </a:solidFill>
                <a:latin typeface="+mj-lt"/>
              </a:defRPr>
            </a:lvl5pPr>
          </a:lstStyle>
          <a:p>
            <a:pPr lvl="0"/>
            <a:r>
              <a:rPr lang="en-US"/>
              <a:t>Click to edit Master text styles</a:t>
            </a:r>
          </a:p>
        </p:txBody>
      </p:sp>
      <p:pic>
        <p:nvPicPr>
          <p:cNvPr id="4" name="Logo">
            <a:extLst>
              <a:ext uri="{FF2B5EF4-FFF2-40B4-BE49-F238E27FC236}">
                <a16:creationId xmlns:a16="http://schemas.microsoft.com/office/drawing/2014/main" id="{14EB26AF-4085-566B-40DB-612F0654CD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0894" y="251167"/>
            <a:ext cx="2154887" cy="638319"/>
          </a:xfrm>
          <a:prstGeom prst="rect">
            <a:avLst/>
          </a:prstGeom>
        </p:spPr>
      </p:pic>
    </p:spTree>
    <p:extLst>
      <p:ext uri="{BB962C8B-B14F-4D97-AF65-F5344CB8AC3E}">
        <p14:creationId xmlns:p14="http://schemas.microsoft.com/office/powerpoint/2010/main" val="374200541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Title-text">
    <p:spTree>
      <p:nvGrpSpPr>
        <p:cNvPr id="1" name=""/>
        <p:cNvGrpSpPr/>
        <p:nvPr/>
      </p:nvGrpSpPr>
      <p:grpSpPr>
        <a:xfrm>
          <a:off x="0" y="0"/>
          <a:ext cx="0" cy="0"/>
          <a:chOff x="0" y="0"/>
          <a:chExt cx="0" cy="0"/>
        </a:xfrm>
      </p:grpSpPr>
      <p:sp>
        <p:nvSpPr>
          <p:cNvPr id="16" name="Slide Number Placeholder 4">
            <a:extLst>
              <a:ext uri="{FF2B5EF4-FFF2-40B4-BE49-F238E27FC236}">
                <a16:creationId xmlns:a16="http://schemas.microsoft.com/office/drawing/2014/main" id="{BF2E984C-CEF3-E6F8-01A2-211F9FA8EB7A}"/>
              </a:ext>
            </a:extLst>
          </p:cNvPr>
          <p:cNvSpPr>
            <a:spLocks noGrp="1"/>
          </p:cNvSpPr>
          <p:nvPr/>
        </p:nvSpPr>
        <p:spPr>
          <a:xfrm>
            <a:off x="11203486" y="238887"/>
            <a:ext cx="694965" cy="365125"/>
          </a:xfrm>
          <a:prstGeom prst="rect">
            <a:avLst/>
          </a:prstGeom>
        </p:spPr>
        <p:txBody>
          <a:bodyPr vert="horz" lIns="91464" tIns="45732" rIns="91464" bIns="45732" anchor="ctr"/>
          <a:lstStyle>
            <a:lvl1pPr marL="0" algn="r" defTabSz="457200">
              <a:buNone/>
              <a:defRPr sz="1200" kern="1200">
                <a:solidFill>
                  <a:schemeClr val="tx1">
                    <a:tint val="75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a:fld id="{48F63A3B-78C7-47BE-AE5E-E10140E04643}" type="slidenum">
              <a:rPr sz="800" b="0" i="0">
                <a:solidFill>
                  <a:srgbClr val="26292B"/>
                </a:solidFill>
                <a:latin typeface="Roboto Mono Medium"/>
                <a:ea typeface="Roboto Mono Medium"/>
                <a:cs typeface="Roboto Mono Medium"/>
              </a:rPr>
              <a:t>‹#›</a:t>
            </a:fld>
            <a:endParaRPr sz="800" b="0" i="0">
              <a:solidFill>
                <a:srgbClr val="26292B"/>
              </a:solidFill>
              <a:latin typeface="Roboto Mono Medium"/>
              <a:ea typeface="Roboto Mono Medium"/>
              <a:cs typeface="Roboto Mono Medium"/>
            </a:endParaRPr>
          </a:p>
        </p:txBody>
      </p:sp>
      <p:sp>
        <p:nvSpPr>
          <p:cNvPr id="5" name="Text Placeholder 11">
            <a:extLst>
              <a:ext uri="{FF2B5EF4-FFF2-40B4-BE49-F238E27FC236}">
                <a16:creationId xmlns:a16="http://schemas.microsoft.com/office/drawing/2014/main" id="{8BC63E74-E640-424A-7A6F-4AD6D7EDC646}"/>
              </a:ext>
            </a:extLst>
          </p:cNvPr>
          <p:cNvSpPr>
            <a:spLocks noGrp="1"/>
          </p:cNvSpPr>
          <p:nvPr>
            <p:ph type="body" idx="34" hasCustomPrompt="1"/>
          </p:nvPr>
        </p:nvSpPr>
        <p:spPr>
          <a:xfrm>
            <a:off x="6076718" y="317926"/>
            <a:ext cx="5007413" cy="206660"/>
          </a:xfrm>
          <a:prstGeom prst="rect">
            <a:avLst/>
          </a:prstGeom>
        </p:spPr>
        <p:txBody>
          <a:bodyPr>
            <a:noAutofit/>
          </a:bodyPr>
          <a:lstStyle>
            <a:lvl1pPr marL="0" indent="0">
              <a:lnSpc>
                <a:spcPct val="100000"/>
              </a:lnSpc>
              <a:spcBef>
                <a:spcPts val="0"/>
              </a:spcBef>
              <a:buNone/>
              <a:defRPr sz="800" b="0" i="0" cap="none" baseline="0">
                <a:solidFill>
                  <a:schemeClr val="tx2">
                    <a:lumMod val="90000"/>
                    <a:lumOff val="10000"/>
                  </a:schemeClr>
                </a:solidFill>
                <a:latin typeface="Roboto Mono Medium"/>
                <a:ea typeface="Roboto Mono Medium"/>
                <a:cs typeface="Roboto Mono Medium"/>
              </a:defRPr>
            </a:lvl1pPr>
            <a:lvl2pPr>
              <a:buNone/>
              <a:defRPr/>
            </a:lvl2pPr>
            <a:lvl3pPr>
              <a:buNone/>
              <a:defRPr/>
            </a:lvl3pPr>
            <a:lvl4pPr>
              <a:buNone/>
              <a:defRPr/>
            </a:lvl4pPr>
            <a:lvl5pPr>
              <a:buNone/>
              <a:defRPr/>
            </a:lvl5pPr>
          </a:lstStyle>
          <a:p>
            <a:pPr lvl="0">
              <a:buNone/>
            </a:pPr>
            <a:r>
              <a:t>Presentation or Section name</a:t>
            </a:r>
          </a:p>
        </p:txBody>
      </p:sp>
      <p:sp>
        <p:nvSpPr>
          <p:cNvPr id="7" name="Text Placeholder 2">
            <a:extLst>
              <a:ext uri="{FF2B5EF4-FFF2-40B4-BE49-F238E27FC236}">
                <a16:creationId xmlns:a16="http://schemas.microsoft.com/office/drawing/2014/main" id="{B054ABBB-A304-3972-A1C9-B9E0377AAC7C}"/>
              </a:ext>
            </a:extLst>
          </p:cNvPr>
          <p:cNvSpPr>
            <a:spLocks noGrp="1"/>
          </p:cNvSpPr>
          <p:nvPr>
            <p:ph idx="37"/>
          </p:nvPr>
        </p:nvSpPr>
        <p:spPr>
          <a:xfrm>
            <a:off x="284137" y="2844800"/>
            <a:ext cx="11526802" cy="3179763"/>
          </a:xfrm>
          <a:prstGeom prst="rect">
            <a:avLst/>
          </a:prstGeom>
        </p:spPr>
        <p:txBody>
          <a:bodyPr>
            <a:noAutofit/>
          </a:bodyPr>
          <a:lstStyle>
            <a:lvl1pPr marL="0" indent="0">
              <a:lnSpc>
                <a:spcPct val="100000"/>
              </a:lnSpc>
              <a:spcBef>
                <a:spcPts val="0"/>
              </a:spcBef>
              <a:spcAft>
                <a:spcPts val="1000"/>
              </a:spcAft>
              <a:buNone/>
              <a:defRPr sz="1400" b="0" i="0">
                <a:latin typeface="+mn-lt"/>
                <a:ea typeface="+mn-lt"/>
                <a:cs typeface="+mn-lt"/>
              </a:defRPr>
            </a:lvl1pPr>
            <a:lvl2pPr marL="0" indent="0">
              <a:buNone/>
              <a:defRPr sz="1400"/>
            </a:lvl2pPr>
            <a:lvl3pPr marL="0" indent="0">
              <a:buNone/>
              <a:defRPr sz="1400"/>
            </a:lvl3pPr>
            <a:lvl4pPr marL="0" indent="0">
              <a:buNone/>
              <a:defRPr sz="1400"/>
            </a:lvl4pPr>
            <a:lvl5pPr marL="0" indent="0">
              <a:buNone/>
              <a:defRPr sz="1400"/>
            </a:lvl5pPr>
          </a:lstStyle>
          <a:p>
            <a:pPr lvl="0">
              <a:buNone/>
            </a:pPr>
            <a:r>
              <a:t>Click to edit Master text styles</a:t>
            </a:r>
          </a:p>
        </p:txBody>
      </p:sp>
      <p:sp>
        <p:nvSpPr>
          <p:cNvPr id="2" name="Title 1">
            <a:extLst>
              <a:ext uri="{FF2B5EF4-FFF2-40B4-BE49-F238E27FC236}">
                <a16:creationId xmlns:a16="http://schemas.microsoft.com/office/drawing/2014/main" id="{CDDDC8D6-3D36-48E5-8AB2-3AF1240E7828}"/>
              </a:ext>
            </a:extLst>
          </p:cNvPr>
          <p:cNvSpPr>
            <a:spLocks noGrp="1"/>
          </p:cNvSpPr>
          <p:nvPr>
            <p:ph type="title" hasCustomPrompt="1"/>
          </p:nvPr>
        </p:nvSpPr>
        <p:spPr>
          <a:xfrm>
            <a:off x="279372" y="1081986"/>
            <a:ext cx="4132216" cy="850567"/>
          </a:xfrm>
          <a:prstGeom prst="rect">
            <a:avLst/>
          </a:prstGeom>
        </p:spPr>
        <p:txBody>
          <a:bodyPr anchor="t">
            <a:noAutofit/>
          </a:bodyPr>
          <a:lstStyle>
            <a:lvl1pPr>
              <a:lnSpc>
                <a:spcPct val="80000"/>
              </a:lnSpc>
              <a:buNone/>
              <a:defRPr sz="3001" b="0" i="0" cap="all" baseline="0">
                <a:latin typeface="+mn-lt"/>
                <a:ea typeface="+mn-lt"/>
                <a:cs typeface="+mn-lt"/>
              </a:defRPr>
            </a:lvl1pPr>
          </a:lstStyle>
          <a:p>
            <a:r>
              <a:t>CLICK TO EDIT MASTER TITLE STYLE</a:t>
            </a:r>
          </a:p>
        </p:txBody>
      </p:sp>
    </p:spTree>
    <p:extLst>
      <p:ext uri="{BB962C8B-B14F-4D97-AF65-F5344CB8AC3E}">
        <p14:creationId xmlns:p14="http://schemas.microsoft.com/office/powerpoint/2010/main" val="184004536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1-Title-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4047" y="1078992"/>
            <a:ext cx="11530584" cy="448056"/>
          </a:xfrm>
          <a:prstGeom prst="rect">
            <a:avLst/>
          </a:prstGeom>
        </p:spPr>
        <p:txBody>
          <a:bodyPr lIns="0" rIns="0" anchor="t">
            <a:noAutofit/>
          </a:bodyPr>
          <a:lstStyle>
            <a:lvl1pPr>
              <a:lnSpc>
                <a:spcPct val="90000"/>
              </a:lnSpc>
              <a:defRPr sz="2800" b="0" i="0" cap="none" baseline="0">
                <a:latin typeface="Azurio" pitchFamily="2" charset="77"/>
                <a:ea typeface="Azurio" pitchFamily="2" charset="77"/>
              </a:defRPr>
            </a:lvl1pPr>
          </a:lstStyle>
          <a:p>
            <a:r>
              <a:rPr lang="en-US"/>
              <a:t>Click To Edit Master Title Style</a:t>
            </a:r>
          </a:p>
        </p:txBody>
      </p:sp>
      <p:sp>
        <p:nvSpPr>
          <p:cNvPr id="16" name="Slide Number Placeholder 4">
            <a:extLst>
              <a:ext uri="{FF2B5EF4-FFF2-40B4-BE49-F238E27FC236}">
                <a16:creationId xmlns:a16="http://schemas.microsoft.com/office/drawing/2014/main" id="{BF2E984C-CEF3-E6F8-01A2-211F9FA8EB7A}"/>
              </a:ext>
            </a:extLst>
          </p:cNvPr>
          <p:cNvSpPr txBox="1">
            <a:spLocks/>
          </p:cNvSpPr>
          <p:nvPr/>
        </p:nvSpPr>
        <p:spPr>
          <a:xfrm>
            <a:off x="11203486" y="238887"/>
            <a:ext cx="694965" cy="365125"/>
          </a:xfrm>
          <a:prstGeom prst="rect">
            <a:avLst/>
          </a:prstGeom>
        </p:spPr>
        <p:txBody>
          <a:bodyPr vert="horz" lIns="91464" tIns="45732" rIns="91464" bIns="45732"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8F63A3B-78C7-47BE-AE5E-E10140E04643}" type="slidenum">
              <a:rPr lang="en-US" sz="800" b="0" i="0" smtClean="0">
                <a:solidFill>
                  <a:srgbClr val="26292B"/>
                </a:solidFill>
                <a:latin typeface="Roboto Mono Medium" pitchFamily="49" charset="0"/>
                <a:ea typeface="Roboto Mono Medium" pitchFamily="49" charset="0"/>
              </a:rPr>
              <a:pPr/>
              <a:t>‹#›</a:t>
            </a:fld>
            <a:endParaRPr lang="en-US" sz="800" b="0" i="0">
              <a:solidFill>
                <a:srgbClr val="26292B"/>
              </a:solidFill>
              <a:latin typeface="Roboto Mono Medium" pitchFamily="49" charset="0"/>
              <a:ea typeface="Roboto Mono Medium" pitchFamily="49" charset="0"/>
            </a:endParaRPr>
          </a:p>
        </p:txBody>
      </p:sp>
      <p:sp>
        <p:nvSpPr>
          <p:cNvPr id="5" name="Text Placeholder 11">
            <a:extLst>
              <a:ext uri="{FF2B5EF4-FFF2-40B4-BE49-F238E27FC236}">
                <a16:creationId xmlns:a16="http://schemas.microsoft.com/office/drawing/2014/main" id="{8BC63E74-E640-424A-7A6F-4AD6D7EDC646}"/>
              </a:ext>
            </a:extLst>
          </p:cNvPr>
          <p:cNvSpPr>
            <a:spLocks noGrp="1"/>
          </p:cNvSpPr>
          <p:nvPr>
            <p:ph type="body" sz="quarter" idx="34" hasCustomPrompt="1"/>
          </p:nvPr>
        </p:nvSpPr>
        <p:spPr>
          <a:xfrm>
            <a:off x="6076718" y="317926"/>
            <a:ext cx="5007413" cy="206660"/>
          </a:xfrm>
          <a:prstGeom prst="rect">
            <a:avLst/>
          </a:prstGeom>
        </p:spPr>
        <p:txBody>
          <a:bodyPr>
            <a:noAutofit/>
          </a:bodyPr>
          <a:lstStyle>
            <a:lvl1pPr marL="0" indent="0">
              <a:lnSpc>
                <a:spcPct val="100000"/>
              </a:lnSpc>
              <a:spcBef>
                <a:spcPts val="0"/>
              </a:spcBef>
              <a:buNone/>
              <a:tabLst/>
              <a:defRPr sz="800" b="0" i="0" cap="none" baseline="0">
                <a:solidFill>
                  <a:schemeClr val="tx2">
                    <a:lumMod val="90000"/>
                    <a:lumOff val="10000"/>
                  </a:schemeClr>
                </a:solidFill>
                <a:latin typeface="Roboto Mono Medium" pitchFamily="49" charset="0"/>
                <a:ea typeface="Roboto Mono Medium" pitchFamily="49" charset="0"/>
              </a:defRPr>
            </a:lvl1pPr>
            <a:lvl2pPr>
              <a:buNone/>
              <a:defRPr/>
            </a:lvl2pPr>
            <a:lvl3pPr>
              <a:buNone/>
              <a:defRPr/>
            </a:lvl3pPr>
            <a:lvl4pPr>
              <a:buNone/>
              <a:defRPr/>
            </a:lvl4pPr>
            <a:lvl5pPr>
              <a:buNone/>
              <a:defRPr/>
            </a:lvl5pPr>
          </a:lstStyle>
          <a:p>
            <a:pPr lvl="0"/>
            <a:r>
              <a:rPr lang="en-US"/>
              <a:t>Presentation or Section name</a:t>
            </a:r>
          </a:p>
        </p:txBody>
      </p:sp>
    </p:spTree>
    <p:extLst>
      <p:ext uri="{BB962C8B-B14F-4D97-AF65-F5344CB8AC3E}">
        <p14:creationId xmlns:p14="http://schemas.microsoft.com/office/powerpoint/2010/main" val="25408418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1Column">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2E51680A-FFEB-87D3-5EF8-50A2898A208D}"/>
              </a:ext>
            </a:extLst>
          </p:cNvPr>
          <p:cNvSpPr>
            <a:spLocks noGrp="1"/>
          </p:cNvSpPr>
          <p:nvPr>
            <p:ph sz="quarter" idx="37"/>
          </p:nvPr>
        </p:nvSpPr>
        <p:spPr>
          <a:xfrm>
            <a:off x="358775" y="2819400"/>
            <a:ext cx="11490325" cy="3429000"/>
          </a:xfrm>
        </p:spPr>
        <p:txBody>
          <a:bodyPr/>
          <a:lstStyle>
            <a:lvl1pPr marL="0" indent="0">
              <a:lnSpc>
                <a:spcPct val="110000"/>
              </a:lnSpc>
              <a:spcAft>
                <a:spcPts val="1000"/>
              </a:spcAft>
              <a:buNone/>
              <a:tabLst/>
              <a:defRPr b="0" i="0">
                <a:latin typeface="+mn-lt"/>
              </a:defRPr>
            </a:lvl1pPr>
            <a:lvl2pPr>
              <a:lnSpc>
                <a:spcPct val="110000"/>
              </a:lnSpc>
              <a:spcAft>
                <a:spcPts val="1000"/>
              </a:spcAft>
              <a:buNone/>
              <a:defRPr b="0" i="0">
                <a:latin typeface="+mn-lt"/>
              </a:defRPr>
            </a:lvl2pPr>
            <a:lvl3pPr>
              <a:lnSpc>
                <a:spcPct val="110000"/>
              </a:lnSpc>
              <a:spcAft>
                <a:spcPts val="1000"/>
              </a:spcAft>
              <a:buNone/>
              <a:defRPr b="0" i="0">
                <a:latin typeface="+mn-lt"/>
              </a:defRPr>
            </a:lvl3pPr>
            <a:lvl4pPr>
              <a:lnSpc>
                <a:spcPct val="110000"/>
              </a:lnSpc>
              <a:spcAft>
                <a:spcPts val="1000"/>
              </a:spcAft>
              <a:buNone/>
              <a:defRPr b="0" i="0">
                <a:latin typeface="+mn-lt"/>
              </a:defRPr>
            </a:lvl4pPr>
            <a:lvl5pPr>
              <a:lnSpc>
                <a:spcPct val="110000"/>
              </a:lnSpc>
              <a:spcAft>
                <a:spcPts val="1000"/>
              </a:spcAft>
              <a:buNone/>
              <a:defRPr b="0" i="0">
                <a:latin typeface="+mn-lt"/>
              </a:defRPr>
            </a:lvl5pPr>
            <a:lvl6pPr>
              <a:lnSpc>
                <a:spcPct val="110000"/>
              </a:lnSpc>
              <a:spcAft>
                <a:spcPts val="1000"/>
              </a:spcAft>
              <a:buNone/>
              <a:defRPr b="0" i="0">
                <a:latin typeface="+mn-lt"/>
              </a:defRPr>
            </a:lvl6pPr>
            <a:lvl7pPr>
              <a:lnSpc>
                <a:spcPct val="110000"/>
              </a:lnSpc>
              <a:spcAft>
                <a:spcPts val="1000"/>
              </a:spcAft>
              <a:buNone/>
              <a:defRPr b="0" i="0">
                <a:latin typeface="+mn-lt"/>
              </a:defRPr>
            </a:lvl7pPr>
            <a:lvl8pPr>
              <a:lnSpc>
                <a:spcPct val="110000"/>
              </a:lnSpc>
              <a:spcAft>
                <a:spcPts val="1000"/>
              </a:spcAft>
              <a:buNone/>
              <a:defRPr b="0" i="0">
                <a:latin typeface="+mn-lt"/>
              </a:defRPr>
            </a:lvl8pPr>
            <a:lvl9pPr>
              <a:lnSpc>
                <a:spcPct val="110000"/>
              </a:lnSpc>
              <a:spcAft>
                <a:spcPts val="1000"/>
              </a:spcAft>
              <a:buNone/>
              <a:defRPr b="0" i="0">
                <a:latin typeface="+mn-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1">
            <a:extLst>
              <a:ext uri="{FF2B5EF4-FFF2-40B4-BE49-F238E27FC236}">
                <a16:creationId xmlns:a16="http://schemas.microsoft.com/office/drawing/2014/main" id="{FD571CDE-B9F4-7B75-49A8-D1C30DB9346B}"/>
              </a:ext>
            </a:extLst>
          </p:cNvPr>
          <p:cNvSpPr>
            <a:spLocks noGrp="1"/>
          </p:cNvSpPr>
          <p:nvPr>
            <p:ph type="body" sz="quarter" idx="34" hasCustomPrompt="1"/>
          </p:nvPr>
        </p:nvSpPr>
        <p:spPr>
          <a:xfrm>
            <a:off x="6208861" y="279562"/>
            <a:ext cx="5007413" cy="206660"/>
          </a:xfrm>
          <a:prstGeom prst="rect">
            <a:avLst/>
          </a:prstGeom>
        </p:spPr>
        <p:txBody>
          <a:bodyPr>
            <a:noAutofit/>
          </a:bodyPr>
          <a:lstStyle>
            <a:lvl1pPr marL="0" indent="0">
              <a:lnSpc>
                <a:spcPct val="100000"/>
              </a:lnSpc>
              <a:spcBef>
                <a:spcPts val="0"/>
              </a:spcBef>
              <a:buNone/>
              <a:tabLst/>
              <a:defRPr sz="800" b="0" i="0" cap="none" baseline="0">
                <a:solidFill>
                  <a:schemeClr val="tx2">
                    <a:lumMod val="90000"/>
                    <a:lumOff val="10000"/>
                  </a:schemeClr>
                </a:solidFill>
                <a:latin typeface="Roboto Mono" pitchFamily="49" charset="0"/>
                <a:ea typeface="Roboto Mono" pitchFamily="49" charset="0"/>
              </a:defRPr>
            </a:lvl1pPr>
            <a:lvl2pPr>
              <a:buNone/>
              <a:defRPr/>
            </a:lvl2pPr>
            <a:lvl3pPr>
              <a:buNone/>
              <a:defRPr/>
            </a:lvl3pPr>
            <a:lvl4pPr>
              <a:buNone/>
              <a:defRPr/>
            </a:lvl4pPr>
            <a:lvl5pPr>
              <a:buNone/>
              <a:defRPr/>
            </a:lvl5pPr>
          </a:lstStyle>
          <a:p>
            <a:pPr lvl="0"/>
            <a:r>
              <a:rPr lang="en-US"/>
              <a:t>Presentation or Section name</a:t>
            </a:r>
          </a:p>
        </p:txBody>
      </p:sp>
      <p:sp>
        <p:nvSpPr>
          <p:cNvPr id="8" name="Slide Number Placeholder 9">
            <a:extLst>
              <a:ext uri="{FF2B5EF4-FFF2-40B4-BE49-F238E27FC236}">
                <a16:creationId xmlns:a16="http://schemas.microsoft.com/office/drawing/2014/main" id="{64CAFCC1-38CA-3166-0FCA-B21C3B410EA2}"/>
              </a:ext>
            </a:extLst>
          </p:cNvPr>
          <p:cNvSpPr>
            <a:spLocks noGrp="1"/>
          </p:cNvSpPr>
          <p:nvPr>
            <p:ph type="sldNum" sz="quarter" idx="4"/>
          </p:nvPr>
        </p:nvSpPr>
        <p:spPr>
          <a:xfrm>
            <a:off x="11273337" y="197826"/>
            <a:ext cx="575826" cy="365125"/>
          </a:xfrm>
          <a:prstGeom prst="rect">
            <a:avLst/>
          </a:prstGeom>
        </p:spPr>
        <p:txBody>
          <a:bodyPr vert="horz" lIns="0" tIns="45720" rIns="0" bIns="45720" rtlCol="0" anchor="ctr"/>
          <a:lstStyle>
            <a:lvl1pPr algn="r">
              <a:defRPr sz="800" b="0" i="0">
                <a:solidFill>
                  <a:schemeClr val="tx2">
                    <a:lumMod val="50000"/>
                    <a:lumOff val="50000"/>
                  </a:schemeClr>
                </a:solidFill>
                <a:latin typeface="Roboto Mono" pitchFamily="49" charset="0"/>
                <a:ea typeface="Roboto Mono" pitchFamily="49" charset="0"/>
                <a:cs typeface="Replica LL TT" panose="020B0504010101010104" pitchFamily="34" charset="77"/>
              </a:defRPr>
            </a:lvl1pPr>
          </a:lstStyle>
          <a:p>
            <a:fld id="{48F63A3B-78C7-47BE-AE5E-E10140E04643}" type="slidenum">
              <a:rPr lang="en-US" smtClean="0"/>
              <a:pPr/>
              <a:t>‹#›</a:t>
            </a:fld>
            <a:endParaRPr lang="en-US"/>
          </a:p>
        </p:txBody>
      </p:sp>
      <p:sp>
        <p:nvSpPr>
          <p:cNvPr id="2" name="Title 1"/>
          <p:cNvSpPr>
            <a:spLocks noGrp="1"/>
          </p:cNvSpPr>
          <p:nvPr>
            <p:ph type="title" hasCustomPrompt="1"/>
          </p:nvPr>
        </p:nvSpPr>
        <p:spPr>
          <a:xfrm>
            <a:off x="358734" y="1081986"/>
            <a:ext cx="4111150" cy="850567"/>
          </a:xfrm>
          <a:prstGeom prst="rect">
            <a:avLst/>
          </a:prstGeom>
        </p:spPr>
        <p:txBody>
          <a:bodyPr anchor="t">
            <a:noAutofit/>
          </a:bodyPr>
          <a:lstStyle>
            <a:lvl1pPr>
              <a:lnSpc>
                <a:spcPct val="80000"/>
              </a:lnSpc>
              <a:defRPr sz="3001" b="0" i="0" cap="all" baseline="0">
                <a:latin typeface="+mn-lt"/>
              </a:defRPr>
            </a:lvl1pPr>
          </a:lstStyle>
          <a:p>
            <a:r>
              <a:rPr lang="en-US"/>
              <a:t>CLICK TO EDIT MASTER TITLE STYLE</a:t>
            </a:r>
          </a:p>
        </p:txBody>
      </p:sp>
    </p:spTree>
    <p:extLst>
      <p:ext uri="{BB962C8B-B14F-4D97-AF65-F5344CB8AC3E}">
        <p14:creationId xmlns:p14="http://schemas.microsoft.com/office/powerpoint/2010/main" val="34882926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8" descr=" ">
            <a:extLst>
              <a:ext uri="{FF2B5EF4-FFF2-40B4-BE49-F238E27FC236}">
                <a16:creationId xmlns:a16="http://schemas.microsoft.com/office/drawing/2014/main" id="{F08EB5DA-6CE1-A4BB-95DD-4E8CD1AEA114}"/>
              </a:ext>
            </a:extLst>
          </p:cNvPr>
          <p:cNvPicPr>
            <a:picLocks noChangeAspect="1"/>
          </p:cNvPicPr>
          <p:nvPr userDrawn="1"/>
        </p:nvPicPr>
        <p:blipFill>
          <a:blip r:embed="rId8"/>
          <a:stretch>
            <a:fillRect/>
          </a:stretch>
        </p:blipFill>
        <p:spPr>
          <a:xfrm>
            <a:off x="0" y="1339"/>
            <a:ext cx="12191937" cy="875958"/>
          </a:xfrm>
          <a:prstGeom prst="rect">
            <a:avLst/>
          </a:prstGeom>
        </p:spPr>
      </p:pic>
      <p:sp>
        <p:nvSpPr>
          <p:cNvPr id="4" name="Title Placeholder 3">
            <a:extLst>
              <a:ext uri="{FF2B5EF4-FFF2-40B4-BE49-F238E27FC236}">
                <a16:creationId xmlns:a16="http://schemas.microsoft.com/office/drawing/2014/main" id="{24F31599-6B9F-8BB9-66CC-7517887D07EB}"/>
              </a:ext>
            </a:extLst>
          </p:cNvPr>
          <p:cNvSpPr>
            <a:spLocks noGrp="1"/>
          </p:cNvSpPr>
          <p:nvPr>
            <p:ph type="title"/>
          </p:nvPr>
        </p:nvSpPr>
        <p:spPr>
          <a:xfrm>
            <a:off x="380998" y="920340"/>
            <a:ext cx="5182006" cy="1325563"/>
          </a:xfrm>
          <a:prstGeom prst="rect">
            <a:avLst/>
          </a:prstGeom>
        </p:spPr>
        <p:txBody>
          <a:bodyPr vert="horz" lIns="91440" tIns="45720" rIns="91440" bIns="45720" rtlCol="0" anchor="ctr">
            <a:normAutofit/>
          </a:bodyPr>
          <a:lstStyle/>
          <a:p>
            <a:r>
              <a:rPr lang="en-US"/>
              <a:t>Click to edit Master title style</a:t>
            </a:r>
          </a:p>
        </p:txBody>
      </p:sp>
      <p:sp>
        <p:nvSpPr>
          <p:cNvPr id="19" name="Slide Number Placeholder 9">
            <a:extLst>
              <a:ext uri="{FF2B5EF4-FFF2-40B4-BE49-F238E27FC236}">
                <a16:creationId xmlns:a16="http://schemas.microsoft.com/office/drawing/2014/main" id="{CC28ACB6-8CB3-E190-AAA3-6747DFFE1573}"/>
              </a:ext>
            </a:extLst>
          </p:cNvPr>
          <p:cNvSpPr>
            <a:spLocks noGrp="1"/>
          </p:cNvSpPr>
          <p:nvPr>
            <p:ph type="sldNum" sz="quarter" idx="4"/>
          </p:nvPr>
        </p:nvSpPr>
        <p:spPr>
          <a:xfrm>
            <a:off x="10944182" y="236612"/>
            <a:ext cx="866821" cy="365125"/>
          </a:xfrm>
          <a:prstGeom prst="rect">
            <a:avLst/>
          </a:prstGeom>
        </p:spPr>
        <p:txBody>
          <a:bodyPr vert="horz" lIns="0" tIns="45720" rIns="0" bIns="45720" rtlCol="0" anchor="ctr"/>
          <a:lstStyle>
            <a:lvl1pPr algn="r">
              <a:defRPr sz="800" b="0" i="0">
                <a:solidFill>
                  <a:schemeClr val="tx2">
                    <a:lumMod val="90000"/>
                    <a:lumOff val="10000"/>
                  </a:schemeClr>
                </a:solidFill>
                <a:latin typeface="Roboto Mono Medium" pitchFamily="49" charset="0"/>
                <a:ea typeface="Roboto Mono Medium" pitchFamily="49" charset="0"/>
                <a:cs typeface="Replica LL TT" panose="020B0504010101010104" pitchFamily="34" charset="77"/>
              </a:defRPr>
            </a:lvl1pPr>
          </a:lstStyle>
          <a:p>
            <a:fld id="{48F63A3B-78C7-47BE-AE5E-E10140E04643}" type="slidenum">
              <a:rPr lang="en-US" smtClean="0"/>
              <a:pPr/>
              <a:t>‹#›</a:t>
            </a:fld>
            <a:endParaRPr lang="en-US"/>
          </a:p>
        </p:txBody>
      </p:sp>
      <p:sp>
        <p:nvSpPr>
          <p:cNvPr id="11" name="Text Placeholder 28">
            <a:extLst>
              <a:ext uri="{FF2B5EF4-FFF2-40B4-BE49-F238E27FC236}">
                <a16:creationId xmlns:a16="http://schemas.microsoft.com/office/drawing/2014/main" id="{85B0EE91-61D1-8D52-0B58-F63F4033609B}"/>
              </a:ext>
            </a:extLst>
          </p:cNvPr>
          <p:cNvSpPr txBox="1">
            <a:spLocks/>
          </p:cNvSpPr>
          <p:nvPr userDrawn="1"/>
        </p:nvSpPr>
        <p:spPr>
          <a:xfrm>
            <a:off x="3201235" y="338356"/>
            <a:ext cx="2742327" cy="257175"/>
          </a:xfrm>
          <a:prstGeom prst="rect">
            <a:avLst/>
          </a:prstGeom>
        </p:spPr>
        <p:txBody>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rgbClr val="26292B"/>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defTabSz="457200">
              <a:lnSpc>
                <a:spcPts val="800"/>
              </a:lnSpc>
              <a:spcBef>
                <a:spcPts val="0"/>
              </a:spcBef>
              <a:buFontTx/>
              <a:buNone/>
              <a:defRPr/>
            </a:pPr>
            <a:r>
              <a:rPr lang="en-US" sz="800">
                <a:solidFill>
                  <a:schemeClr val="tx2">
                    <a:lumMod val="90000"/>
                    <a:lumOff val="10000"/>
                  </a:schemeClr>
                </a:solidFill>
                <a:latin typeface="Roboto Mono Regular" pitchFamily="34" charset="0"/>
                <a:ea typeface="Roboto Mono Regular" pitchFamily="34" charset="-122"/>
                <a:cs typeface="Roboto Mono Regular" pitchFamily="34" charset="-120"/>
              </a:rPr>
              <a:t>SoftServe</a:t>
            </a:r>
            <a:endParaRPr lang="en-US" sz="800" b="0" i="0">
              <a:solidFill>
                <a:schemeClr val="tx2">
                  <a:lumMod val="90000"/>
                  <a:lumOff val="10000"/>
                </a:schemeClr>
              </a:solidFill>
              <a:latin typeface="Replica LL TT" panose="020B0504010101010104" pitchFamily="34" charset="77"/>
            </a:endParaRPr>
          </a:p>
        </p:txBody>
      </p:sp>
      <p:pic>
        <p:nvPicPr>
          <p:cNvPr id="13" name="Image 1" descr=" ">
            <a:extLst>
              <a:ext uri="{FF2B5EF4-FFF2-40B4-BE49-F238E27FC236}">
                <a16:creationId xmlns:a16="http://schemas.microsoft.com/office/drawing/2014/main" id="{A85A963D-3698-3156-78F6-92AE46B28801}"/>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80999" y="256827"/>
            <a:ext cx="317498" cy="361809"/>
          </a:xfrm>
          <a:prstGeom prst="rect">
            <a:avLst/>
          </a:prstGeom>
        </p:spPr>
      </p:pic>
    </p:spTree>
    <p:extLst>
      <p:ext uri="{BB962C8B-B14F-4D97-AF65-F5344CB8AC3E}">
        <p14:creationId xmlns:p14="http://schemas.microsoft.com/office/powerpoint/2010/main" val="1134867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lvl1pPr algn="l" defTabSz="914126" rtl="0" eaLnBrk="1" latinLnBrk="0" hangingPunct="1">
        <a:lnSpc>
          <a:spcPct val="90000"/>
        </a:lnSpc>
        <a:spcBef>
          <a:spcPct val="0"/>
        </a:spcBef>
        <a:buNone/>
        <a:defRPr sz="3000" b="0" i="0" kern="1200">
          <a:solidFill>
            <a:schemeClr val="tx1"/>
          </a:solidFill>
          <a:latin typeface="+mn-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34" sz="quarter"/>
          </p:nvPr>
        </p:nvSpPr>
        <p:spPr/>
        <p:txBody>
          <a:bodyPr wrap="square"/>
          <a:lstStyle/>
          <a:p>
            <a:r>
              <a:t>Oracle AI &amp; Data Solutions</a:t>
            </a:r>
          </a:p>
        </p:txBody>
      </p:sp>
      <p:sp>
        <p:nvSpPr>
          <p:cNvPr id="4" name="Title 3"/>
          <p:cNvSpPr>
            <a:spLocks noGrp="1"/>
          </p:cNvSpPr>
          <p:nvPr>
            <p:ph type="title"/>
          </p:nvPr>
        </p:nvSpPr>
        <p:spPr>
          <a:xfrm>
            <a:off x="356616" y="1078992"/>
            <a:ext cx="11018520" cy="393192"/>
          </a:xfrm>
        </p:spPr>
        <p:txBody>
          <a:bodyPr wrap="square"/>
          <a:lstStyle/>
          <a:p>
            <a:r>
              <a:rPr sz="2550"/>
              <a:t>Account Insights App</a:t>
            </a:r>
          </a:p>
        </p:txBody>
      </p:sp>
      <p:sp>
        <p:nvSpPr>
          <p:cNvPr id="5" name="Slide Number Placeholder 9">
            <a:extLst>
              <a:ext uri="{FF2B5EF4-FFF2-40B4-BE49-F238E27FC236}">
                <a16:creationId xmlns:a16="http://schemas.microsoft.com/office/drawing/2014/main" id="{64CAFCC1-38CA-3166-0FCA-B21C3B410EA2}"/>
              </a:ext>
            </a:extLst>
          </p:cNvPr>
          <p:cNvSpPr>
            <a:spLocks noGrp="1"/>
          </p:cNvSpPr>
          <p:nvPr>
            <p:ph type="sldNum" sz="quarter" idx="4"/>
          </p:nvPr>
        </p:nvSpPr>
        <p:spPr>
          <a:xfrm>
            <a:off x="11273337" y="197826"/>
            <a:ext cx="575826" cy="365125"/>
          </a:xfrm>
          <a:prstGeom prst="rect">
            <a:avLst/>
          </a:prstGeom>
        </p:spPr>
        <p:txBody>
          <a:bodyPr vert="horz" lIns="0" tIns="45720" rIns="0" bIns="45720" rtlCol="0" anchor="ctr"/>
          <a:lstStyle>
            <a:lvl1pPr algn="r">
              <a:defRPr sz="800" b="0" i="0">
                <a:solidFill>
                  <a:schemeClr val="tx2">
                    <a:lumMod val="50000"/>
                    <a:lumOff val="50000"/>
                  </a:schemeClr>
                </a:solidFill>
                <a:latin typeface="Roboto Mono" pitchFamily="49" charset="0"/>
                <a:ea typeface="Roboto Mono" pitchFamily="49" charset="0"/>
                <a:cs typeface="Replica LL TT" panose="020B0504010101010104" pitchFamily="34" charset="77"/>
              </a:defRPr>
            </a:lvl1pPr>
          </a:lstStyle>
          <a:p>
            <a:fld id="{48F63A3B-78C7-47BE-AE5E-E10140E04643}" type="slidenum">
              <a:rPr lang="en-US" smtClean="0"/>
              <a:pPr/>
              <a:t>‹#›</a:t>
            </a:fld>
            <a:endParaRPr lang="en-US"/>
          </a:p>
        </p:txBody>
      </p:sp>
      <p:sp>
        <p:nvSpPr>
          <p:cNvPr id="6" name="TextBox 5"/>
          <p:cNvSpPr txBox="1"/>
          <p:nvPr/>
        </p:nvSpPr>
        <p:spPr>
          <a:xfrm>
            <a:off x="384048" y="1554480"/>
            <a:ext cx="11430000" cy="274320"/>
          </a:xfrm>
          <a:prstGeom prst="rect">
            <a:avLst/>
          </a:prstGeom>
          <a:noFill/>
        </p:spPr>
        <p:txBody>
          <a:bodyPr wrap="square" lIns="0" rIns="0" tIns="0" bIns="0" anchor="t">
            <a:spAutoFit/>
          </a:bodyPr>
          <a:lstStyle/>
          <a:p>
            <a:pPr algn="l"/>
            <a:r>
              <a:rPr sz="1250" b="0">
                <a:solidFill>
                  <a:srgbClr val="26282B"/>
                </a:solidFill>
                <a:latin typeface="Replica LL TT"/>
              </a:rPr>
              <a:t>More opportunities from the companies you already track — found in the news, filings and updates on them.</a:t>
            </a:r>
          </a:p>
        </p:txBody>
      </p:sp>
      <p:sp>
        <p:nvSpPr>
          <p:cNvPr id="7" name="TextBox 6"/>
          <p:cNvSpPr txBox="1"/>
          <p:nvPr/>
        </p:nvSpPr>
        <p:spPr>
          <a:xfrm>
            <a:off x="384048" y="1938528"/>
            <a:ext cx="4224528" cy="219456"/>
          </a:xfrm>
          <a:prstGeom prst="rect">
            <a:avLst/>
          </a:prstGeom>
          <a:noFill/>
        </p:spPr>
        <p:txBody>
          <a:bodyPr wrap="square" lIns="0" rIns="0" tIns="0" bIns="0" anchor="t">
            <a:spAutoFit/>
          </a:bodyPr>
          <a:lstStyle/>
          <a:p>
            <a:pPr algn="l"/>
            <a:r>
              <a:rPr sz="1050" b="1">
                <a:solidFill>
                  <a:srgbClr val="1485C3"/>
                </a:solidFill>
                <a:latin typeface="Replica LL TT"/>
              </a:rPr>
              <a:t>USE CASE</a:t>
            </a:r>
          </a:p>
        </p:txBody>
      </p:sp>
      <p:sp>
        <p:nvSpPr>
          <p:cNvPr id="8" name="Rectangle 7"/>
          <p:cNvSpPr/>
          <p:nvPr/>
        </p:nvSpPr>
        <p:spPr>
          <a:xfrm>
            <a:off x="384048" y="2203704"/>
            <a:ext cx="4224528" cy="1700784"/>
          </a:xfrm>
          <a:prstGeom prst="rect">
            <a:avLst/>
          </a:prstGeom>
          <a:solidFill>
            <a:srgbClr val="EAF3FB"/>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384048" y="2203704"/>
            <a:ext cx="45720" cy="1700784"/>
          </a:xfrm>
          <a:prstGeom prst="rect">
            <a:avLst/>
          </a:prstGeom>
          <a:solidFill>
            <a:srgbClr val="1485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66928" y="2313432"/>
            <a:ext cx="3858768" cy="1481328"/>
          </a:xfrm>
          <a:prstGeom prst="rect">
            <a:avLst/>
          </a:prstGeom>
          <a:noFill/>
        </p:spPr>
        <p:txBody>
          <a:bodyPr wrap="square" lIns="0" rIns="0" tIns="0" bIns="0" anchor="t">
            <a:spAutoFit/>
          </a:bodyPr>
          <a:lstStyle/>
          <a:p>
            <a:pPr algn="l">
              <a:spcAft>
                <a:spcPts val="500"/>
              </a:spcAft>
            </a:pPr>
            <a:r>
              <a:rPr sz="950" b="1">
                <a:solidFill>
                  <a:srgbClr val="26282B"/>
                </a:solidFill>
                <a:latin typeface="Replica LL TT"/>
              </a:rPr>
              <a:t>PROBLEM:  </a:t>
            </a:r>
            <a:r>
              <a:rPr sz="950" b="0">
                <a:solidFill>
                  <a:srgbClr val="26282B"/>
                </a:solidFill>
                <a:latin typeface="Replica LL TT"/>
              </a:rPr>
              <a:t>An account manager, a partnerships lead or a portfolio manager each covers dozens of companies and cannot keep up with the news, filings and updates landing on all of them.</a:t>
            </a:r>
          </a:p>
          <a:p>
            <a:pPr algn="l">
              <a:spcAft>
                <a:spcPts val="500"/>
              </a:spcAft>
            </a:pPr>
            <a:r>
              <a:rPr sz="950" b="1">
                <a:solidFill>
                  <a:srgbClr val="26282B"/>
                </a:solidFill>
                <a:latin typeface="Replica LL TT"/>
              </a:rPr>
              <a:t>SOLUTION:  </a:t>
            </a:r>
            <a:r>
              <a:rPr sz="950" b="0">
                <a:solidFill>
                  <a:srgbClr val="26282B"/>
                </a:solidFill>
                <a:latin typeface="Replica LL TT"/>
              </a:rPr>
              <a:t>Each morning they see the handful of changes that matter across the companies they cover, what each one means and what to do about it, and review that list instead of assembling it.</a:t>
            </a:r>
          </a:p>
          <a:p>
            <a:pPr algn="l">
              <a:spcAft>
                <a:spcPts val="100"/>
              </a:spcAft>
            </a:pPr>
            <a:r>
              <a:rPr sz="800" b="1">
                <a:solidFill>
                  <a:srgbClr val="1485C3"/>
                </a:solidFill>
                <a:latin typeface="Replica LL TT"/>
              </a:rPr>
              <a:t>VERTICALS</a:t>
            </a:r>
          </a:p>
          <a:p>
            <a:pPr algn="l"/>
            <a:r>
              <a:rPr sz="850" b="0">
                <a:solidFill>
                  <a:srgbClr val="6B7076"/>
                </a:solidFill>
                <a:latin typeface="Replica LL TT"/>
              </a:rPr>
              <a:t>Logistics &amp; supply chain · Financial services &amp; banking · Industrial &amp; manufacturing · Private equity funds</a:t>
            </a:r>
          </a:p>
        </p:txBody>
      </p:sp>
      <p:sp>
        <p:nvSpPr>
          <p:cNvPr id="11" name="TextBox 10"/>
          <p:cNvSpPr txBox="1"/>
          <p:nvPr/>
        </p:nvSpPr>
        <p:spPr>
          <a:xfrm>
            <a:off x="4773168" y="1938528"/>
            <a:ext cx="3456432" cy="219456"/>
          </a:xfrm>
          <a:prstGeom prst="rect">
            <a:avLst/>
          </a:prstGeom>
          <a:noFill/>
        </p:spPr>
        <p:txBody>
          <a:bodyPr wrap="square" lIns="0" rIns="0" tIns="0" bIns="0" anchor="t">
            <a:spAutoFit/>
          </a:bodyPr>
          <a:lstStyle/>
          <a:p>
            <a:pPr algn="l"/>
            <a:r>
              <a:rPr sz="1050" b="1">
                <a:solidFill>
                  <a:srgbClr val="1485C3"/>
                </a:solidFill>
                <a:latin typeface="Replica LL TT"/>
              </a:rPr>
              <a:t>SOLUTION LAYERS</a:t>
            </a:r>
          </a:p>
        </p:txBody>
      </p:sp>
      <p:sp>
        <p:nvSpPr>
          <p:cNvPr id="12" name="TextBox 11"/>
          <p:cNvSpPr txBox="1"/>
          <p:nvPr/>
        </p:nvSpPr>
        <p:spPr>
          <a:xfrm>
            <a:off x="4773168" y="1938528"/>
            <a:ext cx="3456432" cy="219456"/>
          </a:xfrm>
          <a:prstGeom prst="rect">
            <a:avLst/>
          </a:prstGeom>
          <a:noFill/>
        </p:spPr>
        <p:txBody>
          <a:bodyPr wrap="square" lIns="0" rIns="0" tIns="0" bIns="0" anchor="t">
            <a:spAutoFit/>
          </a:bodyPr>
          <a:lstStyle/>
          <a:p>
            <a:pPr algn="r"/>
            <a:r>
              <a:rPr sz="750" b="0">
                <a:solidFill>
                  <a:srgbClr val="6B7076"/>
                </a:solidFill>
                <a:latin typeface="Replica LL TT"/>
              </a:rPr>
              <a:t>▲ business value</a:t>
            </a:r>
          </a:p>
        </p:txBody>
      </p:sp>
      <p:sp>
        <p:nvSpPr>
          <p:cNvPr id="13" name="Rectangle 12"/>
          <p:cNvSpPr/>
          <p:nvPr/>
        </p:nvSpPr>
        <p:spPr>
          <a:xfrm>
            <a:off x="4773168" y="2203704"/>
            <a:ext cx="3456432" cy="384048"/>
          </a:xfrm>
          <a:prstGeom prst="rect">
            <a:avLst/>
          </a:prstGeom>
          <a:solidFill>
            <a:srgbClr val="FDEDE8"/>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73168" y="2203704"/>
            <a:ext cx="45720" cy="384048"/>
          </a:xfrm>
          <a:prstGeom prst="rect">
            <a:avLst/>
          </a:prstGeom>
          <a:solidFill>
            <a:srgbClr val="F369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956048" y="2203704"/>
            <a:ext cx="2450592" cy="384048"/>
          </a:xfrm>
          <a:prstGeom prst="rect">
            <a:avLst/>
          </a:prstGeom>
          <a:noFill/>
        </p:spPr>
        <p:txBody>
          <a:bodyPr wrap="square" lIns="0" rIns="0" tIns="0" bIns="0" anchor="ctr">
            <a:spAutoFit/>
          </a:bodyPr>
          <a:lstStyle/>
          <a:p>
            <a:pPr algn="l"/>
            <a:r>
              <a:rPr sz="1000" b="1">
                <a:solidFill>
                  <a:srgbClr val="26282B"/>
                </a:solidFill>
                <a:latin typeface="Replica LL TT"/>
              </a:rPr>
              <a:t>Custom configuration</a:t>
            </a:r>
          </a:p>
        </p:txBody>
      </p:sp>
      <p:sp>
        <p:nvSpPr>
          <p:cNvPr id="16" name="TextBox 15"/>
          <p:cNvSpPr txBox="1"/>
          <p:nvPr/>
        </p:nvSpPr>
        <p:spPr>
          <a:xfrm>
            <a:off x="4956048" y="2203704"/>
            <a:ext cx="3145536" cy="384048"/>
          </a:xfrm>
          <a:prstGeom prst="rect">
            <a:avLst/>
          </a:prstGeom>
          <a:noFill/>
        </p:spPr>
        <p:txBody>
          <a:bodyPr wrap="square" lIns="0" rIns="0" tIns="0" bIns="0" anchor="ctr">
            <a:spAutoFit/>
          </a:bodyPr>
          <a:lstStyle/>
          <a:p>
            <a:pPr algn="r"/>
            <a:r>
              <a:rPr sz="750" b="0">
                <a:solidFill>
                  <a:srgbClr val="6B7076"/>
                </a:solidFill>
                <a:latin typeface="Replica LL TT"/>
              </a:rPr>
              <a:t>SoftServe</a:t>
            </a:r>
          </a:p>
        </p:txBody>
      </p:sp>
      <p:sp>
        <p:nvSpPr>
          <p:cNvPr id="17" name="Rectangle 16"/>
          <p:cNvSpPr/>
          <p:nvPr/>
        </p:nvSpPr>
        <p:spPr>
          <a:xfrm>
            <a:off x="4773168" y="2642616"/>
            <a:ext cx="3456432" cy="384048"/>
          </a:xfrm>
          <a:prstGeom prst="rect">
            <a:avLst/>
          </a:prstGeom>
          <a:solidFill>
            <a:srgbClr val="D2E7F6"/>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73168" y="2642616"/>
            <a:ext cx="45720" cy="384048"/>
          </a:xfrm>
          <a:prstGeom prst="rect">
            <a:avLst/>
          </a:prstGeom>
          <a:solidFill>
            <a:srgbClr val="1485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56048" y="2642616"/>
            <a:ext cx="2450592" cy="384048"/>
          </a:xfrm>
          <a:prstGeom prst="rect">
            <a:avLst/>
          </a:prstGeom>
          <a:noFill/>
        </p:spPr>
        <p:txBody>
          <a:bodyPr wrap="square" lIns="0" rIns="0" tIns="0" bIns="0" anchor="ctr">
            <a:spAutoFit/>
          </a:bodyPr>
          <a:lstStyle/>
          <a:p>
            <a:pPr algn="l"/>
            <a:r>
              <a:rPr sz="1000" b="1">
                <a:solidFill>
                  <a:srgbClr val="26282B"/>
                </a:solidFill>
                <a:latin typeface="Replica LL TT"/>
              </a:rPr>
              <a:t>Account insights by SoftServe</a:t>
            </a:r>
          </a:p>
        </p:txBody>
      </p:sp>
      <p:sp>
        <p:nvSpPr>
          <p:cNvPr id="20" name="TextBox 19"/>
          <p:cNvSpPr txBox="1"/>
          <p:nvPr/>
        </p:nvSpPr>
        <p:spPr>
          <a:xfrm>
            <a:off x="4956048" y="2642616"/>
            <a:ext cx="3145536" cy="384048"/>
          </a:xfrm>
          <a:prstGeom prst="rect">
            <a:avLst/>
          </a:prstGeom>
          <a:noFill/>
        </p:spPr>
        <p:txBody>
          <a:bodyPr wrap="square" lIns="0" rIns="0" tIns="0" bIns="0" anchor="ctr">
            <a:spAutoFit/>
          </a:bodyPr>
          <a:lstStyle/>
          <a:p>
            <a:pPr algn="r"/>
            <a:r>
              <a:rPr sz="750" b="0">
                <a:solidFill>
                  <a:srgbClr val="6B7076"/>
                </a:solidFill>
                <a:latin typeface="Replica LL TT"/>
              </a:rPr>
              <a:t>Oracle + SoftServe</a:t>
            </a:r>
          </a:p>
        </p:txBody>
      </p:sp>
      <p:sp>
        <p:nvSpPr>
          <p:cNvPr id="21" name="Rectangle 20"/>
          <p:cNvSpPr/>
          <p:nvPr/>
        </p:nvSpPr>
        <p:spPr>
          <a:xfrm>
            <a:off x="4773168" y="3081528"/>
            <a:ext cx="3456432" cy="384048"/>
          </a:xfrm>
          <a:prstGeom prst="rect">
            <a:avLst/>
          </a:prstGeom>
          <a:solidFill>
            <a:srgbClr val="EAF3FB"/>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773168" y="3081528"/>
            <a:ext cx="45720" cy="384048"/>
          </a:xfrm>
          <a:prstGeom prst="rect">
            <a:avLst/>
          </a:prstGeom>
          <a:solidFill>
            <a:srgbClr val="6DB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956048" y="3081528"/>
            <a:ext cx="2450592" cy="384048"/>
          </a:xfrm>
          <a:prstGeom prst="rect">
            <a:avLst/>
          </a:prstGeom>
          <a:noFill/>
        </p:spPr>
        <p:txBody>
          <a:bodyPr wrap="square" lIns="0" rIns="0" tIns="0" bIns="0" anchor="ctr">
            <a:spAutoFit/>
          </a:bodyPr>
          <a:lstStyle/>
          <a:p>
            <a:pPr algn="l"/>
            <a:r>
              <a:rPr sz="1000" b="1">
                <a:solidFill>
                  <a:srgbClr val="26282B"/>
                </a:solidFill>
                <a:latin typeface="Replica LL TT"/>
              </a:rPr>
              <a:t>NVIDIA AI-Q agentic engine</a:t>
            </a:r>
          </a:p>
        </p:txBody>
      </p:sp>
      <p:sp>
        <p:nvSpPr>
          <p:cNvPr id="24" name="TextBox 23"/>
          <p:cNvSpPr txBox="1"/>
          <p:nvPr/>
        </p:nvSpPr>
        <p:spPr>
          <a:xfrm>
            <a:off x="4956048" y="3081528"/>
            <a:ext cx="3145536" cy="384048"/>
          </a:xfrm>
          <a:prstGeom prst="rect">
            <a:avLst/>
          </a:prstGeom>
          <a:noFill/>
        </p:spPr>
        <p:txBody>
          <a:bodyPr wrap="square" lIns="0" rIns="0" tIns="0" bIns="0" anchor="ctr">
            <a:spAutoFit/>
          </a:bodyPr>
          <a:lstStyle/>
          <a:p>
            <a:pPr algn="r"/>
            <a:r>
              <a:rPr sz="750" b="0">
                <a:solidFill>
                  <a:srgbClr val="6B7076"/>
                </a:solidFill>
                <a:latin typeface="Replica LL TT"/>
              </a:rPr>
              <a:t>NVIDIA</a:t>
            </a:r>
          </a:p>
        </p:txBody>
      </p:sp>
      <p:sp>
        <p:nvSpPr>
          <p:cNvPr id="25" name="Rectangle 24"/>
          <p:cNvSpPr/>
          <p:nvPr/>
        </p:nvSpPr>
        <p:spPr>
          <a:xfrm>
            <a:off x="4773168" y="3520440"/>
            <a:ext cx="3456432" cy="384048"/>
          </a:xfrm>
          <a:prstGeom prst="rect">
            <a:avLst/>
          </a:prstGeom>
          <a:solidFill>
            <a:srgbClr val="EEF1F3"/>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73168" y="3520440"/>
            <a:ext cx="45720" cy="384048"/>
          </a:xfrm>
          <a:prstGeom prst="rect">
            <a:avLst/>
          </a:prstGeom>
          <a:solidFill>
            <a:srgbClr val="6B76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956048" y="3520440"/>
            <a:ext cx="2450592" cy="384048"/>
          </a:xfrm>
          <a:prstGeom prst="rect">
            <a:avLst/>
          </a:prstGeom>
          <a:noFill/>
        </p:spPr>
        <p:txBody>
          <a:bodyPr wrap="square" lIns="0" rIns="0" tIns="0" bIns="0" anchor="ctr">
            <a:spAutoFit/>
          </a:bodyPr>
          <a:lstStyle/>
          <a:p>
            <a:pPr algn="l"/>
            <a:r>
              <a:rPr sz="1000" b="1">
                <a:solidFill>
                  <a:srgbClr val="26282B"/>
                </a:solidFill>
                <a:latin typeface="Replica LL TT"/>
              </a:rPr>
              <a:t>Cloud infrastructure and GPUs</a:t>
            </a:r>
          </a:p>
        </p:txBody>
      </p:sp>
      <p:sp>
        <p:nvSpPr>
          <p:cNvPr id="28" name="TextBox 27"/>
          <p:cNvSpPr txBox="1"/>
          <p:nvPr/>
        </p:nvSpPr>
        <p:spPr>
          <a:xfrm>
            <a:off x="4956048" y="3520440"/>
            <a:ext cx="3145536" cy="384048"/>
          </a:xfrm>
          <a:prstGeom prst="rect">
            <a:avLst/>
          </a:prstGeom>
          <a:noFill/>
        </p:spPr>
        <p:txBody>
          <a:bodyPr wrap="square" lIns="0" rIns="0" tIns="0" bIns="0" anchor="ctr">
            <a:spAutoFit/>
          </a:bodyPr>
          <a:lstStyle/>
          <a:p>
            <a:pPr algn="r"/>
            <a:r>
              <a:rPr sz="750" b="0">
                <a:solidFill>
                  <a:srgbClr val="6B7076"/>
                </a:solidFill>
                <a:latin typeface="Replica LL TT"/>
              </a:rPr>
              <a:t>Oracle</a:t>
            </a:r>
          </a:p>
        </p:txBody>
      </p:sp>
      <p:sp>
        <p:nvSpPr>
          <p:cNvPr id="29" name="TextBox 28"/>
          <p:cNvSpPr txBox="1"/>
          <p:nvPr/>
        </p:nvSpPr>
        <p:spPr>
          <a:xfrm>
            <a:off x="8394192" y="1938528"/>
            <a:ext cx="3429000" cy="219456"/>
          </a:xfrm>
          <a:prstGeom prst="rect">
            <a:avLst/>
          </a:prstGeom>
          <a:noFill/>
        </p:spPr>
        <p:txBody>
          <a:bodyPr wrap="square" lIns="0" rIns="0" tIns="0" bIns="0" anchor="t">
            <a:spAutoFit/>
          </a:bodyPr>
          <a:lstStyle/>
          <a:p>
            <a:pPr algn="l"/>
            <a:r>
              <a:rPr sz="1050" b="1">
                <a:solidFill>
                  <a:srgbClr val="F36949"/>
                </a:solidFill>
                <a:latin typeface="Replica LL TT"/>
              </a:rPr>
              <a:t>PROOF OF VALUE · DHL</a:t>
            </a:r>
          </a:p>
        </p:txBody>
      </p:sp>
      <p:sp>
        <p:nvSpPr>
          <p:cNvPr id="30" name="Rectangle 29"/>
          <p:cNvSpPr/>
          <p:nvPr/>
        </p:nvSpPr>
        <p:spPr>
          <a:xfrm>
            <a:off x="8394192" y="2203704"/>
            <a:ext cx="3429000" cy="1700784"/>
          </a:xfrm>
          <a:prstGeom prst="rect">
            <a:avLst/>
          </a:prstGeom>
          <a:solidFill>
            <a:srgbClr val="F4F6F7"/>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394192" y="2203704"/>
            <a:ext cx="45720" cy="1700784"/>
          </a:xfrm>
          <a:prstGeom prst="rect">
            <a:avLst/>
          </a:prstGeom>
          <a:solidFill>
            <a:srgbClr val="F369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577072" y="2295144"/>
            <a:ext cx="3063240" cy="219456"/>
          </a:xfrm>
          <a:prstGeom prst="rect">
            <a:avLst/>
          </a:prstGeom>
          <a:noFill/>
        </p:spPr>
        <p:txBody>
          <a:bodyPr wrap="square" lIns="0" rIns="0" tIns="0" bIns="0" anchor="t">
            <a:spAutoFit/>
          </a:bodyPr>
          <a:lstStyle/>
          <a:p>
            <a:pPr algn="l"/>
            <a:r>
              <a:rPr sz="800" b="0">
                <a:solidFill>
                  <a:srgbClr val="6B7076"/>
                </a:solidFill>
                <a:latin typeface="Replica LL TT"/>
              </a:rPr>
              <a:t>proof of value at DHL</a:t>
            </a:r>
          </a:p>
        </p:txBody>
      </p:sp>
      <p:sp>
        <p:nvSpPr>
          <p:cNvPr id="33" name="TextBox 32"/>
          <p:cNvSpPr txBox="1"/>
          <p:nvPr/>
        </p:nvSpPr>
        <p:spPr>
          <a:xfrm>
            <a:off x="8577072" y="2569464"/>
            <a:ext cx="3063240" cy="335280"/>
          </a:xfrm>
          <a:prstGeom prst="rect">
            <a:avLst/>
          </a:prstGeom>
          <a:noFill/>
        </p:spPr>
        <p:txBody>
          <a:bodyPr wrap="square" lIns="0" rIns="0" tIns="0" bIns="0" anchor="t">
            <a:spAutoFit/>
          </a:bodyPr>
          <a:lstStyle/>
          <a:p>
            <a:pPr algn="l"/>
            <a:r>
              <a:rPr sz="1200" b="1">
                <a:solidFill>
                  <a:srgbClr val="1485C3"/>
                </a:solidFill>
                <a:latin typeface="Replica LL TT"/>
              </a:rPr>
              <a:t>Research time</a:t>
            </a:r>
          </a:p>
          <a:p>
            <a:pPr algn="l"/>
            <a:r>
              <a:rPr sz="720" b="0">
                <a:solidFill>
                  <a:srgbClr val="6B7076"/>
                </a:solidFill>
                <a:latin typeface="Replica LL TT"/>
              </a:rPr>
              <a:t>hours an account manager spends preparing a customer conversation</a:t>
            </a:r>
          </a:p>
        </p:txBody>
      </p:sp>
      <p:sp>
        <p:nvSpPr>
          <p:cNvPr id="34" name="TextBox 33"/>
          <p:cNvSpPr txBox="1"/>
          <p:nvPr/>
        </p:nvSpPr>
        <p:spPr>
          <a:xfrm>
            <a:off x="8577072" y="2941320"/>
            <a:ext cx="3063240" cy="335280"/>
          </a:xfrm>
          <a:prstGeom prst="rect">
            <a:avLst/>
          </a:prstGeom>
          <a:noFill/>
        </p:spPr>
        <p:txBody>
          <a:bodyPr wrap="square" lIns="0" rIns="0" tIns="0" bIns="0" anchor="t">
            <a:spAutoFit/>
          </a:bodyPr>
          <a:lstStyle/>
          <a:p>
            <a:pPr algn="l"/>
            <a:r>
              <a:rPr sz="1200" b="1">
                <a:solidFill>
                  <a:srgbClr val="1485C3"/>
                </a:solidFill>
                <a:latin typeface="Replica LL TT"/>
              </a:rPr>
              <a:t>Time to act</a:t>
            </a:r>
          </a:p>
          <a:p>
            <a:pPr algn="l"/>
            <a:r>
              <a:rPr sz="720" b="0">
                <a:solidFill>
                  <a:srgbClr val="6B7076"/>
                </a:solidFill>
                <a:latin typeface="Replica LL TT"/>
              </a:rPr>
              <a:t>from a filing or news item to a reviewed next move in front of the team</a:t>
            </a:r>
          </a:p>
        </p:txBody>
      </p:sp>
      <p:sp>
        <p:nvSpPr>
          <p:cNvPr id="35" name="TextBox 34"/>
          <p:cNvSpPr txBox="1"/>
          <p:nvPr/>
        </p:nvSpPr>
        <p:spPr>
          <a:xfrm>
            <a:off x="8577072" y="3313176"/>
            <a:ext cx="3063240" cy="335280"/>
          </a:xfrm>
          <a:prstGeom prst="rect">
            <a:avLst/>
          </a:prstGeom>
          <a:noFill/>
        </p:spPr>
        <p:txBody>
          <a:bodyPr wrap="square" lIns="0" rIns="0" tIns="0" bIns="0" anchor="t">
            <a:spAutoFit/>
          </a:bodyPr>
          <a:lstStyle/>
          <a:p>
            <a:pPr algn="l"/>
            <a:r>
              <a:rPr sz="1150" b="1">
                <a:solidFill>
                  <a:srgbClr val="1485C3"/>
                </a:solidFill>
                <a:latin typeface="Replica LL TT"/>
              </a:rPr>
              <a:t>Pipeline</a:t>
            </a:r>
          </a:p>
          <a:p>
            <a:pPr algn="l"/>
            <a:r>
              <a:rPr sz="690" b="0">
                <a:solidFill>
                  <a:srgbClr val="6B7076"/>
                </a:solidFill>
                <a:latin typeface="Replica LL TT"/>
              </a:rPr>
              <a:t>qualified opportunities added to the pipeline from the changes it surfaces</a:t>
            </a:r>
          </a:p>
        </p:txBody>
      </p:sp>
      <p:sp>
        <p:nvSpPr>
          <p:cNvPr id="36" name="TextBox 35"/>
          <p:cNvSpPr txBox="1"/>
          <p:nvPr/>
        </p:nvSpPr>
        <p:spPr>
          <a:xfrm>
            <a:off x="8577072" y="3721608"/>
            <a:ext cx="3063240" cy="182880"/>
          </a:xfrm>
          <a:prstGeom prst="rect">
            <a:avLst/>
          </a:prstGeom>
          <a:noFill/>
        </p:spPr>
        <p:txBody>
          <a:bodyPr wrap="square" lIns="0" rIns="0" tIns="0" bIns="0" anchor="t">
            <a:spAutoFit/>
          </a:bodyPr>
          <a:lstStyle/>
          <a:p>
            <a:pPr algn="l"/>
            <a:r>
              <a:rPr sz="700" b="0">
                <a:solidFill>
                  <a:srgbClr val="8A9095"/>
                </a:solidFill>
                <a:latin typeface="Replica LL TT"/>
              </a:rPr>
              <a:t>Measured in the proof of value; results to follow.</a:t>
            </a:r>
          </a:p>
        </p:txBody>
      </p:sp>
      <p:sp>
        <p:nvSpPr>
          <p:cNvPr id="37" name="TextBox 36"/>
          <p:cNvSpPr txBox="1"/>
          <p:nvPr/>
        </p:nvSpPr>
        <p:spPr>
          <a:xfrm>
            <a:off x="384048" y="4050792"/>
            <a:ext cx="4224528" cy="219456"/>
          </a:xfrm>
          <a:prstGeom prst="rect">
            <a:avLst/>
          </a:prstGeom>
          <a:noFill/>
        </p:spPr>
        <p:txBody>
          <a:bodyPr wrap="square" lIns="0" rIns="0" tIns="0" bIns="0" anchor="t">
            <a:spAutoFit/>
          </a:bodyPr>
          <a:lstStyle/>
          <a:p>
            <a:pPr algn="l"/>
            <a:r>
              <a:rPr sz="1050" b="1">
                <a:solidFill>
                  <a:srgbClr val="1485C3"/>
                </a:solidFill>
                <a:latin typeface="Replica LL TT"/>
              </a:rPr>
              <a:t>SERVICE PACKAGES</a:t>
            </a:r>
          </a:p>
        </p:txBody>
      </p:sp>
      <p:sp>
        <p:nvSpPr>
          <p:cNvPr id="38" name="Rectangle 37"/>
          <p:cNvSpPr/>
          <p:nvPr/>
        </p:nvSpPr>
        <p:spPr>
          <a:xfrm>
            <a:off x="384048" y="4315968"/>
            <a:ext cx="4224528" cy="530352"/>
          </a:xfrm>
          <a:prstGeom prst="rect">
            <a:avLst/>
          </a:prstGeom>
          <a:solidFill>
            <a:srgbClr val="EAF3FB"/>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84048" y="4315968"/>
            <a:ext cx="45720" cy="530352"/>
          </a:xfrm>
          <a:prstGeom prst="rect">
            <a:avLst/>
          </a:prstGeom>
          <a:solidFill>
            <a:srgbClr val="1485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66928" y="4379976"/>
            <a:ext cx="2441448" cy="182880"/>
          </a:xfrm>
          <a:prstGeom prst="rect">
            <a:avLst/>
          </a:prstGeom>
          <a:noFill/>
        </p:spPr>
        <p:txBody>
          <a:bodyPr wrap="square" lIns="0" rIns="0" tIns="0" bIns="0" anchor="t">
            <a:spAutoFit/>
          </a:bodyPr>
          <a:lstStyle/>
          <a:p>
            <a:pPr algn="l"/>
            <a:r>
              <a:rPr sz="1000" b="1">
                <a:solidFill>
                  <a:srgbClr val="26282B"/>
                </a:solidFill>
                <a:latin typeface="Replica LL TT"/>
              </a:rPr>
              <a:t>PoV Jumpstart  ·  S</a:t>
            </a:r>
          </a:p>
        </p:txBody>
      </p:sp>
      <p:sp>
        <p:nvSpPr>
          <p:cNvPr id="41" name="TextBox 40"/>
          <p:cNvSpPr txBox="1"/>
          <p:nvPr/>
        </p:nvSpPr>
        <p:spPr>
          <a:xfrm>
            <a:off x="566928" y="4553712"/>
            <a:ext cx="2441448" cy="274320"/>
          </a:xfrm>
          <a:prstGeom prst="rect">
            <a:avLst/>
          </a:prstGeom>
          <a:noFill/>
        </p:spPr>
        <p:txBody>
          <a:bodyPr wrap="square" lIns="0" rIns="0" tIns="0" bIns="0" anchor="t">
            <a:spAutoFit/>
          </a:bodyPr>
          <a:lstStyle/>
          <a:p>
            <a:pPr algn="l"/>
            <a:r>
              <a:rPr sz="800" b="0">
                <a:solidFill>
                  <a:srgbClr val="6B7076"/>
                </a:solidFill>
                <a:latin typeface="Replica LL TT"/>
              </a:rPr>
              <a:t>One signal set, one segment, files in and out: prove the reviewer agrees.</a:t>
            </a:r>
          </a:p>
        </p:txBody>
      </p:sp>
      <p:sp>
        <p:nvSpPr>
          <p:cNvPr id="42" name="TextBox 41"/>
          <p:cNvSpPr txBox="1"/>
          <p:nvPr/>
        </p:nvSpPr>
        <p:spPr>
          <a:xfrm>
            <a:off x="3026664" y="4379976"/>
            <a:ext cx="1417320" cy="219456"/>
          </a:xfrm>
          <a:prstGeom prst="rect">
            <a:avLst/>
          </a:prstGeom>
          <a:noFill/>
        </p:spPr>
        <p:txBody>
          <a:bodyPr wrap="square" lIns="0" rIns="0" tIns="0" bIns="0" anchor="t">
            <a:spAutoFit/>
          </a:bodyPr>
          <a:lstStyle/>
          <a:p>
            <a:pPr algn="r"/>
            <a:r>
              <a:rPr sz="1200" b="1">
                <a:solidFill>
                  <a:srgbClr val="1485C3"/>
                </a:solidFill>
                <a:latin typeface="Replica LL TT"/>
              </a:rPr>
              <a:t>To be defined</a:t>
            </a:r>
          </a:p>
        </p:txBody>
      </p:sp>
      <p:sp>
        <p:nvSpPr>
          <p:cNvPr id="43" name="TextBox 42"/>
          <p:cNvSpPr txBox="1"/>
          <p:nvPr/>
        </p:nvSpPr>
        <p:spPr>
          <a:xfrm>
            <a:off x="3026664" y="4608576"/>
            <a:ext cx="1417320" cy="164592"/>
          </a:xfrm>
          <a:prstGeom prst="rect">
            <a:avLst/>
          </a:prstGeom>
          <a:noFill/>
        </p:spPr>
        <p:txBody>
          <a:bodyPr wrap="square" lIns="0" rIns="0" tIns="0" bIns="0" anchor="t">
            <a:spAutoFit/>
          </a:bodyPr>
          <a:lstStyle/>
          <a:p>
            <a:pPr algn="r"/>
            <a:r>
              <a:rPr sz="850" b="0">
                <a:solidFill>
                  <a:srgbClr val="6B7076"/>
                </a:solidFill>
                <a:latin typeface="Replica LL TT"/>
              </a:rPr>
              <a:t>6–8 weeks</a:t>
            </a:r>
          </a:p>
        </p:txBody>
      </p:sp>
      <p:sp>
        <p:nvSpPr>
          <p:cNvPr id="44" name="Rectangle 43"/>
          <p:cNvSpPr/>
          <p:nvPr/>
        </p:nvSpPr>
        <p:spPr>
          <a:xfrm>
            <a:off x="384048" y="4928616"/>
            <a:ext cx="4224528" cy="530352"/>
          </a:xfrm>
          <a:prstGeom prst="rect">
            <a:avLst/>
          </a:prstGeom>
          <a:solidFill>
            <a:srgbClr val="EAF3FB"/>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84048" y="4928616"/>
            <a:ext cx="45720" cy="530352"/>
          </a:xfrm>
          <a:prstGeom prst="rect">
            <a:avLst/>
          </a:prstGeom>
          <a:solidFill>
            <a:srgbClr val="6DB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66928" y="4992624"/>
            <a:ext cx="2441448" cy="182880"/>
          </a:xfrm>
          <a:prstGeom prst="rect">
            <a:avLst/>
          </a:prstGeom>
          <a:noFill/>
        </p:spPr>
        <p:txBody>
          <a:bodyPr wrap="square" lIns="0" rIns="0" tIns="0" bIns="0" anchor="t">
            <a:spAutoFit/>
          </a:bodyPr>
          <a:lstStyle/>
          <a:p>
            <a:pPr algn="l"/>
            <a:r>
              <a:rPr sz="1000" b="1">
                <a:solidFill>
                  <a:srgbClr val="26282B"/>
                </a:solidFill>
                <a:latin typeface="Replica LL TT"/>
              </a:rPr>
              <a:t>Integration  ·  M</a:t>
            </a:r>
          </a:p>
        </p:txBody>
      </p:sp>
      <p:sp>
        <p:nvSpPr>
          <p:cNvPr id="47" name="TextBox 46"/>
          <p:cNvSpPr txBox="1"/>
          <p:nvPr/>
        </p:nvSpPr>
        <p:spPr>
          <a:xfrm>
            <a:off x="566928" y="5166360"/>
            <a:ext cx="2441448" cy="274320"/>
          </a:xfrm>
          <a:prstGeom prst="rect">
            <a:avLst/>
          </a:prstGeom>
          <a:noFill/>
        </p:spPr>
        <p:txBody>
          <a:bodyPr wrap="square" lIns="0" rIns="0" tIns="0" bIns="0" anchor="t">
            <a:spAutoFit/>
          </a:bodyPr>
          <a:lstStyle/>
          <a:p>
            <a:pPr algn="l"/>
            <a:r>
              <a:rPr sz="800" b="0">
                <a:solidFill>
                  <a:srgbClr val="6B7076"/>
                </a:solidFill>
                <a:latin typeface="Replica LL TT"/>
              </a:rPr>
              <a:t>Wired into the team's day: licensed feeds in, system of record out.</a:t>
            </a:r>
          </a:p>
        </p:txBody>
      </p:sp>
      <p:sp>
        <p:nvSpPr>
          <p:cNvPr id="48" name="TextBox 47"/>
          <p:cNvSpPr txBox="1"/>
          <p:nvPr/>
        </p:nvSpPr>
        <p:spPr>
          <a:xfrm>
            <a:off x="3026664" y="4992624"/>
            <a:ext cx="1417320" cy="219456"/>
          </a:xfrm>
          <a:prstGeom prst="rect">
            <a:avLst/>
          </a:prstGeom>
          <a:noFill/>
        </p:spPr>
        <p:txBody>
          <a:bodyPr wrap="square" lIns="0" rIns="0" tIns="0" bIns="0" anchor="t">
            <a:spAutoFit/>
          </a:bodyPr>
          <a:lstStyle/>
          <a:p>
            <a:pPr algn="r"/>
            <a:r>
              <a:rPr sz="1200" b="1">
                <a:solidFill>
                  <a:srgbClr val="1485C3"/>
                </a:solidFill>
                <a:latin typeface="Replica LL TT"/>
              </a:rPr>
              <a:t>To be defined</a:t>
            </a:r>
          </a:p>
        </p:txBody>
      </p:sp>
      <p:sp>
        <p:nvSpPr>
          <p:cNvPr id="49" name="TextBox 48"/>
          <p:cNvSpPr txBox="1"/>
          <p:nvPr/>
        </p:nvSpPr>
        <p:spPr>
          <a:xfrm>
            <a:off x="3026664" y="5221224"/>
            <a:ext cx="1417320" cy="164592"/>
          </a:xfrm>
          <a:prstGeom prst="rect">
            <a:avLst/>
          </a:prstGeom>
          <a:noFill/>
        </p:spPr>
        <p:txBody>
          <a:bodyPr wrap="square" lIns="0" rIns="0" tIns="0" bIns="0" anchor="t">
            <a:spAutoFit/>
          </a:bodyPr>
          <a:lstStyle/>
          <a:p>
            <a:pPr algn="r"/>
            <a:r>
              <a:rPr sz="850" b="0">
                <a:solidFill>
                  <a:srgbClr val="6B7076"/>
                </a:solidFill>
                <a:latin typeface="Replica LL TT"/>
              </a:rPr>
              <a:t>To be defined</a:t>
            </a:r>
          </a:p>
        </p:txBody>
      </p:sp>
      <p:sp>
        <p:nvSpPr>
          <p:cNvPr id="50" name="Rectangle 49"/>
          <p:cNvSpPr/>
          <p:nvPr/>
        </p:nvSpPr>
        <p:spPr>
          <a:xfrm>
            <a:off x="384048" y="5541264"/>
            <a:ext cx="4224528" cy="530352"/>
          </a:xfrm>
          <a:prstGeom prst="rect">
            <a:avLst/>
          </a:prstGeom>
          <a:solidFill>
            <a:srgbClr val="EAF3FB"/>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84048" y="5541264"/>
            <a:ext cx="45720" cy="530352"/>
          </a:xfrm>
          <a:prstGeom prst="rect">
            <a:avLst/>
          </a:prstGeom>
          <a:solidFill>
            <a:srgbClr val="D2D8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66928" y="5605272"/>
            <a:ext cx="2441448" cy="182880"/>
          </a:xfrm>
          <a:prstGeom prst="rect">
            <a:avLst/>
          </a:prstGeom>
          <a:noFill/>
        </p:spPr>
        <p:txBody>
          <a:bodyPr wrap="square" lIns="0" rIns="0" tIns="0" bIns="0" anchor="t">
            <a:spAutoFit/>
          </a:bodyPr>
          <a:lstStyle/>
          <a:p>
            <a:pPr algn="l"/>
            <a:r>
              <a:rPr sz="1000" b="1">
                <a:solidFill>
                  <a:srgbClr val="26282B"/>
                </a:solidFill>
                <a:latin typeface="Replica LL TT"/>
              </a:rPr>
              <a:t>Scaling  ·  L</a:t>
            </a:r>
          </a:p>
        </p:txBody>
      </p:sp>
      <p:sp>
        <p:nvSpPr>
          <p:cNvPr id="53" name="TextBox 52"/>
          <p:cNvSpPr txBox="1"/>
          <p:nvPr/>
        </p:nvSpPr>
        <p:spPr>
          <a:xfrm>
            <a:off x="566928" y="5779008"/>
            <a:ext cx="2441448" cy="274320"/>
          </a:xfrm>
          <a:prstGeom prst="rect">
            <a:avLst/>
          </a:prstGeom>
          <a:noFill/>
        </p:spPr>
        <p:txBody>
          <a:bodyPr wrap="square" lIns="0" rIns="0" tIns="0" bIns="0" anchor="t">
            <a:spAutoFit/>
          </a:bodyPr>
          <a:lstStyle/>
          <a:p>
            <a:pPr algn="l"/>
            <a:r>
              <a:rPr sz="800" b="0">
                <a:solidFill>
                  <a:srgbClr val="6B7076"/>
                </a:solidFill>
                <a:latin typeface="Replica LL TT"/>
              </a:rPr>
              <a:t>Make it improve: live write-back, outcome capture, confidence tested against real outcomes.</a:t>
            </a:r>
          </a:p>
        </p:txBody>
      </p:sp>
      <p:sp>
        <p:nvSpPr>
          <p:cNvPr id="54" name="TextBox 53"/>
          <p:cNvSpPr txBox="1"/>
          <p:nvPr/>
        </p:nvSpPr>
        <p:spPr>
          <a:xfrm>
            <a:off x="3026664" y="5605272"/>
            <a:ext cx="1417320" cy="219456"/>
          </a:xfrm>
          <a:prstGeom prst="rect">
            <a:avLst/>
          </a:prstGeom>
          <a:noFill/>
        </p:spPr>
        <p:txBody>
          <a:bodyPr wrap="square" lIns="0" rIns="0" tIns="0" bIns="0" anchor="t">
            <a:spAutoFit/>
          </a:bodyPr>
          <a:lstStyle/>
          <a:p>
            <a:pPr algn="r"/>
            <a:r>
              <a:rPr sz="1200" b="1">
                <a:solidFill>
                  <a:srgbClr val="1485C3"/>
                </a:solidFill>
                <a:latin typeface="Replica LL TT"/>
              </a:rPr>
              <a:t>To be defined</a:t>
            </a:r>
          </a:p>
        </p:txBody>
      </p:sp>
      <p:sp>
        <p:nvSpPr>
          <p:cNvPr id="55" name="TextBox 54"/>
          <p:cNvSpPr txBox="1"/>
          <p:nvPr/>
        </p:nvSpPr>
        <p:spPr>
          <a:xfrm>
            <a:off x="3026664" y="5833872"/>
            <a:ext cx="1417320" cy="164592"/>
          </a:xfrm>
          <a:prstGeom prst="rect">
            <a:avLst/>
          </a:prstGeom>
          <a:noFill/>
        </p:spPr>
        <p:txBody>
          <a:bodyPr wrap="square" lIns="0" rIns="0" tIns="0" bIns="0" anchor="t">
            <a:spAutoFit/>
          </a:bodyPr>
          <a:lstStyle/>
          <a:p>
            <a:pPr algn="r"/>
            <a:r>
              <a:rPr sz="850" b="0">
                <a:solidFill>
                  <a:srgbClr val="6B7076"/>
                </a:solidFill>
                <a:latin typeface="Replica LL TT"/>
              </a:rPr>
              <a:t>To be defined</a:t>
            </a:r>
          </a:p>
        </p:txBody>
      </p:sp>
      <p:sp>
        <p:nvSpPr>
          <p:cNvPr id="56" name="TextBox 55"/>
          <p:cNvSpPr txBox="1"/>
          <p:nvPr/>
        </p:nvSpPr>
        <p:spPr>
          <a:xfrm>
            <a:off x="4773168" y="4050792"/>
            <a:ext cx="3456432" cy="219456"/>
          </a:xfrm>
          <a:prstGeom prst="rect">
            <a:avLst/>
          </a:prstGeom>
          <a:noFill/>
        </p:spPr>
        <p:txBody>
          <a:bodyPr wrap="square" lIns="0" rIns="0" tIns="0" bIns="0" anchor="t">
            <a:spAutoFit/>
          </a:bodyPr>
          <a:lstStyle/>
          <a:p>
            <a:pPr algn="l"/>
            <a:r>
              <a:rPr sz="1050" b="1">
                <a:solidFill>
                  <a:srgbClr val="1485C3"/>
                </a:solidFill>
                <a:latin typeface="Replica LL TT"/>
              </a:rPr>
              <a:t>CAPABILITIES</a:t>
            </a:r>
          </a:p>
        </p:txBody>
      </p:sp>
      <p:sp>
        <p:nvSpPr>
          <p:cNvPr id="57" name="Rectangle 56"/>
          <p:cNvSpPr/>
          <p:nvPr/>
        </p:nvSpPr>
        <p:spPr>
          <a:xfrm>
            <a:off x="4773168" y="4315968"/>
            <a:ext cx="1280160" cy="251812"/>
          </a:xfrm>
          <a:prstGeom prst="rect">
            <a:avLst/>
          </a:prstGeom>
          <a:solidFill>
            <a:srgbClr val="F4F6F7"/>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846320" y="4315968"/>
            <a:ext cx="1133856" cy="251812"/>
          </a:xfrm>
          <a:prstGeom prst="rect">
            <a:avLst/>
          </a:prstGeom>
          <a:noFill/>
        </p:spPr>
        <p:txBody>
          <a:bodyPr wrap="square" lIns="0" rIns="0" tIns="0" bIns="0" anchor="ctr">
            <a:spAutoFit/>
          </a:bodyPr>
          <a:lstStyle/>
          <a:p>
            <a:pPr algn="l"/>
            <a:r>
              <a:rPr sz="650" b="1">
                <a:solidFill>
                  <a:srgbClr val="26282B"/>
                </a:solidFill>
                <a:latin typeface="Replica LL TT"/>
              </a:rPr>
              <a:t>Account universe &amp; grounding</a:t>
            </a:r>
          </a:p>
        </p:txBody>
      </p:sp>
      <p:sp>
        <p:nvSpPr>
          <p:cNvPr id="59" name="Rectangle 58"/>
          <p:cNvSpPr/>
          <p:nvPr/>
        </p:nvSpPr>
        <p:spPr>
          <a:xfrm>
            <a:off x="6071616" y="4315968"/>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144768" y="4315968"/>
            <a:ext cx="2011680" cy="116762"/>
          </a:xfrm>
          <a:prstGeom prst="rect">
            <a:avLst/>
          </a:prstGeom>
          <a:noFill/>
        </p:spPr>
        <p:txBody>
          <a:bodyPr wrap="square" lIns="0" rIns="0" tIns="0" bIns="0" anchor="ctr">
            <a:spAutoFit/>
          </a:bodyPr>
          <a:lstStyle/>
          <a:p>
            <a:pPr algn="l"/>
            <a:r>
              <a:rPr sz="600" b="0">
                <a:solidFill>
                  <a:srgbClr val="26282B"/>
                </a:solidFill>
                <a:latin typeface="Replica LL TT"/>
              </a:rPr>
              <a:t>The account universe</a:t>
            </a:r>
          </a:p>
        </p:txBody>
      </p:sp>
      <p:sp>
        <p:nvSpPr>
          <p:cNvPr id="61" name="Rectangle 60"/>
          <p:cNvSpPr/>
          <p:nvPr/>
        </p:nvSpPr>
        <p:spPr>
          <a:xfrm>
            <a:off x="6071616" y="4451018"/>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144768" y="4451018"/>
            <a:ext cx="2011680" cy="116762"/>
          </a:xfrm>
          <a:prstGeom prst="rect">
            <a:avLst/>
          </a:prstGeom>
          <a:noFill/>
        </p:spPr>
        <p:txBody>
          <a:bodyPr wrap="square" lIns="0" rIns="0" tIns="0" bIns="0" anchor="ctr">
            <a:spAutoFit/>
          </a:bodyPr>
          <a:lstStyle/>
          <a:p>
            <a:pPr algn="l"/>
            <a:r>
              <a:rPr sz="600" b="0">
                <a:solidFill>
                  <a:srgbClr val="26282B"/>
                </a:solidFill>
                <a:latin typeface="Replica LL TT"/>
              </a:rPr>
              <a:t>Sources</a:t>
            </a:r>
          </a:p>
        </p:txBody>
      </p:sp>
      <p:sp>
        <p:nvSpPr>
          <p:cNvPr id="63" name="Rectangle 62"/>
          <p:cNvSpPr/>
          <p:nvPr/>
        </p:nvSpPr>
        <p:spPr>
          <a:xfrm>
            <a:off x="4773168" y="4586068"/>
            <a:ext cx="1280160" cy="251812"/>
          </a:xfrm>
          <a:prstGeom prst="rect">
            <a:avLst/>
          </a:prstGeom>
          <a:solidFill>
            <a:srgbClr val="F4F6F7"/>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4846320" y="4586068"/>
            <a:ext cx="1133856" cy="251812"/>
          </a:xfrm>
          <a:prstGeom prst="rect">
            <a:avLst/>
          </a:prstGeom>
          <a:noFill/>
        </p:spPr>
        <p:txBody>
          <a:bodyPr wrap="square" lIns="0" rIns="0" tIns="0" bIns="0" anchor="ctr">
            <a:spAutoFit/>
          </a:bodyPr>
          <a:lstStyle/>
          <a:p>
            <a:pPr algn="l"/>
            <a:r>
              <a:rPr sz="650" b="1">
                <a:solidFill>
                  <a:srgbClr val="26282B"/>
                </a:solidFill>
                <a:latin typeface="Replica LL TT"/>
              </a:rPr>
              <a:t>Signal intake &amp; normalization</a:t>
            </a:r>
          </a:p>
        </p:txBody>
      </p:sp>
      <p:sp>
        <p:nvSpPr>
          <p:cNvPr id="65" name="Rectangle 64"/>
          <p:cNvSpPr/>
          <p:nvPr/>
        </p:nvSpPr>
        <p:spPr>
          <a:xfrm>
            <a:off x="6071616" y="4586068"/>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6144768" y="4586068"/>
            <a:ext cx="2011680" cy="116762"/>
          </a:xfrm>
          <a:prstGeom prst="rect">
            <a:avLst/>
          </a:prstGeom>
          <a:noFill/>
        </p:spPr>
        <p:txBody>
          <a:bodyPr wrap="square" lIns="0" rIns="0" tIns="0" bIns="0" anchor="ctr">
            <a:spAutoFit/>
          </a:bodyPr>
          <a:lstStyle/>
          <a:p>
            <a:pPr algn="l"/>
            <a:r>
              <a:rPr sz="600" b="0">
                <a:solidFill>
                  <a:srgbClr val="26282B"/>
                </a:solidFill>
                <a:latin typeface="Replica LL TT"/>
              </a:rPr>
              <a:t>Trigger</a:t>
            </a:r>
          </a:p>
        </p:txBody>
      </p:sp>
      <p:sp>
        <p:nvSpPr>
          <p:cNvPr id="67" name="Rectangle 66"/>
          <p:cNvSpPr/>
          <p:nvPr/>
        </p:nvSpPr>
        <p:spPr>
          <a:xfrm>
            <a:off x="6071616" y="4721118"/>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6144768" y="4721118"/>
            <a:ext cx="2011680" cy="116762"/>
          </a:xfrm>
          <a:prstGeom prst="rect">
            <a:avLst/>
          </a:prstGeom>
          <a:noFill/>
        </p:spPr>
        <p:txBody>
          <a:bodyPr wrap="square" lIns="0" rIns="0" tIns="0" bIns="0" anchor="ctr">
            <a:spAutoFit/>
          </a:bodyPr>
          <a:lstStyle/>
          <a:p>
            <a:pPr algn="l"/>
            <a:r>
              <a:rPr sz="600" b="0">
                <a:solidFill>
                  <a:srgbClr val="26282B"/>
                </a:solidFill>
                <a:latin typeface="Replica LL TT"/>
              </a:rPr>
              <a:t>Normalization</a:t>
            </a:r>
          </a:p>
        </p:txBody>
      </p:sp>
      <p:sp>
        <p:nvSpPr>
          <p:cNvPr id="69" name="Rectangle 68"/>
          <p:cNvSpPr/>
          <p:nvPr/>
        </p:nvSpPr>
        <p:spPr>
          <a:xfrm>
            <a:off x="4773168" y="4856167"/>
            <a:ext cx="1280160" cy="656961"/>
          </a:xfrm>
          <a:prstGeom prst="rect">
            <a:avLst/>
          </a:prstGeom>
          <a:solidFill>
            <a:srgbClr val="F4F6F7"/>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4846320" y="4856167"/>
            <a:ext cx="1133856" cy="656961"/>
          </a:xfrm>
          <a:prstGeom prst="rect">
            <a:avLst/>
          </a:prstGeom>
          <a:noFill/>
        </p:spPr>
        <p:txBody>
          <a:bodyPr wrap="square" lIns="0" rIns="0" tIns="0" bIns="0" anchor="ctr">
            <a:spAutoFit/>
          </a:bodyPr>
          <a:lstStyle/>
          <a:p>
            <a:pPr algn="l"/>
            <a:r>
              <a:rPr sz="650" b="1">
                <a:solidFill>
                  <a:srgbClr val="26282B"/>
                </a:solidFill>
                <a:latin typeface="Replica LL TT"/>
              </a:rPr>
              <a:t>Implication reasoning</a:t>
            </a:r>
          </a:p>
        </p:txBody>
      </p:sp>
      <p:sp>
        <p:nvSpPr>
          <p:cNvPr id="71" name="Rectangle 70"/>
          <p:cNvSpPr/>
          <p:nvPr/>
        </p:nvSpPr>
        <p:spPr>
          <a:xfrm>
            <a:off x="6071616" y="4856167"/>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6144768" y="4856167"/>
            <a:ext cx="2011680" cy="116762"/>
          </a:xfrm>
          <a:prstGeom prst="rect">
            <a:avLst/>
          </a:prstGeom>
          <a:noFill/>
        </p:spPr>
        <p:txBody>
          <a:bodyPr wrap="square" lIns="0" rIns="0" tIns="0" bIns="0" anchor="ctr">
            <a:spAutoFit/>
          </a:bodyPr>
          <a:lstStyle/>
          <a:p>
            <a:pPr algn="l"/>
            <a:r>
              <a:rPr sz="600" b="0">
                <a:solidFill>
                  <a:srgbClr val="26282B"/>
                </a:solidFill>
                <a:latin typeface="Replica LL TT"/>
              </a:rPr>
              <a:t>Evidence</a:t>
            </a:r>
          </a:p>
        </p:txBody>
      </p:sp>
      <p:sp>
        <p:nvSpPr>
          <p:cNvPr id="73" name="Rectangle 72"/>
          <p:cNvSpPr/>
          <p:nvPr/>
        </p:nvSpPr>
        <p:spPr>
          <a:xfrm>
            <a:off x="6071616" y="4991217"/>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6144768" y="4991217"/>
            <a:ext cx="2011680" cy="116762"/>
          </a:xfrm>
          <a:prstGeom prst="rect">
            <a:avLst/>
          </a:prstGeom>
          <a:noFill/>
        </p:spPr>
        <p:txBody>
          <a:bodyPr wrap="square" lIns="0" rIns="0" tIns="0" bIns="0" anchor="ctr">
            <a:spAutoFit/>
          </a:bodyPr>
          <a:lstStyle/>
          <a:p>
            <a:pPr algn="l"/>
            <a:r>
              <a:rPr sz="600" b="0">
                <a:solidFill>
                  <a:srgbClr val="26282B"/>
                </a:solidFill>
                <a:latin typeface="Replica LL TT"/>
              </a:rPr>
              <a:t>The implication</a:t>
            </a:r>
          </a:p>
        </p:txBody>
      </p:sp>
      <p:sp>
        <p:nvSpPr>
          <p:cNvPr id="75" name="Rectangle 74"/>
          <p:cNvSpPr/>
          <p:nvPr/>
        </p:nvSpPr>
        <p:spPr>
          <a:xfrm>
            <a:off x="6071616" y="5126267"/>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6144768" y="5126267"/>
            <a:ext cx="2011680" cy="116762"/>
          </a:xfrm>
          <a:prstGeom prst="rect">
            <a:avLst/>
          </a:prstGeom>
          <a:noFill/>
        </p:spPr>
        <p:txBody>
          <a:bodyPr wrap="square" lIns="0" rIns="0" tIns="0" bIns="0" anchor="ctr">
            <a:spAutoFit/>
          </a:bodyPr>
          <a:lstStyle/>
          <a:p>
            <a:pPr algn="l"/>
            <a:r>
              <a:rPr sz="600" b="0">
                <a:solidFill>
                  <a:srgbClr val="26282B"/>
                </a:solidFill>
                <a:latin typeface="Replica LL TT"/>
              </a:rPr>
              <a:t>Catalog mapping</a:t>
            </a:r>
          </a:p>
        </p:txBody>
      </p:sp>
      <p:sp>
        <p:nvSpPr>
          <p:cNvPr id="77" name="Rectangle 76"/>
          <p:cNvSpPr/>
          <p:nvPr/>
        </p:nvSpPr>
        <p:spPr>
          <a:xfrm>
            <a:off x="6071616" y="5261317"/>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6144768" y="5261317"/>
            <a:ext cx="2011680" cy="116762"/>
          </a:xfrm>
          <a:prstGeom prst="rect">
            <a:avLst/>
          </a:prstGeom>
          <a:noFill/>
        </p:spPr>
        <p:txBody>
          <a:bodyPr wrap="square" lIns="0" rIns="0" tIns="0" bIns="0" anchor="ctr">
            <a:spAutoFit/>
          </a:bodyPr>
          <a:lstStyle/>
          <a:p>
            <a:pPr algn="l"/>
            <a:r>
              <a:rPr sz="600" b="0">
                <a:solidFill>
                  <a:srgbClr val="26282B"/>
                </a:solidFill>
                <a:latin typeface="Replica LL TT"/>
              </a:rPr>
              <a:t>Ripple</a:t>
            </a:r>
          </a:p>
        </p:txBody>
      </p:sp>
      <p:sp>
        <p:nvSpPr>
          <p:cNvPr id="79" name="Rectangle 78"/>
          <p:cNvSpPr/>
          <p:nvPr/>
        </p:nvSpPr>
        <p:spPr>
          <a:xfrm>
            <a:off x="6071616" y="5396367"/>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6144768" y="5396367"/>
            <a:ext cx="2011680" cy="116762"/>
          </a:xfrm>
          <a:prstGeom prst="rect">
            <a:avLst/>
          </a:prstGeom>
          <a:noFill/>
        </p:spPr>
        <p:txBody>
          <a:bodyPr wrap="square" lIns="0" rIns="0" tIns="0" bIns="0" anchor="ctr">
            <a:spAutoFit/>
          </a:bodyPr>
          <a:lstStyle/>
          <a:p>
            <a:pPr algn="l"/>
            <a:r>
              <a:rPr sz="600" b="0">
                <a:solidFill>
                  <a:srgbClr val="26282B"/>
                </a:solidFill>
                <a:latin typeface="Replica LL TT"/>
              </a:rPr>
              <a:t>Scoring</a:t>
            </a:r>
          </a:p>
        </p:txBody>
      </p:sp>
      <p:sp>
        <p:nvSpPr>
          <p:cNvPr id="81" name="Rectangle 80"/>
          <p:cNvSpPr/>
          <p:nvPr/>
        </p:nvSpPr>
        <p:spPr>
          <a:xfrm>
            <a:off x="4773168" y="5531417"/>
            <a:ext cx="1280160" cy="251812"/>
          </a:xfrm>
          <a:prstGeom prst="rect">
            <a:avLst/>
          </a:prstGeom>
          <a:solidFill>
            <a:srgbClr val="F4F6F7"/>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4846320" y="5531417"/>
            <a:ext cx="1133856" cy="251812"/>
          </a:xfrm>
          <a:prstGeom prst="rect">
            <a:avLst/>
          </a:prstGeom>
          <a:noFill/>
        </p:spPr>
        <p:txBody>
          <a:bodyPr wrap="square" lIns="0" rIns="0" tIns="0" bIns="0" anchor="ctr">
            <a:spAutoFit/>
          </a:bodyPr>
          <a:lstStyle/>
          <a:p>
            <a:pPr algn="l"/>
            <a:r>
              <a:rPr sz="650" b="1">
                <a:solidFill>
                  <a:srgbClr val="26282B"/>
                </a:solidFill>
                <a:latin typeface="Replica LL TT"/>
              </a:rPr>
              <a:t>Review &amp; evidence</a:t>
            </a:r>
          </a:p>
        </p:txBody>
      </p:sp>
      <p:sp>
        <p:nvSpPr>
          <p:cNvPr id="83" name="Rectangle 82"/>
          <p:cNvSpPr/>
          <p:nvPr/>
        </p:nvSpPr>
        <p:spPr>
          <a:xfrm>
            <a:off x="6071616" y="5531417"/>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6144768" y="5531417"/>
            <a:ext cx="2011680" cy="116762"/>
          </a:xfrm>
          <a:prstGeom prst="rect">
            <a:avLst/>
          </a:prstGeom>
          <a:noFill/>
        </p:spPr>
        <p:txBody>
          <a:bodyPr wrap="square" lIns="0" rIns="0" tIns="0" bIns="0" anchor="ctr">
            <a:spAutoFit/>
          </a:bodyPr>
          <a:lstStyle/>
          <a:p>
            <a:pPr algn="l"/>
            <a:r>
              <a:rPr sz="600" b="0">
                <a:solidFill>
                  <a:srgbClr val="26282B"/>
                </a:solidFill>
                <a:latin typeface="Replica LL TT"/>
              </a:rPr>
              <a:t>The reviewer</a:t>
            </a:r>
          </a:p>
        </p:txBody>
      </p:sp>
      <p:sp>
        <p:nvSpPr>
          <p:cNvPr id="85" name="Rectangle 84"/>
          <p:cNvSpPr/>
          <p:nvPr/>
        </p:nvSpPr>
        <p:spPr>
          <a:xfrm>
            <a:off x="6071616" y="5666466"/>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TextBox 85"/>
          <p:cNvSpPr txBox="1"/>
          <p:nvPr/>
        </p:nvSpPr>
        <p:spPr>
          <a:xfrm>
            <a:off x="6144768" y="5666466"/>
            <a:ext cx="2011680" cy="116762"/>
          </a:xfrm>
          <a:prstGeom prst="rect">
            <a:avLst/>
          </a:prstGeom>
          <a:noFill/>
        </p:spPr>
        <p:txBody>
          <a:bodyPr wrap="square" lIns="0" rIns="0" tIns="0" bIns="0" anchor="ctr">
            <a:spAutoFit/>
          </a:bodyPr>
          <a:lstStyle/>
          <a:p>
            <a:pPr algn="l"/>
            <a:r>
              <a:rPr sz="600" b="0">
                <a:solidFill>
                  <a:srgbClr val="26282B"/>
                </a:solidFill>
                <a:latin typeface="Replica LL TT"/>
              </a:rPr>
              <a:t>Evaluation</a:t>
            </a:r>
          </a:p>
        </p:txBody>
      </p:sp>
      <p:sp>
        <p:nvSpPr>
          <p:cNvPr id="87" name="Rectangle 86"/>
          <p:cNvSpPr/>
          <p:nvPr/>
        </p:nvSpPr>
        <p:spPr>
          <a:xfrm>
            <a:off x="4773168" y="5801516"/>
            <a:ext cx="1280160" cy="251812"/>
          </a:xfrm>
          <a:prstGeom prst="rect">
            <a:avLst/>
          </a:prstGeom>
          <a:solidFill>
            <a:srgbClr val="F4F6F7"/>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TextBox 87"/>
          <p:cNvSpPr txBox="1"/>
          <p:nvPr/>
        </p:nvSpPr>
        <p:spPr>
          <a:xfrm>
            <a:off x="4846320" y="5801516"/>
            <a:ext cx="1133856" cy="251812"/>
          </a:xfrm>
          <a:prstGeom prst="rect">
            <a:avLst/>
          </a:prstGeom>
          <a:noFill/>
        </p:spPr>
        <p:txBody>
          <a:bodyPr wrap="square" lIns="0" rIns="0" tIns="0" bIns="0" anchor="ctr">
            <a:spAutoFit/>
          </a:bodyPr>
          <a:lstStyle/>
          <a:p>
            <a:pPr algn="l"/>
            <a:r>
              <a:rPr sz="650" b="1">
                <a:solidFill>
                  <a:srgbClr val="26282B"/>
                </a:solidFill>
                <a:latin typeface="Replica LL TT"/>
              </a:rPr>
              <a:t>Output &amp; delivery</a:t>
            </a:r>
          </a:p>
        </p:txBody>
      </p:sp>
      <p:sp>
        <p:nvSpPr>
          <p:cNvPr id="89" name="Rectangle 88"/>
          <p:cNvSpPr/>
          <p:nvPr/>
        </p:nvSpPr>
        <p:spPr>
          <a:xfrm>
            <a:off x="6071616" y="5801516"/>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6144768" y="5801516"/>
            <a:ext cx="2011680" cy="116762"/>
          </a:xfrm>
          <a:prstGeom prst="rect">
            <a:avLst/>
          </a:prstGeom>
          <a:noFill/>
        </p:spPr>
        <p:txBody>
          <a:bodyPr wrap="square" lIns="0" rIns="0" tIns="0" bIns="0" anchor="ctr">
            <a:spAutoFit/>
          </a:bodyPr>
          <a:lstStyle/>
          <a:p>
            <a:pPr algn="l"/>
            <a:r>
              <a:rPr sz="600" b="0">
                <a:solidFill>
                  <a:srgbClr val="26282B"/>
                </a:solidFill>
                <a:latin typeface="Replica LL TT"/>
              </a:rPr>
              <a:t>The record</a:t>
            </a:r>
          </a:p>
        </p:txBody>
      </p:sp>
      <p:sp>
        <p:nvSpPr>
          <p:cNvPr id="91" name="Rectangle 90"/>
          <p:cNvSpPr/>
          <p:nvPr/>
        </p:nvSpPr>
        <p:spPr>
          <a:xfrm>
            <a:off x="6071616" y="5936566"/>
            <a:ext cx="2157984" cy="116762"/>
          </a:xfrm>
          <a:prstGeom prst="rect">
            <a:avLst/>
          </a:prstGeom>
          <a:solidFill>
            <a:srgbClr val="FFFFFF"/>
          </a:solidFill>
          <a:ln w="6350">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TextBox 91"/>
          <p:cNvSpPr txBox="1"/>
          <p:nvPr/>
        </p:nvSpPr>
        <p:spPr>
          <a:xfrm>
            <a:off x="6144768" y="5936566"/>
            <a:ext cx="2011680" cy="116762"/>
          </a:xfrm>
          <a:prstGeom prst="rect">
            <a:avLst/>
          </a:prstGeom>
          <a:noFill/>
        </p:spPr>
        <p:txBody>
          <a:bodyPr wrap="square" lIns="0" rIns="0" tIns="0" bIns="0" anchor="ctr">
            <a:spAutoFit/>
          </a:bodyPr>
          <a:lstStyle/>
          <a:p>
            <a:pPr algn="l"/>
            <a:r>
              <a:rPr sz="600" b="0">
                <a:solidFill>
                  <a:srgbClr val="26282B"/>
                </a:solidFill>
                <a:latin typeface="Replica LL TT"/>
              </a:rPr>
              <a:t>Delivery</a:t>
            </a:r>
          </a:p>
        </p:txBody>
      </p:sp>
      <p:sp>
        <p:nvSpPr>
          <p:cNvPr id="93" name="TextBox 92"/>
          <p:cNvSpPr txBox="1"/>
          <p:nvPr/>
        </p:nvSpPr>
        <p:spPr>
          <a:xfrm>
            <a:off x="8394192" y="4050792"/>
            <a:ext cx="3429000" cy="219456"/>
          </a:xfrm>
          <a:prstGeom prst="rect">
            <a:avLst/>
          </a:prstGeom>
          <a:noFill/>
        </p:spPr>
        <p:txBody>
          <a:bodyPr wrap="square" lIns="0" rIns="0" tIns="0" bIns="0" anchor="t">
            <a:spAutoFit/>
          </a:bodyPr>
          <a:lstStyle/>
          <a:p>
            <a:pPr algn="l"/>
            <a:r>
              <a:rPr sz="1050" b="1">
                <a:solidFill>
                  <a:srgbClr val="F36949"/>
                </a:solidFill>
                <a:latin typeface="Replica LL TT"/>
              </a:rPr>
              <a:t>PLANNED NEXT STEPS</a:t>
            </a:r>
          </a:p>
        </p:txBody>
      </p:sp>
      <p:sp>
        <p:nvSpPr>
          <p:cNvPr id="94" name="Rectangle 93"/>
          <p:cNvSpPr/>
          <p:nvPr/>
        </p:nvSpPr>
        <p:spPr>
          <a:xfrm>
            <a:off x="8394192" y="4315968"/>
            <a:ext cx="3429000" cy="1755648"/>
          </a:xfrm>
          <a:prstGeom prst="rect">
            <a:avLst/>
          </a:prstGeom>
          <a:solidFill>
            <a:srgbClr val="FDEDE8"/>
          </a:solidFill>
          <a:ln w="9525">
            <a:solidFill>
              <a:srgbClr val="DCE1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8394192" y="4315968"/>
            <a:ext cx="45720" cy="1755648"/>
          </a:xfrm>
          <a:prstGeom prst="rect">
            <a:avLst/>
          </a:prstGeom>
          <a:solidFill>
            <a:srgbClr val="F369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ounded Rectangle 95"/>
          <p:cNvSpPr/>
          <p:nvPr/>
        </p:nvSpPr>
        <p:spPr>
          <a:xfrm>
            <a:off x="8595360" y="4462272"/>
            <a:ext cx="237744" cy="237744"/>
          </a:xfrm>
          <a:prstGeom prst="roundRect">
            <a:avLst>
              <a:gd name="adj" fmla="val 50000"/>
            </a:avLst>
          </a:prstGeom>
          <a:solidFill>
            <a:srgbClr val="FFFFFF"/>
          </a:solidFill>
          <a:ln w="15875">
            <a:solidFill>
              <a:srgbClr val="F3694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8595360" y="4462272"/>
            <a:ext cx="237744" cy="237744"/>
          </a:xfrm>
          <a:prstGeom prst="rect">
            <a:avLst/>
          </a:prstGeom>
          <a:noFill/>
        </p:spPr>
        <p:txBody>
          <a:bodyPr wrap="square" lIns="0" rIns="0" tIns="0" bIns="0" anchor="ctr">
            <a:spAutoFit/>
          </a:bodyPr>
          <a:lstStyle/>
          <a:p>
            <a:pPr algn="ctr"/>
            <a:r>
              <a:rPr sz="950" b="1">
                <a:solidFill>
                  <a:srgbClr val="F36949"/>
                </a:solidFill>
                <a:latin typeface="Replica LL TT"/>
              </a:rPr>
              <a:t>1</a:t>
            </a:r>
          </a:p>
        </p:txBody>
      </p:sp>
      <p:sp>
        <p:nvSpPr>
          <p:cNvPr id="98" name="TextBox 97"/>
          <p:cNvSpPr txBox="1"/>
          <p:nvPr/>
        </p:nvSpPr>
        <p:spPr>
          <a:xfrm>
            <a:off x="8961120" y="4443984"/>
            <a:ext cx="2660904" cy="384048"/>
          </a:xfrm>
          <a:prstGeom prst="rect">
            <a:avLst/>
          </a:prstGeom>
          <a:noFill/>
        </p:spPr>
        <p:txBody>
          <a:bodyPr wrap="square" lIns="0" rIns="0" tIns="0" bIns="0" anchor="t">
            <a:spAutoFit/>
          </a:bodyPr>
          <a:lstStyle/>
          <a:p>
            <a:pPr algn="l"/>
            <a:r>
              <a:rPr sz="1000" b="1">
                <a:solidFill>
                  <a:srgbClr val="26282B"/>
                </a:solidFill>
                <a:latin typeface="Replica LL TT"/>
              </a:rPr>
              <a:t>Confirm the three metrics and set the tier prices; both are still open.</a:t>
            </a:r>
          </a:p>
        </p:txBody>
      </p:sp>
      <p:sp>
        <p:nvSpPr>
          <p:cNvPr id="99" name="Rounded Rectangle 98"/>
          <p:cNvSpPr/>
          <p:nvPr/>
        </p:nvSpPr>
        <p:spPr>
          <a:xfrm>
            <a:off x="8595360" y="5047488"/>
            <a:ext cx="237744" cy="237744"/>
          </a:xfrm>
          <a:prstGeom prst="roundRect">
            <a:avLst>
              <a:gd name="adj" fmla="val 50000"/>
            </a:avLst>
          </a:prstGeom>
          <a:solidFill>
            <a:srgbClr val="FFFFFF"/>
          </a:solidFill>
          <a:ln w="15875">
            <a:solidFill>
              <a:srgbClr val="F3694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TextBox 99"/>
          <p:cNvSpPr txBox="1"/>
          <p:nvPr/>
        </p:nvSpPr>
        <p:spPr>
          <a:xfrm>
            <a:off x="8595360" y="5047488"/>
            <a:ext cx="237744" cy="237744"/>
          </a:xfrm>
          <a:prstGeom prst="rect">
            <a:avLst/>
          </a:prstGeom>
          <a:noFill/>
        </p:spPr>
        <p:txBody>
          <a:bodyPr wrap="square" lIns="0" rIns="0" tIns="0" bIns="0" anchor="ctr">
            <a:spAutoFit/>
          </a:bodyPr>
          <a:lstStyle/>
          <a:p>
            <a:pPr algn="ctr"/>
            <a:r>
              <a:rPr sz="950" b="1">
                <a:solidFill>
                  <a:srgbClr val="F36949"/>
                </a:solidFill>
                <a:latin typeface="Replica LL TT"/>
              </a:rPr>
              <a:t>2</a:t>
            </a:r>
          </a:p>
        </p:txBody>
      </p:sp>
      <p:sp>
        <p:nvSpPr>
          <p:cNvPr id="101" name="TextBox 100"/>
          <p:cNvSpPr txBox="1"/>
          <p:nvPr/>
        </p:nvSpPr>
        <p:spPr>
          <a:xfrm>
            <a:off x="8961120" y="5029200"/>
            <a:ext cx="2660904" cy="384048"/>
          </a:xfrm>
          <a:prstGeom prst="rect">
            <a:avLst/>
          </a:prstGeom>
          <a:noFill/>
        </p:spPr>
        <p:txBody>
          <a:bodyPr wrap="square" lIns="0" rIns="0" tIns="0" bIns="0" anchor="t">
            <a:spAutoFit/>
          </a:bodyPr>
          <a:lstStyle/>
          <a:p>
            <a:pPr algn="l"/>
            <a:r>
              <a:rPr sz="1000" b="1">
                <a:solidFill>
                  <a:srgbClr val="26282B"/>
                </a:solidFill>
                <a:latin typeface="Replica LL TT"/>
              </a:rPr>
              <a:t>Run the contracted DHL engagement and measure the three metrics.</a:t>
            </a:r>
          </a:p>
        </p:txBody>
      </p:sp>
      <p:sp>
        <p:nvSpPr>
          <p:cNvPr id="102" name="Rounded Rectangle 101"/>
          <p:cNvSpPr/>
          <p:nvPr/>
        </p:nvSpPr>
        <p:spPr>
          <a:xfrm>
            <a:off x="8595360" y="5632704"/>
            <a:ext cx="237744" cy="237744"/>
          </a:xfrm>
          <a:prstGeom prst="roundRect">
            <a:avLst>
              <a:gd name="adj" fmla="val 50000"/>
            </a:avLst>
          </a:prstGeom>
          <a:solidFill>
            <a:srgbClr val="FFFFFF"/>
          </a:solidFill>
          <a:ln w="15875">
            <a:solidFill>
              <a:srgbClr val="F3694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TextBox 102"/>
          <p:cNvSpPr txBox="1"/>
          <p:nvPr/>
        </p:nvSpPr>
        <p:spPr>
          <a:xfrm>
            <a:off x="8595360" y="5632704"/>
            <a:ext cx="237744" cy="237744"/>
          </a:xfrm>
          <a:prstGeom prst="rect">
            <a:avLst/>
          </a:prstGeom>
          <a:noFill/>
        </p:spPr>
        <p:txBody>
          <a:bodyPr wrap="square" lIns="0" rIns="0" tIns="0" bIns="0" anchor="ctr">
            <a:spAutoFit/>
          </a:bodyPr>
          <a:lstStyle/>
          <a:p>
            <a:pPr algn="ctr"/>
            <a:r>
              <a:rPr sz="950" b="1">
                <a:solidFill>
                  <a:srgbClr val="F36949"/>
                </a:solidFill>
                <a:latin typeface="Replica LL TT"/>
              </a:rPr>
              <a:t>3</a:t>
            </a:r>
          </a:p>
        </p:txBody>
      </p:sp>
      <p:sp>
        <p:nvSpPr>
          <p:cNvPr id="104" name="TextBox 103"/>
          <p:cNvSpPr txBox="1"/>
          <p:nvPr/>
        </p:nvSpPr>
        <p:spPr>
          <a:xfrm>
            <a:off x="8961120" y="5614416"/>
            <a:ext cx="2660904" cy="384048"/>
          </a:xfrm>
          <a:prstGeom prst="rect">
            <a:avLst/>
          </a:prstGeom>
          <a:noFill/>
        </p:spPr>
        <p:txBody>
          <a:bodyPr wrap="square" lIns="0" rIns="0" tIns="0" bIns="0" anchor="t">
            <a:spAutoFit/>
          </a:bodyPr>
          <a:lstStyle/>
          <a:p>
            <a:pPr algn="l"/>
            <a:r>
              <a:rPr sz="800" b="1">
                <a:solidFill>
                  <a:srgbClr val="26282B"/>
                </a:solidFill>
                <a:latin typeface="Replica LL TT"/>
              </a:rPr>
              <a:t>Publish the app and its demo on the Oracle AI &amp; Data Solutions site; brief SoftServe's Oracle alliance team.</a:t>
            </a:r>
          </a:p>
        </p:txBody>
      </p:sp>
      <p:sp>
        <p:nvSpPr>
          <p:cNvPr id="105" name="TextBox 104"/>
          <p:cNvSpPr txBox="1"/>
          <p:nvPr/>
        </p:nvSpPr>
        <p:spPr>
          <a:xfrm>
            <a:off x="384048" y="6217920"/>
            <a:ext cx="11430000" cy="274320"/>
          </a:xfrm>
          <a:prstGeom prst="rect">
            <a:avLst/>
          </a:prstGeom>
          <a:noFill/>
        </p:spPr>
        <p:txBody>
          <a:bodyPr wrap="square" lIns="0" rIns="0" tIns="0" bIns="0" anchor="t">
            <a:spAutoFit/>
          </a:bodyPr>
          <a:lstStyle/>
          <a:p>
            <a:pPr algn="l"/>
            <a:r>
              <a:rPr sz="800" b="0">
                <a:solidFill>
                  <a:srgbClr val="8A9095"/>
                </a:solidFill>
                <a:latin typeface="Replica LL TT"/>
              </a:rPr>
              <a:t>Not one engagement's set-up: each client's sources, list of companies and catalog of moves are configured for it; what every client gets is the reasoning that finds which companies a piece of news touches and the move it opens for each.</a:t>
            </a:r>
          </a:p>
        </p:txBody>
      </p:sp>
    </p:spTree>
  </p:cSld>
  <p:clrMapOvr>
    <a:masterClrMapping/>
  </p:clrMapOvr>
</p:sld>
</file>

<file path=ppt/theme/theme1.xml><?xml version="1.0" encoding="utf-8"?>
<a:theme xmlns:a="http://schemas.openxmlformats.org/drawingml/2006/main" name="2_2026 Corporate Template">
  <a:themeElements>
    <a:clrScheme name="SoftServe">
      <a:dk1>
        <a:srgbClr val="000000"/>
      </a:dk1>
      <a:lt1>
        <a:srgbClr val="FFFFFF"/>
      </a:lt1>
      <a:dk2>
        <a:srgbClr val="26282B"/>
      </a:dk2>
      <a:lt2>
        <a:srgbClr val="EDF0F2"/>
      </a:lt2>
      <a:accent1>
        <a:srgbClr val="1485C3"/>
      </a:accent1>
      <a:accent2>
        <a:srgbClr val="459FDD"/>
      </a:accent2>
      <a:accent3>
        <a:srgbClr val="C1DFF3"/>
      </a:accent3>
      <a:accent4>
        <a:srgbClr val="F36949"/>
      </a:accent4>
      <a:accent5>
        <a:srgbClr val="FE8D6B"/>
      </a:accent5>
      <a:accent6>
        <a:srgbClr val="FFCEC0"/>
      </a:accent6>
      <a:hlink>
        <a:srgbClr val="0563C1"/>
      </a:hlink>
      <a:folHlink>
        <a:srgbClr val="4C5156"/>
      </a:folHlink>
    </a:clrScheme>
    <a:fontScheme name="Mix">
      <a:majorFont>
        <a:latin typeface="Azurio-Regular"/>
        <a:ea typeface=""/>
        <a:cs typeface=""/>
      </a:majorFont>
      <a:minorFont>
        <a:latin typeface="ReplicaLLTT-Regular"/>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PPT-Template" id="{A316ED82-6681-C049-9D4B-36A79AE862C0}" vid="{2FE275DD-D5FA-E44E-A080-A8DE3F3D93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c51c659-9d52-41af-81f7-dde16380e813}" enabled="0" method="" siteId="{6c51c659-9d52-41af-81f7-dde16380e813}" removed="1"/>
</clbl:labelList>
</file>

<file path=docProps/app.xml><?xml version="1.0" encoding="utf-8"?>
<Properties xmlns="http://schemas.openxmlformats.org/officeDocument/2006/extended-properties" xmlns:vt="http://schemas.openxmlformats.org/officeDocument/2006/docPropsVTypes">
  <TotalTime>93</TotalTime>
  <Words>1818</Words>
  <Application>Microsoft Macintosh PowerPoint</Application>
  <PresentationFormat>Widescreen</PresentationFormat>
  <Paragraphs>423</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Arial</vt:lpstr>
      <vt:lpstr>Azurio</vt:lpstr>
      <vt:lpstr>Azurio-Regular</vt:lpstr>
      <vt:lpstr>Replica LL TT</vt:lpstr>
      <vt:lpstr>ReplicaLLTT-Regular</vt:lpstr>
      <vt:lpstr>Roboto Mono</vt:lpstr>
      <vt:lpstr>Roboto Mono Medium</vt:lpstr>
      <vt:lpstr>Roboto Mono Regular</vt:lpstr>
      <vt:lpstr>2_2026 Corporate Template</vt:lpstr>
      <vt:lpstr>PowerPoint Presentation</vt:lpstr>
      <vt:lpstr>Oracle dedicated practice</vt:lpstr>
      <vt:lpstr>Oracle AI packages roadmap</vt:lpstr>
      <vt:lpstr>Three packs we cover today</vt:lpstr>
      <vt:lpstr>1: Workforce optimization</vt:lpstr>
      <vt:lpstr>1: Workforce optimization</vt:lpstr>
      <vt:lpstr>2: Large Document Extraction and Validation</vt:lpstr>
      <vt:lpstr>2: Large Document Extraction and Validation</vt:lpstr>
      <vt:lpstr>3: Account Insights</vt:lpstr>
      <vt:lpstr>3: Account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Oleksii Orlov</dc:creator>
  <cp:lastModifiedBy>Oleksii Orlov</cp:lastModifiedBy>
  <cp:revision>1</cp:revision>
  <dcterms:created xsi:type="dcterms:W3CDTF">2026-09-10T19:36:08Z</dcterms:created>
  <dcterms:modified xsi:type="dcterms:W3CDTF">2026-09-11T05:55:07Z</dcterms:modified>
</cp:coreProperties>
</file>